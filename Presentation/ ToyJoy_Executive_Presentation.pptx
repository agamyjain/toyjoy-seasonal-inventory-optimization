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4.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5.xml" ContentType="application/vnd.openxmlformats-officedocument.presentationml.notesSlid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notesSlides/notesSlide6.xml" ContentType="application/vnd.openxmlformats-officedocument.presentationml.notesSlid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notesSlides/notesSlide7.xml" ContentType="application/vnd.openxmlformats-officedocument.presentationml.notesSlid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6" r:id="rId11"/>
    <p:sldId id="267" r:id="rId12"/>
  </p:sldIdLst>
  <p:sldSz cx="12192000" cy="6858000"/>
  <p:notesSz cx="6858000" cy="9144000"/>
  <p:embeddedFontLst>
    <p:embeddedFont>
      <p:font typeface="Inter" panose="020B0604020202020204" charset="0"/>
      <p:regular r:id="rId14"/>
      <p:bold r:id="rId15"/>
      <p:italic r:id="rId16"/>
      <p:boldItalic r:id="rId17"/>
    </p:embeddedFont>
    <p:embeddedFont>
      <p:font typeface="Inter Black" panose="020B0604020202020204" charset="0"/>
      <p:bold r:id="rId18"/>
      <p:boldItalic r:id="rId19"/>
    </p:embeddedFont>
    <p:embeddedFont>
      <p:font typeface="Inter SemiBold" panose="020B0604020202020204" charset="0"/>
      <p:regular r:id="rId20"/>
      <p:bold r:id="rId21"/>
      <p:italic r:id="rId22"/>
      <p:boldItalic r:id="rId23"/>
    </p:embeddedFont>
    <p:embeddedFont>
      <p:font typeface="Lato" panose="020F0502020204030203" pitchFamily="34" charset="0"/>
      <p:regular r:id="rId24"/>
      <p:bold r:id="rId25"/>
      <p:italic r:id="rId26"/>
      <p:boldItalic r:id="rId27"/>
    </p:embeddedFont>
    <p:embeddedFont>
      <p:font typeface="Plus Jakarta Sans ExtraBold" panose="020B0604020202020204" charset="0"/>
      <p:bold r:id="rId28"/>
      <p:boldItalic r:id="rId29"/>
    </p:embeddedFont>
    <p:embeddedFont>
      <p:font typeface="Poppins" panose="00000500000000000000" pitchFamily="2" charset="0"/>
      <p:regular r:id="rId30"/>
      <p:bold r:id="rId31"/>
      <p:italic r:id="rId32"/>
      <p:boldItalic r:id="rId33"/>
    </p:embeddedFont>
    <p:embeddedFont>
      <p:font typeface="Poppins ExtraBold" panose="00000900000000000000" pitchFamily="2" charset="0"/>
      <p:bold r:id="rId34"/>
      <p:boldItalic r:id="rId3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DB8AF2C1-D1A4-3610-795A-D521CEF1E825}" name="Agamya R Jain" initials="AJ" userId="5379bb5ac236f65f"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2F527E"/>
    <a:srgbClr val="FFFFFF"/>
    <a:srgbClr val="F8FAFC"/>
    <a:srgbClr val="455264"/>
    <a:srgbClr val="7B8491"/>
    <a:srgbClr val="657081"/>
    <a:srgbClr val="129E90"/>
    <a:srgbClr val="94A3B8"/>
    <a:srgbClr val="002060"/>
    <a:srgbClr val="046D4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000000-0000-0000-0000-000000000000}" v="2965" dt="2026-08-31T16:27:28.621"/>
  </p1510:revLst>
</p1510:revInfo>
</file>

<file path=ppt/tableStyles.xml><?xml version="1.0" encoding="utf-8"?>
<a:tblStyleLst xmlns:a="http://schemas.openxmlformats.org/drawingml/2006/main" def="{EC57BB94-E2DB-4D90-90F7-BE6D081111AD}">
  <a:tblStyle styleId="{EC57BB94-E2DB-4D90-90F7-BE6D081111AD}" styleName="Table_0">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8ECF4"/>
          </a:solidFill>
        </a:fill>
      </a:tcStyle>
    </a:wholeTbl>
    <a:band1H>
      <a:tcTxStyle/>
      <a:tcStyle>
        <a:tcBdr/>
        <a:fill>
          <a:solidFill>
            <a:srgbClr val="CFD7E7"/>
          </a:solidFill>
        </a:fill>
      </a:tcStyle>
    </a:band1H>
    <a:band2H>
      <a:tcTxStyle/>
      <a:tcStyle>
        <a:tcBdr/>
      </a:tcStyle>
    </a:band2H>
    <a:band1V>
      <a:tcTxStyle/>
      <a:tcStyle>
        <a:tcBdr/>
        <a:fill>
          <a:solidFill>
            <a:srgbClr val="CFD7E7"/>
          </a:solidFill>
        </a:fill>
      </a:tcStyle>
    </a:band1V>
    <a:band2V>
      <a:tcTxStyle/>
      <a:tcStyle>
        <a:tcBdr/>
      </a:tcStyle>
    </a:band2V>
    <a:lastCol>
      <a:tcTxStyle b="on" i="off">
        <a:font>
          <a:latin typeface="Calibri"/>
          <a:ea typeface="Calibri"/>
          <a:cs typeface="Calibri"/>
        </a:font>
        <a:schemeClr val="lt1"/>
      </a:tcTxStyle>
      <a:tcStyle>
        <a:tcBdr/>
        <a:fill>
          <a:solidFill>
            <a:schemeClr val="accent1"/>
          </a:solidFill>
        </a:fill>
      </a:tcStyle>
    </a:lastCol>
    <a:firstCol>
      <a:tcTxStyle b="on" i="off">
        <a:font>
          <a:latin typeface="Calibri"/>
          <a:ea typeface="Calibri"/>
          <a:cs typeface="Calibri"/>
        </a:font>
        <a:schemeClr val="lt1"/>
      </a:tcTxStyle>
      <a:tcStyle>
        <a:tcBdr/>
        <a:fill>
          <a:solidFill>
            <a:schemeClr val="accent1"/>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160"/>
        <p:guide pos="2880"/>
      </p:guideLst>
    </p:cSldViewPr>
  </p:slide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notesMaster" Target="notesMasters/notesMaster1.xml"/><Relationship Id="rId18" Type="http://schemas.openxmlformats.org/officeDocument/2006/relationships/font" Target="fonts/font5.fntdata"/><Relationship Id="rId26" Type="http://schemas.openxmlformats.org/officeDocument/2006/relationships/font" Target="fonts/font13.fntdata"/><Relationship Id="rId39" Type="http://schemas.openxmlformats.org/officeDocument/2006/relationships/tableStyles" Target="tableStyles.xml"/><Relationship Id="rId21" Type="http://schemas.openxmlformats.org/officeDocument/2006/relationships/font" Target="fonts/font8.fntdata"/><Relationship Id="rId34" Type="http://schemas.openxmlformats.org/officeDocument/2006/relationships/font" Target="fonts/font21.fntdata"/><Relationship Id="rId42" Type="http://schemas.microsoft.com/office/2018/10/relationships/authors" Target="author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font" Target="fonts/font3.fntdata"/><Relationship Id="rId20" Type="http://schemas.openxmlformats.org/officeDocument/2006/relationships/font" Target="fonts/font7.fntdata"/><Relationship Id="rId29" Type="http://schemas.openxmlformats.org/officeDocument/2006/relationships/font" Target="fonts/font16.fntdata"/><Relationship Id="rId41"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1.fntdata"/><Relationship Id="rId32" Type="http://schemas.openxmlformats.org/officeDocument/2006/relationships/font" Target="fonts/font19.fntdata"/><Relationship Id="rId37" Type="http://schemas.openxmlformats.org/officeDocument/2006/relationships/viewProps" Target="viewProps.xml"/><Relationship Id="rId40"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font" Target="fonts/font2.fntdata"/><Relationship Id="rId23" Type="http://schemas.openxmlformats.org/officeDocument/2006/relationships/font" Target="fonts/font10.fntdata"/><Relationship Id="rId28" Type="http://schemas.openxmlformats.org/officeDocument/2006/relationships/font" Target="fonts/font15.fntdata"/><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font" Target="fonts/font6.fntdata"/><Relationship Id="rId31" Type="http://schemas.openxmlformats.org/officeDocument/2006/relationships/font" Target="fonts/font18.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 Id="rId22" Type="http://schemas.openxmlformats.org/officeDocument/2006/relationships/font" Target="fonts/font9.fntdata"/><Relationship Id="rId27" Type="http://schemas.openxmlformats.org/officeDocument/2006/relationships/font" Target="fonts/font14.fntdata"/><Relationship Id="rId30" Type="http://schemas.openxmlformats.org/officeDocument/2006/relationships/font" Target="fonts/font17.fntdata"/><Relationship Id="rId35" Type="http://schemas.openxmlformats.org/officeDocument/2006/relationships/font" Target="fonts/font22.fntdata"/><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font" Target="fonts/font4.fntdata"/><Relationship Id="rId25" Type="http://schemas.openxmlformats.org/officeDocument/2006/relationships/font" Target="fonts/font12.fntdata"/><Relationship Id="rId33" Type="http://schemas.openxmlformats.org/officeDocument/2006/relationships/font" Target="fonts/font20.fntdata"/><Relationship Id="rId38"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gamya R Jain" userId="5379bb5ac236f65f" providerId="Windows Live" clId="Web-{00000000-0000-0000-0000-000000000000}"/>
    <pc:docChg chg="addSld delSld modSld">
      <pc:chgData name="Agamya R Jain" userId="5379bb5ac236f65f" providerId="Windows Live" clId="Web-{00000000-0000-0000-0000-000000000000}" dt="2026-08-31T16:27:28.621" v="2528"/>
      <pc:docMkLst>
        <pc:docMk/>
      </pc:docMkLst>
      <pc:sldChg chg="addSp delSp modSp">
        <pc:chgData name="Agamya R Jain" userId="5379bb5ac236f65f" providerId="Windows Live" clId="Web-{00000000-0000-0000-0000-000000000000}" dt="2026-08-25T10:45:33.788" v="2294"/>
        <pc:sldMkLst>
          <pc:docMk/>
          <pc:sldMk cId="0" sldId="256"/>
        </pc:sldMkLst>
        <pc:spChg chg="add">
          <ac:chgData name="Agamya R Jain" userId="5379bb5ac236f65f" providerId="Windows Live" clId="Web-{00000000-0000-0000-0000-000000000000}" dt="2026-08-25T10:45:33.788" v="2294"/>
          <ac:spMkLst>
            <pc:docMk/>
            <pc:sldMk cId="0" sldId="256"/>
            <ac:spMk id="3" creationId="{5A39957E-2DEC-68ED-3019-729306B9F572}"/>
          </ac:spMkLst>
        </pc:spChg>
        <pc:spChg chg="mod">
          <ac:chgData name="Agamya R Jain" userId="5379bb5ac236f65f" providerId="Windows Live" clId="Web-{00000000-0000-0000-0000-000000000000}" dt="2026-08-25T10:04:42.063" v="2208" actId="20577"/>
          <ac:spMkLst>
            <pc:docMk/>
            <pc:sldMk cId="0" sldId="256"/>
            <ac:spMk id="88" creationId="{00000000-0000-0000-0000-000000000000}"/>
          </ac:spMkLst>
        </pc:spChg>
        <pc:spChg chg="mod">
          <ac:chgData name="Agamya R Jain" userId="5379bb5ac236f65f" providerId="Windows Live" clId="Web-{00000000-0000-0000-0000-000000000000}" dt="2026-08-25T10:22:34.321" v="2236" actId="20577"/>
          <ac:spMkLst>
            <pc:docMk/>
            <pc:sldMk cId="0" sldId="256"/>
            <ac:spMk id="90" creationId="{00000000-0000-0000-0000-000000000000}"/>
          </ac:spMkLst>
        </pc:spChg>
      </pc:sldChg>
      <pc:sldChg chg="addSp delSp modSp">
        <pc:chgData name="Agamya R Jain" userId="5379bb5ac236f65f" providerId="Windows Live" clId="Web-{00000000-0000-0000-0000-000000000000}" dt="2026-08-27T08:56:52.522" v="2385" actId="20577"/>
        <pc:sldMkLst>
          <pc:docMk/>
          <pc:sldMk cId="0" sldId="257"/>
        </pc:sldMkLst>
        <pc:spChg chg="add mod">
          <ac:chgData name="Agamya R Jain" userId="5379bb5ac236f65f" providerId="Windows Live" clId="Web-{00000000-0000-0000-0000-000000000000}" dt="2026-08-27T08:56:52.522" v="2385" actId="20577"/>
          <ac:spMkLst>
            <pc:docMk/>
            <pc:sldMk cId="0" sldId="257"/>
            <ac:spMk id="2" creationId="{D9F008F7-53F8-F55E-CF22-A01826725B43}"/>
          </ac:spMkLst>
        </pc:spChg>
        <pc:spChg chg="add">
          <ac:chgData name="Agamya R Jain" userId="5379bb5ac236f65f" providerId="Windows Live" clId="Web-{00000000-0000-0000-0000-000000000000}" dt="2026-08-25T10:45:28.850" v="2293"/>
          <ac:spMkLst>
            <pc:docMk/>
            <pc:sldMk cId="0" sldId="257"/>
            <ac:spMk id="6" creationId="{C09284A1-05B3-8A84-3471-8093BBFEF951}"/>
          </ac:spMkLst>
        </pc:spChg>
        <pc:spChg chg="mod">
          <ac:chgData name="Agamya R Jain" userId="5379bb5ac236f65f" providerId="Windows Live" clId="Web-{00000000-0000-0000-0000-000000000000}" dt="2026-08-25T10:04:44.407" v="2210" actId="20577"/>
          <ac:spMkLst>
            <pc:docMk/>
            <pc:sldMk cId="0" sldId="257"/>
            <ac:spMk id="118" creationId="{00000000-0000-0000-0000-000000000000}"/>
          </ac:spMkLst>
        </pc:spChg>
        <pc:picChg chg="mod">
          <ac:chgData name="Agamya R Jain" userId="5379bb5ac236f65f" providerId="Windows Live" clId="Web-{00000000-0000-0000-0000-000000000000}" dt="2026-08-27T08:47:49.329" v="2328" actId="14100"/>
          <ac:picMkLst>
            <pc:docMk/>
            <pc:sldMk cId="0" sldId="257"/>
            <ac:picMk id="108" creationId="{00000000-0000-0000-0000-000000000000}"/>
          </ac:picMkLst>
        </pc:picChg>
        <pc:picChg chg="mod">
          <ac:chgData name="Agamya R Jain" userId="5379bb5ac236f65f" providerId="Windows Live" clId="Web-{00000000-0000-0000-0000-000000000000}" dt="2026-08-27T08:47:49.423" v="2329" actId="14100"/>
          <ac:picMkLst>
            <pc:docMk/>
            <pc:sldMk cId="0" sldId="257"/>
            <ac:picMk id="109" creationId="{00000000-0000-0000-0000-000000000000}"/>
          </ac:picMkLst>
        </pc:picChg>
        <pc:picChg chg="mod">
          <ac:chgData name="Agamya R Jain" userId="5379bb5ac236f65f" providerId="Windows Live" clId="Web-{00000000-0000-0000-0000-000000000000}" dt="2026-08-27T08:47:49.564" v="2330" actId="14100"/>
          <ac:picMkLst>
            <pc:docMk/>
            <pc:sldMk cId="0" sldId="257"/>
            <ac:picMk id="110" creationId="{00000000-0000-0000-0000-000000000000}"/>
          </ac:picMkLst>
        </pc:picChg>
      </pc:sldChg>
      <pc:sldChg chg="addSp modSp">
        <pc:chgData name="Agamya R Jain" userId="5379bb5ac236f65f" providerId="Windows Live" clId="Web-{00000000-0000-0000-0000-000000000000}" dt="2026-08-27T09:09:25.208" v="2486" actId="1076"/>
        <pc:sldMkLst>
          <pc:docMk/>
          <pc:sldMk cId="0" sldId="258"/>
        </pc:sldMkLst>
        <pc:spChg chg="add mod">
          <ac:chgData name="Agamya R Jain" userId="5379bb5ac236f65f" providerId="Windows Live" clId="Web-{00000000-0000-0000-0000-000000000000}" dt="2026-08-27T09:08:07.783" v="2482" actId="1076"/>
          <ac:spMkLst>
            <pc:docMk/>
            <pc:sldMk cId="0" sldId="258"/>
            <ac:spMk id="2" creationId="{64B0FA88-EB2C-2307-AD80-627928C282AA}"/>
          </ac:spMkLst>
        </pc:spChg>
        <pc:spChg chg="mod">
          <ac:chgData name="Agamya R Jain" userId="5379bb5ac236f65f" providerId="Windows Live" clId="Web-{00000000-0000-0000-0000-000000000000}" dt="2026-08-25T10:44:56.600" v="2288" actId="20577"/>
          <ac:spMkLst>
            <pc:docMk/>
            <pc:sldMk cId="0" sldId="258"/>
            <ac:spMk id="146" creationId="{00000000-0000-0000-0000-000000000000}"/>
          </ac:spMkLst>
        </pc:spChg>
        <pc:spChg chg="mod">
          <ac:chgData name="Agamya R Jain" userId="5379bb5ac236f65f" providerId="Windows Live" clId="Web-{00000000-0000-0000-0000-000000000000}" dt="2026-08-27T08:57:47.681" v="2392" actId="1076"/>
          <ac:spMkLst>
            <pc:docMk/>
            <pc:sldMk cId="0" sldId="258"/>
            <ac:spMk id="147" creationId="{00000000-0000-0000-0000-000000000000}"/>
          </ac:spMkLst>
        </pc:spChg>
        <pc:spChg chg="mod">
          <ac:chgData name="Agamya R Jain" userId="5379bb5ac236f65f" providerId="Windows Live" clId="Web-{00000000-0000-0000-0000-000000000000}" dt="2026-08-25T10:29:02.048" v="2248" actId="20577"/>
          <ac:spMkLst>
            <pc:docMk/>
            <pc:sldMk cId="0" sldId="258"/>
            <ac:spMk id="158" creationId="{00000000-0000-0000-0000-000000000000}"/>
          </ac:spMkLst>
        </pc:spChg>
        <pc:spChg chg="mod">
          <ac:chgData name="Agamya R Jain" userId="5379bb5ac236f65f" providerId="Windows Live" clId="Web-{00000000-0000-0000-0000-000000000000}" dt="2026-08-25T10:23:38.244" v="2241" actId="20577"/>
          <ac:spMkLst>
            <pc:docMk/>
            <pc:sldMk cId="0" sldId="258"/>
            <ac:spMk id="164" creationId="{00000000-0000-0000-0000-000000000000}"/>
          </ac:spMkLst>
        </pc:spChg>
        <pc:graphicFrameChg chg="add mod modGraphic">
          <ac:chgData name="Agamya R Jain" userId="5379bb5ac236f65f" providerId="Windows Live" clId="Web-{00000000-0000-0000-0000-000000000000}" dt="2026-08-27T09:06:36.982" v="2481" actId="20577"/>
          <ac:graphicFrameMkLst>
            <pc:docMk/>
            <pc:sldMk cId="0" sldId="258"/>
            <ac:graphicFrameMk id="3" creationId="{848E512B-D7E7-1C12-C685-120AFF7F6C92}"/>
          </ac:graphicFrameMkLst>
        </pc:graphicFrameChg>
        <pc:picChg chg="mod">
          <ac:chgData name="Agamya R Jain" userId="5379bb5ac236f65f" providerId="Windows Live" clId="Web-{00000000-0000-0000-0000-000000000000}" dt="2026-08-27T08:57:47.634" v="2391" actId="1076"/>
          <ac:picMkLst>
            <pc:docMk/>
            <pc:sldMk cId="0" sldId="258"/>
            <ac:picMk id="144" creationId="{00000000-0000-0000-0000-000000000000}"/>
          </ac:picMkLst>
        </pc:picChg>
        <pc:picChg chg="add mod modCrop">
          <ac:chgData name="Agamya R Jain" userId="5379bb5ac236f65f" providerId="Windows Live" clId="Web-{00000000-0000-0000-0000-000000000000}" dt="2026-08-27T09:09:25.208" v="2486" actId="1076"/>
          <ac:picMkLst>
            <pc:docMk/>
            <pc:sldMk cId="0" sldId="258"/>
            <ac:picMk id="692" creationId="{AFD6A865-FF71-DE8E-FEA4-5BB7D9DBAA30}"/>
          </ac:picMkLst>
        </pc:picChg>
      </pc:sldChg>
      <pc:sldChg chg="addSp delSp modSp">
        <pc:chgData name="Agamya R Jain" userId="5379bb5ac236f65f" providerId="Windows Live" clId="Web-{00000000-0000-0000-0000-000000000000}" dt="2026-08-25T10:45:20.288" v="2291"/>
        <pc:sldMkLst>
          <pc:docMk/>
          <pc:sldMk cId="0" sldId="259"/>
        </pc:sldMkLst>
        <pc:spChg chg="add">
          <ac:chgData name="Agamya R Jain" userId="5379bb5ac236f65f" providerId="Windows Live" clId="Web-{00000000-0000-0000-0000-000000000000}" dt="2026-08-25T10:45:20.288" v="2291"/>
          <ac:spMkLst>
            <pc:docMk/>
            <pc:sldMk cId="0" sldId="259"/>
            <ac:spMk id="3" creationId="{905BE4F3-9DE7-256B-70AA-513F54C26854}"/>
          </ac:spMkLst>
        </pc:spChg>
        <pc:spChg chg="mod">
          <ac:chgData name="Agamya R Jain" userId="5379bb5ac236f65f" providerId="Windows Live" clId="Web-{00000000-0000-0000-0000-000000000000}" dt="2026-08-25T10:04:45.875" v="2214" actId="20577"/>
          <ac:spMkLst>
            <pc:docMk/>
            <pc:sldMk cId="0" sldId="259"/>
            <ac:spMk id="188" creationId="{00000000-0000-0000-0000-000000000000}"/>
          </ac:spMkLst>
        </pc:spChg>
      </pc:sldChg>
      <pc:sldChg chg="addSp delSp modSp">
        <pc:chgData name="Agamya R Jain" userId="5379bb5ac236f65f" providerId="Windows Live" clId="Web-{00000000-0000-0000-0000-000000000000}" dt="2026-08-25T10:45:53.648" v="2298" actId="1076"/>
        <pc:sldMkLst>
          <pc:docMk/>
          <pc:sldMk cId="0" sldId="260"/>
        </pc:sldMkLst>
        <pc:spChg chg="add mod">
          <ac:chgData name="Agamya R Jain" userId="5379bb5ac236f65f" providerId="Windows Live" clId="Web-{00000000-0000-0000-0000-000000000000}" dt="2026-08-21T11:09:02.477" v="300" actId="1076"/>
          <ac:spMkLst>
            <pc:docMk/>
            <pc:sldMk cId="0" sldId="260"/>
            <ac:spMk id="3" creationId="{0234EA31-213C-79D6-3D34-BB24DC188447}"/>
          </ac:spMkLst>
        </pc:spChg>
        <pc:spChg chg="add mod">
          <ac:chgData name="Agamya R Jain" userId="5379bb5ac236f65f" providerId="Windows Live" clId="Web-{00000000-0000-0000-0000-000000000000}" dt="2026-08-21T14:05:55.899" v="374" actId="1076"/>
          <ac:spMkLst>
            <pc:docMk/>
            <pc:sldMk cId="0" sldId="260"/>
            <ac:spMk id="8" creationId="{6C9605AE-8C72-CF7F-C786-5EC9BE84CA11}"/>
          </ac:spMkLst>
        </pc:spChg>
        <pc:spChg chg="add mod">
          <ac:chgData name="Agamya R Jain" userId="5379bb5ac236f65f" providerId="Windows Live" clId="Web-{00000000-0000-0000-0000-000000000000}" dt="2026-08-21T14:06:05.806" v="380" actId="1076"/>
          <ac:spMkLst>
            <pc:docMk/>
            <pc:sldMk cId="0" sldId="260"/>
            <ac:spMk id="9" creationId="{5E7F0805-FE2D-7819-3F19-A2A0E0C95F15}"/>
          </ac:spMkLst>
        </pc:spChg>
        <pc:spChg chg="add mod">
          <ac:chgData name="Agamya R Jain" userId="5379bb5ac236f65f" providerId="Windows Live" clId="Web-{00000000-0000-0000-0000-000000000000}" dt="2026-08-21T14:05:56.024" v="375" actId="1076"/>
          <ac:spMkLst>
            <pc:docMk/>
            <pc:sldMk cId="0" sldId="260"/>
            <ac:spMk id="10" creationId="{AC7497DD-5FBF-5191-26FA-35A2879CCCC9}"/>
          </ac:spMkLst>
        </pc:spChg>
        <pc:spChg chg="add mod">
          <ac:chgData name="Agamya R Jain" userId="5379bb5ac236f65f" providerId="Windows Live" clId="Web-{00000000-0000-0000-0000-000000000000}" dt="2026-08-21T15:34:42.927" v="416" actId="1076"/>
          <ac:spMkLst>
            <pc:docMk/>
            <pc:sldMk cId="0" sldId="260"/>
            <ac:spMk id="11" creationId="{E709B2BB-635C-3A7D-C570-70572526DFEE}"/>
          </ac:spMkLst>
        </pc:spChg>
        <pc:spChg chg="add mod">
          <ac:chgData name="Agamya R Jain" userId="5379bb5ac236f65f" providerId="Windows Live" clId="Web-{00000000-0000-0000-0000-000000000000}" dt="2026-08-21T14:05:56.165" v="376" actId="1076"/>
          <ac:spMkLst>
            <pc:docMk/>
            <pc:sldMk cId="0" sldId="260"/>
            <ac:spMk id="12" creationId="{67FE186C-D300-6508-8B95-67319FD0FCD4}"/>
          </ac:spMkLst>
        </pc:spChg>
        <pc:spChg chg="add mod">
          <ac:chgData name="Agamya R Jain" userId="5379bb5ac236f65f" providerId="Windows Live" clId="Web-{00000000-0000-0000-0000-000000000000}" dt="2026-08-21T14:06:06.072" v="382" actId="1076"/>
          <ac:spMkLst>
            <pc:docMk/>
            <pc:sldMk cId="0" sldId="260"/>
            <ac:spMk id="13" creationId="{3D91CA7A-F261-1274-D62E-3FDE80221652}"/>
          </ac:spMkLst>
        </pc:spChg>
        <pc:spChg chg="add mod">
          <ac:chgData name="Agamya R Jain" userId="5379bb5ac236f65f" providerId="Windows Live" clId="Web-{00000000-0000-0000-0000-000000000000}" dt="2026-08-25T10:45:53.648" v="2298" actId="1076"/>
          <ac:spMkLst>
            <pc:docMk/>
            <pc:sldMk cId="0" sldId="260"/>
            <ac:spMk id="19" creationId="{4B84A42E-62B6-120D-0189-9CEB26B52F7B}"/>
          </ac:spMkLst>
        </pc:spChg>
        <pc:spChg chg="add mod">
          <ac:chgData name="Agamya R Jain" userId="5379bb5ac236f65f" providerId="Windows Live" clId="Web-{00000000-0000-0000-0000-000000000000}" dt="2026-08-25T09:21:27.223" v="1877" actId="20577"/>
          <ac:spMkLst>
            <pc:docMk/>
            <pc:sldMk cId="0" sldId="260"/>
            <ac:spMk id="30" creationId="{4403B9EF-B772-5A72-9BE3-E4986C497686}"/>
          </ac:spMkLst>
        </pc:spChg>
        <pc:spChg chg="mod">
          <ac:chgData name="Agamya R Jain" userId="5379bb5ac236f65f" providerId="Windows Live" clId="Web-{00000000-0000-0000-0000-000000000000}" dt="2026-08-25T10:04:47.282" v="2216" actId="20577"/>
          <ac:spMkLst>
            <pc:docMk/>
            <pc:sldMk cId="0" sldId="260"/>
            <ac:spMk id="214" creationId="{00000000-0000-0000-0000-000000000000}"/>
          </ac:spMkLst>
        </pc:spChg>
        <pc:spChg chg="add del mod">
          <ac:chgData name="Agamya R Jain" userId="5379bb5ac236f65f" providerId="Windows Live" clId="Web-{00000000-0000-0000-0000-000000000000}" dt="2026-08-21T11:09:02.024" v="297" actId="1076"/>
          <ac:spMkLst>
            <pc:docMk/>
            <pc:sldMk cId="0" sldId="260"/>
            <ac:spMk id="215" creationId="{00000000-0000-0000-0000-000000000000}"/>
          </ac:spMkLst>
        </pc:spChg>
        <pc:spChg chg="mod">
          <ac:chgData name="Agamya R Jain" userId="5379bb5ac236f65f" providerId="Windows Live" clId="Web-{00000000-0000-0000-0000-000000000000}" dt="2026-08-21T11:09:07.336" v="301" actId="1076"/>
          <ac:spMkLst>
            <pc:docMk/>
            <pc:sldMk cId="0" sldId="260"/>
            <ac:spMk id="240" creationId="{00000000-0000-0000-0000-000000000000}"/>
          </ac:spMkLst>
        </pc:spChg>
        <pc:graphicFrameChg chg="add del mod">
          <ac:chgData name="Agamya R Jain" userId="5379bb5ac236f65f" providerId="Windows Live" clId="Web-{00000000-0000-0000-0000-000000000000}" dt="2026-08-21T15:33:59.799" v="413" actId="14100"/>
          <ac:graphicFrameMkLst>
            <pc:docMk/>
            <pc:sldMk cId="0" sldId="260"/>
            <ac:graphicFrameMk id="2" creationId="{31386C0D-C997-8B21-68FE-9ADBDC4B9C03}"/>
          </ac:graphicFrameMkLst>
        </pc:graphicFrameChg>
        <pc:graphicFrameChg chg="add mod modGraphic">
          <ac:chgData name="Agamya R Jain" userId="5379bb5ac236f65f" providerId="Windows Live" clId="Web-{00000000-0000-0000-0000-000000000000}" dt="2026-08-21T14:07:41.935" v="401" actId="1076"/>
          <ac:graphicFrameMkLst>
            <pc:docMk/>
            <pc:sldMk cId="0" sldId="260"/>
            <ac:graphicFrameMk id="4" creationId="{71C76772-BC3D-E2F8-ABE1-C09CC36A3519}"/>
          </ac:graphicFrameMkLst>
        </pc:graphicFrameChg>
        <pc:picChg chg="mod">
          <ac:chgData name="Agamya R Jain" userId="5379bb5ac236f65f" providerId="Windows Live" clId="Web-{00000000-0000-0000-0000-000000000000}" dt="2026-08-21T14:06:14.338" v="383" actId="14100"/>
          <ac:picMkLst>
            <pc:docMk/>
            <pc:sldMk cId="0" sldId="260"/>
            <ac:picMk id="5" creationId="{9BCEA585-EB15-1BCE-8ECA-1721A7A0B053}"/>
          </ac:picMkLst>
        </pc:picChg>
        <pc:picChg chg="add mod">
          <ac:chgData name="Agamya R Jain" userId="5379bb5ac236f65f" providerId="Windows Live" clId="Web-{00000000-0000-0000-0000-000000000000}" dt="2026-08-21T14:06:14.463" v="384" actId="14100"/>
          <ac:picMkLst>
            <pc:docMk/>
            <pc:sldMk cId="0" sldId="260"/>
            <ac:picMk id="6" creationId="{37C47934-A90B-C396-6757-451F8760FFBF}"/>
          </ac:picMkLst>
        </pc:picChg>
        <pc:picChg chg="add mod">
          <ac:chgData name="Agamya R Jain" userId="5379bb5ac236f65f" providerId="Windows Live" clId="Web-{00000000-0000-0000-0000-000000000000}" dt="2026-08-21T14:06:14.588" v="385" actId="14100"/>
          <ac:picMkLst>
            <pc:docMk/>
            <pc:sldMk cId="0" sldId="260"/>
            <ac:picMk id="7" creationId="{8C9A176D-1347-CE70-C384-59DC1B0D698E}"/>
          </ac:picMkLst>
        </pc:picChg>
        <pc:picChg chg="mod">
          <ac:chgData name="Agamya R Jain" userId="5379bb5ac236f65f" providerId="Windows Live" clId="Web-{00000000-0000-0000-0000-000000000000}" dt="2026-08-21T14:06:55.605" v="399"/>
          <ac:picMkLst>
            <pc:docMk/>
            <pc:sldMk cId="0" sldId="260"/>
            <ac:picMk id="14" creationId="{80C9F2EF-90D0-E99D-E747-574B38E0105F}"/>
          </ac:picMkLst>
        </pc:picChg>
        <pc:picChg chg="mod">
          <ac:chgData name="Agamya R Jain" userId="5379bb5ac236f65f" providerId="Windows Live" clId="Web-{00000000-0000-0000-0000-000000000000}" dt="2026-08-21T14:05:56.290" v="377" actId="1076"/>
          <ac:picMkLst>
            <pc:docMk/>
            <pc:sldMk cId="0" sldId="260"/>
            <ac:picMk id="16" creationId="{6A68C4F3-7783-7D91-B890-E24A8A0BF76E}"/>
          </ac:picMkLst>
        </pc:picChg>
        <pc:picChg chg="mod">
          <ac:chgData name="Agamya R Jain" userId="5379bb5ac236f65f" providerId="Windows Live" clId="Web-{00000000-0000-0000-0000-000000000000}" dt="2026-08-21T14:05:56.415" v="378" actId="1076"/>
          <ac:picMkLst>
            <pc:docMk/>
            <pc:sldMk cId="0" sldId="260"/>
            <ac:picMk id="17" creationId="{BCF6A41C-0EEA-C07F-D7FA-529172930E54}"/>
          </ac:picMkLst>
        </pc:picChg>
        <pc:picChg chg="mod">
          <ac:chgData name="Agamya R Jain" userId="5379bb5ac236f65f" providerId="Windows Live" clId="Web-{00000000-0000-0000-0000-000000000000}" dt="2026-08-21T14:05:56.556" v="379" actId="1076"/>
          <ac:picMkLst>
            <pc:docMk/>
            <pc:sldMk cId="0" sldId="260"/>
            <ac:picMk id="18" creationId="{38A7C374-1D99-DBBA-60D8-937FE1489436}"/>
          </ac:picMkLst>
        </pc:picChg>
      </pc:sldChg>
      <pc:sldChg chg="addSp delSp modSp">
        <pc:chgData name="Agamya R Jain" userId="5379bb5ac236f65f" providerId="Windows Live" clId="Web-{00000000-0000-0000-0000-000000000000}" dt="2026-08-27T09:30:06.771" v="2508" actId="20577"/>
        <pc:sldMkLst>
          <pc:docMk/>
          <pc:sldMk cId="0" sldId="261"/>
        </pc:sldMkLst>
        <pc:spChg chg="add">
          <ac:chgData name="Agamya R Jain" userId="5379bb5ac236f65f" providerId="Windows Live" clId="Web-{00000000-0000-0000-0000-000000000000}" dt="2026-08-25T10:46:03.851" v="2300"/>
          <ac:spMkLst>
            <pc:docMk/>
            <pc:sldMk cId="0" sldId="261"/>
            <ac:spMk id="5" creationId="{11EBBABD-1B3E-EF5F-A2F7-F65D6F741C51}"/>
          </ac:spMkLst>
        </pc:spChg>
        <pc:spChg chg="mod">
          <ac:chgData name="Agamya R Jain" userId="5379bb5ac236f65f" providerId="Windows Live" clId="Web-{00000000-0000-0000-0000-000000000000}" dt="2026-08-25T10:02:24.825" v="2182" actId="1076"/>
          <ac:spMkLst>
            <pc:docMk/>
            <pc:sldMk cId="0" sldId="261"/>
            <ac:spMk id="6" creationId="{A851CC36-43A5-8DEF-CB97-7E1C355169B3}"/>
          </ac:spMkLst>
        </pc:spChg>
        <pc:spChg chg="mod">
          <ac:chgData name="Agamya R Jain" userId="5379bb5ac236f65f" providerId="Windows Live" clId="Web-{00000000-0000-0000-0000-000000000000}" dt="2026-08-25T10:04:48.266" v="2218" actId="20577"/>
          <ac:spMkLst>
            <pc:docMk/>
            <pc:sldMk cId="0" sldId="261"/>
            <ac:spMk id="252" creationId="{00000000-0000-0000-0000-000000000000}"/>
          </ac:spMkLst>
        </pc:spChg>
        <pc:spChg chg="mod">
          <ac:chgData name="Agamya R Jain" userId="5379bb5ac236f65f" providerId="Windows Live" clId="Web-{00000000-0000-0000-0000-000000000000}" dt="2026-08-27T09:30:06.771" v="2508" actId="20577"/>
          <ac:spMkLst>
            <pc:docMk/>
            <pc:sldMk cId="0" sldId="261"/>
            <ac:spMk id="253" creationId="{00000000-0000-0000-0000-000000000000}"/>
          </ac:spMkLst>
        </pc:spChg>
        <pc:spChg chg="mod">
          <ac:chgData name="Agamya R Jain" userId="5379bb5ac236f65f" providerId="Windows Live" clId="Web-{00000000-0000-0000-0000-000000000000}" dt="2026-08-25T08:02:45.489" v="1251" actId="20577"/>
          <ac:spMkLst>
            <pc:docMk/>
            <pc:sldMk cId="0" sldId="261"/>
            <ac:spMk id="263" creationId="{00000000-0000-0000-0000-000000000000}"/>
          </ac:spMkLst>
        </pc:spChg>
        <pc:graphicFrameChg chg="add mod">
          <ac:chgData name="Agamya R Jain" userId="5379bb5ac236f65f" providerId="Windows Live" clId="Web-{00000000-0000-0000-0000-000000000000}" dt="2026-08-25T08:06:48.590" v="1273" actId="14100"/>
          <ac:graphicFrameMkLst>
            <pc:docMk/>
            <pc:sldMk cId="0" sldId="261"/>
            <ac:graphicFrameMk id="2" creationId="{0B9FFC37-8DE4-4EF0-AD6F-3456A5999F21}"/>
          </ac:graphicFrameMkLst>
        </pc:graphicFrameChg>
        <pc:graphicFrameChg chg="add del mod">
          <ac:chgData name="Agamya R Jain" userId="5379bb5ac236f65f" providerId="Windows Live" clId="Web-{00000000-0000-0000-0000-000000000000}" dt="2026-08-25T08:02:09.128" v="1244" actId="1076"/>
          <ac:graphicFrameMkLst>
            <pc:docMk/>
            <pc:sldMk cId="0" sldId="261"/>
            <ac:graphicFrameMk id="3" creationId="{D1A2F2A7-DDCE-EDE4-EEA9-C77A24CFEFEB}"/>
          </ac:graphicFrameMkLst>
        </pc:graphicFrameChg>
        <pc:graphicFrameChg chg="add mod modGraphic">
          <ac:chgData name="Agamya R Jain" userId="5379bb5ac236f65f" providerId="Windows Live" clId="Web-{00000000-0000-0000-0000-000000000000}" dt="2026-08-25T08:04:29.961" v="1259" actId="1076"/>
          <ac:graphicFrameMkLst>
            <pc:docMk/>
            <pc:sldMk cId="0" sldId="261"/>
            <ac:graphicFrameMk id="18" creationId="{D41DA1E3-838E-CD19-812B-C4491C5D18C7}"/>
          </ac:graphicFrameMkLst>
        </pc:graphicFrameChg>
        <pc:graphicFrameChg chg="add mod modGraphic">
          <ac:chgData name="Agamya R Jain" userId="5379bb5ac236f65f" providerId="Windows Live" clId="Web-{00000000-0000-0000-0000-000000000000}" dt="2026-08-25T08:04:37.570" v="1260" actId="1076"/>
          <ac:graphicFrameMkLst>
            <pc:docMk/>
            <pc:sldMk cId="0" sldId="261"/>
            <ac:graphicFrameMk id="20" creationId="{B2BFA683-103A-D3F3-78F7-937873F5AD82}"/>
          </ac:graphicFrameMkLst>
        </pc:graphicFrameChg>
        <pc:graphicFrameChg chg="add mod modGraphic">
          <ac:chgData name="Agamya R Jain" userId="5379bb5ac236f65f" providerId="Windows Live" clId="Web-{00000000-0000-0000-0000-000000000000}" dt="2026-08-25T08:05:16.462" v="1265" actId="1076"/>
          <ac:graphicFrameMkLst>
            <pc:docMk/>
            <pc:sldMk cId="0" sldId="261"/>
            <ac:graphicFrameMk id="21" creationId="{7E503A0B-5702-2A28-FB5F-A721617266ED}"/>
          </ac:graphicFrameMkLst>
        </pc:graphicFrameChg>
        <pc:graphicFrameChg chg="mod modGraphic">
          <ac:chgData name="Agamya R Jain" userId="5379bb5ac236f65f" providerId="Windows Live" clId="Web-{00000000-0000-0000-0000-000000000000}" dt="2026-08-25T08:01:04.563" v="1213"/>
          <ac:graphicFrameMkLst>
            <pc:docMk/>
            <pc:sldMk cId="0" sldId="261"/>
            <ac:graphicFrameMk id="2397" creationId="{42A47C4A-479A-3E6A-6ABA-37FEBCBFE358}"/>
          </ac:graphicFrameMkLst>
        </pc:graphicFrameChg>
        <pc:graphicFrameChg chg="mod modGraphic">
          <ac:chgData name="Agamya R Jain" userId="5379bb5ac236f65f" providerId="Windows Live" clId="Web-{00000000-0000-0000-0000-000000000000}" dt="2026-08-25T07:55:21.035" v="1183" actId="1076"/>
          <ac:graphicFrameMkLst>
            <pc:docMk/>
            <pc:sldMk cId="0" sldId="261"/>
            <ac:graphicFrameMk id="2420" creationId="{FDEACF91-F669-2725-09AA-754AAEBC775C}"/>
          </ac:graphicFrameMkLst>
        </pc:graphicFrameChg>
      </pc:sldChg>
      <pc:sldChg chg="addSp delSp modSp mod setBg">
        <pc:chgData name="Agamya R Jain" userId="5379bb5ac236f65f" providerId="Windows Live" clId="Web-{00000000-0000-0000-0000-000000000000}" dt="2026-08-25T10:46:12.570" v="2304"/>
        <pc:sldMkLst>
          <pc:docMk/>
          <pc:sldMk cId="0" sldId="262"/>
        </pc:sldMkLst>
        <pc:spChg chg="add mod">
          <ac:chgData name="Agamya R Jain" userId="5379bb5ac236f65f" providerId="Windows Live" clId="Web-{00000000-0000-0000-0000-000000000000}" dt="2026-08-25T10:01:23.230" v="2172"/>
          <ac:spMkLst>
            <pc:docMk/>
            <pc:sldMk cId="0" sldId="262"/>
            <ac:spMk id="7" creationId="{A3DA6EB0-9DC4-A96E-8CCE-7538544F97EC}"/>
          </ac:spMkLst>
        </pc:spChg>
        <pc:spChg chg="add">
          <ac:chgData name="Agamya R Jain" userId="5379bb5ac236f65f" providerId="Windows Live" clId="Web-{00000000-0000-0000-0000-000000000000}" dt="2026-08-25T10:46:12.570" v="2304"/>
          <ac:spMkLst>
            <pc:docMk/>
            <pc:sldMk cId="0" sldId="262"/>
            <ac:spMk id="9" creationId="{E522DF87-B42F-4852-157B-B9FC6AD751A0}"/>
          </ac:spMkLst>
        </pc:spChg>
        <pc:spChg chg="mod">
          <ac:chgData name="Agamya R Jain" userId="5379bb5ac236f65f" providerId="Windows Live" clId="Web-{00000000-0000-0000-0000-000000000000}" dt="2026-08-25T10:04:55.954" v="2220" actId="20577"/>
          <ac:spMkLst>
            <pc:docMk/>
            <pc:sldMk cId="0" sldId="262"/>
            <ac:spMk id="276" creationId="{00000000-0000-0000-0000-000000000000}"/>
          </ac:spMkLst>
        </pc:spChg>
        <pc:spChg chg="mod">
          <ac:chgData name="Agamya R Jain" userId="5379bb5ac236f65f" providerId="Windows Live" clId="Web-{00000000-0000-0000-0000-000000000000}" dt="2026-08-23T09:33:08.276" v="744" actId="14100"/>
          <ac:spMkLst>
            <pc:docMk/>
            <pc:sldMk cId="0" sldId="262"/>
            <ac:spMk id="284" creationId="{00000000-0000-0000-0000-000000000000}"/>
          </ac:spMkLst>
        </pc:spChg>
        <pc:graphicFrameChg chg="add mod">
          <ac:chgData name="Agamya R Jain" userId="5379bb5ac236f65f" providerId="Windows Live" clId="Web-{00000000-0000-0000-0000-000000000000}" dt="2026-08-25T09:30:32.055" v="1921" actId="14100"/>
          <ac:graphicFrameMkLst>
            <pc:docMk/>
            <pc:sldMk cId="0" sldId="262"/>
            <ac:graphicFrameMk id="4" creationId="{2177DCE7-679B-4787-B486-07FE79DE9A5B}"/>
          </ac:graphicFrameMkLst>
        </pc:graphicFrameChg>
        <pc:graphicFrameChg chg="add mod modGraphic">
          <ac:chgData name="Agamya R Jain" userId="5379bb5ac236f65f" providerId="Windows Live" clId="Web-{00000000-0000-0000-0000-000000000000}" dt="2026-08-24T08:53:20.876" v="979"/>
          <ac:graphicFrameMkLst>
            <pc:docMk/>
            <pc:sldMk cId="0" sldId="262"/>
            <ac:graphicFrameMk id="14" creationId="{361997E1-37DB-3F3C-7984-DDBC3ED69A87}"/>
          </ac:graphicFrameMkLst>
        </pc:graphicFrameChg>
      </pc:sldChg>
      <pc:sldChg chg="addSp delSp modSp">
        <pc:chgData name="Agamya R Jain" userId="5379bb5ac236f65f" providerId="Windows Live" clId="Web-{00000000-0000-0000-0000-000000000000}" dt="2026-08-27T08:40:35.547" v="2326"/>
        <pc:sldMkLst>
          <pc:docMk/>
          <pc:sldMk cId="0" sldId="263"/>
        </pc:sldMkLst>
        <pc:spChg chg="mod">
          <ac:chgData name="Agamya R Jain" userId="5379bb5ac236f65f" providerId="Windows Live" clId="Web-{00000000-0000-0000-0000-000000000000}" dt="2026-08-27T08:38:30.605" v="2320" actId="14100"/>
          <ac:spMkLst>
            <pc:docMk/>
            <pc:sldMk cId="0" sldId="263"/>
            <ac:spMk id="2" creationId="{1A839204-00CF-4E03-7615-C77F16828A8B}"/>
          </ac:spMkLst>
        </pc:spChg>
        <pc:spChg chg="mod">
          <ac:chgData name="Agamya R Jain" userId="5379bb5ac236f65f" providerId="Windows Live" clId="Web-{00000000-0000-0000-0000-000000000000}" dt="2026-08-24T15:23:50.919" v="1158" actId="14100"/>
          <ac:spMkLst>
            <pc:docMk/>
            <pc:sldMk cId="0" sldId="263"/>
            <ac:spMk id="3" creationId="{4F7C3FB8-CD47-5570-547A-724B9FBE69A3}"/>
          </ac:spMkLst>
        </pc:spChg>
        <pc:spChg chg="mod">
          <ac:chgData name="Agamya R Jain" userId="5379bb5ac236f65f" providerId="Windows Live" clId="Web-{00000000-0000-0000-0000-000000000000}" dt="2026-08-24T15:24:18.139" v="1168" actId="1076"/>
          <ac:spMkLst>
            <pc:docMk/>
            <pc:sldMk cId="0" sldId="263"/>
            <ac:spMk id="4" creationId="{BBB663D2-CB5A-5DA0-F32B-1EDCC933E482}"/>
          </ac:spMkLst>
        </pc:spChg>
        <pc:spChg chg="mod">
          <ac:chgData name="Agamya R Jain" userId="5379bb5ac236f65f" providerId="Windows Live" clId="Web-{00000000-0000-0000-0000-000000000000}" dt="2026-08-24T15:24:01.185" v="1162" actId="1076"/>
          <ac:spMkLst>
            <pc:docMk/>
            <pc:sldMk cId="0" sldId="263"/>
            <ac:spMk id="5" creationId="{C1C49B89-F6D4-D11D-6901-2D9CF64C62F2}"/>
          </ac:spMkLst>
        </pc:spChg>
        <pc:spChg chg="mod">
          <ac:chgData name="Agamya R Jain" userId="5379bb5ac236f65f" providerId="Windows Live" clId="Web-{00000000-0000-0000-0000-000000000000}" dt="2026-08-27T08:38:20.620" v="2318" actId="14100"/>
          <ac:spMkLst>
            <pc:docMk/>
            <pc:sldMk cId="0" sldId="263"/>
            <ac:spMk id="6" creationId="{63BD5C48-7491-3DD8-F6E3-3DDDEDDF3C5B}"/>
          </ac:spMkLst>
        </pc:spChg>
        <pc:spChg chg="mod">
          <ac:chgData name="Agamya R Jain" userId="5379bb5ac236f65f" providerId="Windows Live" clId="Web-{00000000-0000-0000-0000-000000000000}" dt="2026-08-27T08:39:45.498" v="2324" actId="1076"/>
          <ac:spMkLst>
            <pc:docMk/>
            <pc:sldMk cId="0" sldId="263"/>
            <ac:spMk id="7" creationId="{05F25693-9128-CDE1-946F-929D637AF323}"/>
          </ac:spMkLst>
        </pc:spChg>
        <pc:spChg chg="add">
          <ac:chgData name="Agamya R Jain" userId="5379bb5ac236f65f" providerId="Windows Live" clId="Web-{00000000-0000-0000-0000-000000000000}" dt="2026-08-25T10:46:22.898" v="2306"/>
          <ac:spMkLst>
            <pc:docMk/>
            <pc:sldMk cId="0" sldId="263"/>
            <ac:spMk id="12" creationId="{4B033267-2854-608F-85D1-D7A5301FE39E}"/>
          </ac:spMkLst>
        </pc:spChg>
        <pc:spChg chg="mod">
          <ac:chgData name="Agamya R Jain" userId="5379bb5ac236f65f" providerId="Windows Live" clId="Web-{00000000-0000-0000-0000-000000000000}" dt="2026-08-25T10:04:57.516" v="2222" actId="20577"/>
          <ac:spMkLst>
            <pc:docMk/>
            <pc:sldMk cId="0" sldId="263"/>
            <ac:spMk id="296" creationId="{00000000-0000-0000-0000-000000000000}"/>
          </ac:spMkLst>
        </pc:spChg>
        <pc:spChg chg="mod">
          <ac:chgData name="Agamya R Jain" userId="5379bb5ac236f65f" providerId="Windows Live" clId="Web-{00000000-0000-0000-0000-000000000000}" dt="2026-08-24T15:23:39.512" v="1154" actId="1076"/>
          <ac:spMkLst>
            <pc:docMk/>
            <pc:sldMk cId="0" sldId="263"/>
            <ac:spMk id="343" creationId="{00000000-0000-0000-0000-000000000000}"/>
          </ac:spMkLst>
        </pc:spChg>
        <pc:graphicFrameChg chg="add mod modGraphic">
          <ac:chgData name="Agamya R Jain" userId="5379bb5ac236f65f" providerId="Windows Live" clId="Web-{00000000-0000-0000-0000-000000000000}" dt="2026-08-27T08:40:35.547" v="2326"/>
          <ac:graphicFrameMkLst>
            <pc:docMk/>
            <pc:sldMk cId="0" sldId="263"/>
            <ac:graphicFrameMk id="10" creationId="{A6F8BB8B-51CB-78F3-109D-6BC2C10A7126}"/>
          </ac:graphicFrameMkLst>
        </pc:graphicFrameChg>
        <pc:picChg chg="mod">
          <ac:chgData name="Agamya R Jain" userId="5379bb5ac236f65f" providerId="Windows Live" clId="Web-{00000000-0000-0000-0000-000000000000}" dt="2026-08-27T08:38:20.292" v="2316" actId="14100"/>
          <ac:picMkLst>
            <pc:docMk/>
            <pc:sldMk cId="0" sldId="263"/>
            <ac:picMk id="9" creationId="{C963E7D4-8B82-4BD0-83CB-D6468BA9F5B8}"/>
          </ac:picMkLst>
        </pc:picChg>
        <pc:picChg chg="mod">
          <ac:chgData name="Agamya R Jain" userId="5379bb5ac236f65f" providerId="Windows Live" clId="Web-{00000000-0000-0000-0000-000000000000}" dt="2026-08-27T08:38:19.979" v="2314" actId="14100"/>
          <ac:picMkLst>
            <pc:docMk/>
            <pc:sldMk cId="0" sldId="263"/>
            <ac:picMk id="11" creationId="{F2E44443-0B97-7942-DA3E-46F5691AC412}"/>
          </ac:picMkLst>
        </pc:picChg>
        <pc:picChg chg="mod">
          <ac:chgData name="Agamya R Jain" userId="5379bb5ac236f65f" providerId="Windows Live" clId="Web-{00000000-0000-0000-0000-000000000000}" dt="2026-08-27T08:39:45.357" v="2323" actId="1076"/>
          <ac:picMkLst>
            <pc:docMk/>
            <pc:sldMk cId="0" sldId="263"/>
            <ac:picMk id="13" creationId="{183E508B-B213-BE56-AC97-5267D3873CD9}"/>
          </ac:picMkLst>
        </pc:picChg>
        <pc:picChg chg="mod">
          <ac:chgData name="Agamya R Jain" userId="5379bb5ac236f65f" providerId="Windows Live" clId="Web-{00000000-0000-0000-0000-000000000000}" dt="2026-08-24T15:23:50.482" v="1155" actId="14100"/>
          <ac:picMkLst>
            <pc:docMk/>
            <pc:sldMk cId="0" sldId="263"/>
            <ac:picMk id="23" creationId="{EA833385-F0F0-3433-F252-18B0C1B05E37}"/>
          </ac:picMkLst>
        </pc:picChg>
        <pc:picChg chg="mod">
          <ac:chgData name="Agamya R Jain" userId="5379bb5ac236f65f" providerId="Windows Live" clId="Web-{00000000-0000-0000-0000-000000000000}" dt="2026-08-24T15:24:17.998" v="1167" actId="1076"/>
          <ac:picMkLst>
            <pc:docMk/>
            <pc:sldMk cId="0" sldId="263"/>
            <ac:picMk id="25" creationId="{4AAB4726-05FE-8023-5A9D-5C4D271BEFCB}"/>
          </ac:picMkLst>
        </pc:picChg>
        <pc:picChg chg="mod">
          <ac:chgData name="Agamya R Jain" userId="5379bb5ac236f65f" providerId="Windows Live" clId="Web-{00000000-0000-0000-0000-000000000000}" dt="2026-08-24T15:24:01.060" v="1161" actId="1076"/>
          <ac:picMkLst>
            <pc:docMk/>
            <pc:sldMk cId="0" sldId="263"/>
            <ac:picMk id="27" creationId="{24DD38C7-1146-5DE0-4E77-981AE897C37C}"/>
          </ac:picMkLst>
        </pc:picChg>
      </pc:sldChg>
      <pc:sldChg chg="addSp delSp modSp">
        <pc:chgData name="Agamya R Jain" userId="5379bb5ac236f65f" providerId="Windows Live" clId="Web-{00000000-0000-0000-0000-000000000000}" dt="2026-08-27T09:25:14.541" v="2504" actId="20577"/>
        <pc:sldMkLst>
          <pc:docMk/>
          <pc:sldMk cId="0" sldId="264"/>
        </pc:sldMkLst>
        <pc:spChg chg="add">
          <ac:chgData name="Agamya R Jain" userId="5379bb5ac236f65f" providerId="Windows Live" clId="Web-{00000000-0000-0000-0000-000000000000}" dt="2026-08-25T10:46:35.039" v="2310"/>
          <ac:spMkLst>
            <pc:docMk/>
            <pc:sldMk cId="0" sldId="264"/>
            <ac:spMk id="3" creationId="{9E0D0824-CE44-8164-5391-0A3D176F439B}"/>
          </ac:spMkLst>
        </pc:spChg>
        <pc:spChg chg="add mod">
          <ac:chgData name="Agamya R Jain" userId="5379bb5ac236f65f" providerId="Windows Live" clId="Web-{00000000-0000-0000-0000-000000000000}" dt="2026-08-27T09:25:14.541" v="2504" actId="20577"/>
          <ac:spMkLst>
            <pc:docMk/>
            <pc:sldMk cId="0" sldId="264"/>
            <ac:spMk id="7" creationId="{5E84A015-CE04-E546-15D3-5FFAE9AA8F31}"/>
          </ac:spMkLst>
        </pc:spChg>
        <pc:spChg chg="add mod">
          <ac:chgData name="Agamya R Jain" userId="5379bb5ac236f65f" providerId="Windows Live" clId="Web-{00000000-0000-0000-0000-000000000000}" dt="2026-08-25T10:00:08.588" v="2137" actId="1076"/>
          <ac:spMkLst>
            <pc:docMk/>
            <pc:sldMk cId="0" sldId="264"/>
            <ac:spMk id="16" creationId="{23B89DF1-BB0D-D556-038A-63D1672E5FCC}"/>
          </ac:spMkLst>
        </pc:spChg>
        <pc:spChg chg="add mod">
          <ac:chgData name="Agamya R Jain" userId="5379bb5ac236f65f" providerId="Windows Live" clId="Web-{00000000-0000-0000-0000-000000000000}" dt="2026-08-25T10:00:08.760" v="2138" actId="1076"/>
          <ac:spMkLst>
            <pc:docMk/>
            <pc:sldMk cId="0" sldId="264"/>
            <ac:spMk id="18" creationId="{2B49B4A7-313E-9766-3235-9329E77440FC}"/>
          </ac:spMkLst>
        </pc:spChg>
        <pc:spChg chg="add mod">
          <ac:chgData name="Agamya R Jain" userId="5379bb5ac236f65f" providerId="Windows Live" clId="Web-{00000000-0000-0000-0000-000000000000}" dt="2026-08-25T10:00:08.916" v="2139" actId="1076"/>
          <ac:spMkLst>
            <pc:docMk/>
            <pc:sldMk cId="0" sldId="264"/>
            <ac:spMk id="20" creationId="{87A07F21-8B2C-7026-9136-A31501873D9E}"/>
          </ac:spMkLst>
        </pc:spChg>
        <pc:spChg chg="add mod">
          <ac:chgData name="Agamya R Jain" userId="5379bb5ac236f65f" providerId="Windows Live" clId="Web-{00000000-0000-0000-0000-000000000000}" dt="2026-08-25T10:00:09.088" v="2140" actId="1076"/>
          <ac:spMkLst>
            <pc:docMk/>
            <pc:sldMk cId="0" sldId="264"/>
            <ac:spMk id="22" creationId="{7FD9C513-A529-DA3F-8AEC-C00DB6E86AE9}"/>
          </ac:spMkLst>
        </pc:spChg>
        <pc:spChg chg="add mod">
          <ac:chgData name="Agamya R Jain" userId="5379bb5ac236f65f" providerId="Windows Live" clId="Web-{00000000-0000-0000-0000-000000000000}" dt="2026-08-25T10:00:09.244" v="2141" actId="1076"/>
          <ac:spMkLst>
            <pc:docMk/>
            <pc:sldMk cId="0" sldId="264"/>
            <ac:spMk id="24" creationId="{E01FE65B-7080-B794-9BEA-A186CE47F43B}"/>
          </ac:spMkLst>
        </pc:spChg>
        <pc:spChg chg="add mod">
          <ac:chgData name="Agamya R Jain" userId="5379bb5ac236f65f" providerId="Windows Live" clId="Web-{00000000-0000-0000-0000-000000000000}" dt="2026-08-25T10:04:08.531" v="2206" actId="20577"/>
          <ac:spMkLst>
            <pc:docMk/>
            <pc:sldMk cId="0" sldId="264"/>
            <ac:spMk id="25" creationId="{0B4D6A80-0E94-59D3-37C8-2BB291989092}"/>
          </ac:spMkLst>
        </pc:spChg>
        <pc:spChg chg="add mod">
          <ac:chgData name="Agamya R Jain" userId="5379bb5ac236f65f" providerId="Windows Live" clId="Web-{00000000-0000-0000-0000-000000000000}" dt="2026-08-25T10:00:09.401" v="2142" actId="1076"/>
          <ac:spMkLst>
            <pc:docMk/>
            <pc:sldMk cId="0" sldId="264"/>
            <ac:spMk id="26" creationId="{AB0D7C9E-8BB5-4E8D-8346-C87AF12907AB}"/>
          </ac:spMkLst>
        </pc:spChg>
        <pc:spChg chg="mod">
          <ac:chgData name="Agamya R Jain" userId="5379bb5ac236f65f" providerId="Windows Live" clId="Web-{00000000-0000-0000-0000-000000000000}" dt="2026-08-25T10:04:58.829" v="2224" actId="20577"/>
          <ac:spMkLst>
            <pc:docMk/>
            <pc:sldMk cId="0" sldId="264"/>
            <ac:spMk id="360" creationId="{00000000-0000-0000-0000-000000000000}"/>
          </ac:spMkLst>
        </pc:spChg>
        <pc:spChg chg="mod">
          <ac:chgData name="Agamya R Jain" userId="5379bb5ac236f65f" providerId="Windows Live" clId="Web-{00000000-0000-0000-0000-000000000000}" dt="2026-08-25T10:00:07.776" v="2132" actId="1076"/>
          <ac:spMkLst>
            <pc:docMk/>
            <pc:sldMk cId="0" sldId="264"/>
            <ac:spMk id="376" creationId="{00000000-0000-0000-0000-000000000000}"/>
          </ac:spMkLst>
        </pc:spChg>
        <pc:graphicFrameChg chg="add mod modGraphic">
          <ac:chgData name="Agamya R Jain" userId="5379bb5ac236f65f" providerId="Windows Live" clId="Web-{00000000-0000-0000-0000-000000000000}" dt="2026-08-25T10:00:07.963" v="2133" actId="1076"/>
          <ac:graphicFrameMkLst>
            <pc:docMk/>
            <pc:sldMk cId="0" sldId="264"/>
            <ac:graphicFrameMk id="4" creationId="{B691D39A-20F3-89FD-9D98-61653D9F0950}"/>
          </ac:graphicFrameMkLst>
        </pc:graphicFrameChg>
        <pc:graphicFrameChg chg="add mod">
          <ac:chgData name="Agamya R Jain" userId="5379bb5ac236f65f" providerId="Windows Live" clId="Web-{00000000-0000-0000-0000-000000000000}" dt="2026-08-25T10:00:09.947" v="2145" actId="1076"/>
          <ac:graphicFrameMkLst>
            <pc:docMk/>
            <pc:sldMk cId="0" sldId="264"/>
            <ac:graphicFrameMk id="21" creationId="{5609DB85-0D8C-F0DC-28F1-AA80A23C303C}"/>
          </ac:graphicFrameMkLst>
        </pc:graphicFrameChg>
        <pc:picChg chg="add mod modCrop">
          <ac:chgData name="Agamya R Jain" userId="5379bb5ac236f65f" providerId="Windows Live" clId="Web-{00000000-0000-0000-0000-000000000000}" dt="2026-08-25T10:00:08.104" v="2134" actId="1076"/>
          <ac:picMkLst>
            <pc:docMk/>
            <pc:sldMk cId="0" sldId="264"/>
            <ac:picMk id="10" creationId="{614AD677-8D9F-4019-0708-F0AB44F38A80}"/>
          </ac:picMkLst>
        </pc:picChg>
        <pc:picChg chg="add mod modCrop">
          <ac:chgData name="Agamya R Jain" userId="5379bb5ac236f65f" providerId="Windows Live" clId="Web-{00000000-0000-0000-0000-000000000000}" dt="2026-08-25T10:00:08.244" v="2135" actId="1076"/>
          <ac:picMkLst>
            <pc:docMk/>
            <pc:sldMk cId="0" sldId="264"/>
            <ac:picMk id="12" creationId="{C7B71757-F225-40D7-7E26-1E3C01EA3E43}"/>
          </ac:picMkLst>
        </pc:picChg>
        <pc:picChg chg="add mod">
          <ac:chgData name="Agamya R Jain" userId="5379bb5ac236f65f" providerId="Windows Live" clId="Web-{00000000-0000-0000-0000-000000000000}" dt="2026-08-25T10:00:09.729" v="2144" actId="1076"/>
          <ac:picMkLst>
            <pc:docMk/>
            <pc:sldMk cId="0" sldId="264"/>
            <ac:picMk id="13" creationId="{8498E01C-776F-8E0B-35F0-EE54230BC29B}"/>
          </ac:picMkLst>
        </pc:picChg>
        <pc:picChg chg="add mod modCrop">
          <ac:chgData name="Agamya R Jain" userId="5379bb5ac236f65f" providerId="Windows Live" clId="Web-{00000000-0000-0000-0000-000000000000}" dt="2026-08-25T10:00:08.416" v="2136" actId="1076"/>
          <ac:picMkLst>
            <pc:docMk/>
            <pc:sldMk cId="0" sldId="264"/>
            <ac:picMk id="14" creationId="{CDE98B67-8168-1E92-3C3B-89F578C61BD3}"/>
          </ac:picMkLst>
        </pc:picChg>
      </pc:sldChg>
      <pc:sldChg chg="addSp delSp modSp mod setBg">
        <pc:chgData name="Agamya R Jain" userId="5379bb5ac236f65f" providerId="Windows Live" clId="Web-{00000000-0000-0000-0000-000000000000}" dt="2026-08-27T09:23:25.365" v="2500" actId="20577"/>
        <pc:sldMkLst>
          <pc:docMk/>
          <pc:sldMk cId="0" sldId="266"/>
        </pc:sldMkLst>
        <pc:spChg chg="add">
          <ac:chgData name="Agamya R Jain" userId="5379bb5ac236f65f" providerId="Windows Live" clId="Web-{00000000-0000-0000-0000-000000000000}" dt="2026-08-25T10:46:45.383" v="2312"/>
          <ac:spMkLst>
            <pc:docMk/>
            <pc:sldMk cId="0" sldId="266"/>
            <ac:spMk id="3" creationId="{080B8596-AE59-FFD1-BABA-99F3EAD110A5}"/>
          </ac:spMkLst>
        </pc:spChg>
        <pc:spChg chg="mod">
          <ac:chgData name="Agamya R Jain" userId="5379bb5ac236f65f" providerId="Windows Live" clId="Web-{00000000-0000-0000-0000-000000000000}" dt="2026-08-25T10:05:41.830" v="2227" actId="1076"/>
          <ac:spMkLst>
            <pc:docMk/>
            <pc:sldMk cId="0" sldId="266"/>
            <ac:spMk id="418" creationId="{00000000-0000-0000-0000-000000000000}"/>
          </ac:spMkLst>
        </pc:spChg>
        <pc:spChg chg="mod">
          <ac:chgData name="Agamya R Jain" userId="5379bb5ac236f65f" providerId="Windows Live" clId="Web-{00000000-0000-0000-0000-000000000000}" dt="2026-08-25T09:58:03.835" v="2117"/>
          <ac:spMkLst>
            <pc:docMk/>
            <pc:sldMk cId="0" sldId="266"/>
            <ac:spMk id="419" creationId="{00000000-0000-0000-0000-000000000000}"/>
          </ac:spMkLst>
        </pc:spChg>
        <pc:spChg chg="mod">
          <ac:chgData name="Agamya R Jain" userId="5379bb5ac236f65f" providerId="Windows Live" clId="Web-{00000000-0000-0000-0000-000000000000}" dt="2026-08-25T09:58:03.929" v="2118"/>
          <ac:spMkLst>
            <pc:docMk/>
            <pc:sldMk cId="0" sldId="266"/>
            <ac:spMk id="420" creationId="{00000000-0000-0000-0000-000000000000}"/>
          </ac:spMkLst>
        </pc:spChg>
        <pc:spChg chg="mod">
          <ac:chgData name="Agamya R Jain" userId="5379bb5ac236f65f" providerId="Windows Live" clId="Web-{00000000-0000-0000-0000-000000000000}" dt="2026-08-27T09:22:45.223" v="2494" actId="20577"/>
          <ac:spMkLst>
            <pc:docMk/>
            <pc:sldMk cId="0" sldId="266"/>
            <ac:spMk id="422" creationId="{00000000-0000-0000-0000-000000000000}"/>
          </ac:spMkLst>
        </pc:spChg>
        <pc:spChg chg="mod">
          <ac:chgData name="Agamya R Jain" userId="5379bb5ac236f65f" providerId="Windows Live" clId="Web-{00000000-0000-0000-0000-000000000000}" dt="2026-08-27T09:23:25.365" v="2500" actId="20577"/>
          <ac:spMkLst>
            <pc:docMk/>
            <pc:sldMk cId="0" sldId="266"/>
            <ac:spMk id="427" creationId="{00000000-0000-0000-0000-000000000000}"/>
          </ac:spMkLst>
        </pc:spChg>
        <pc:picChg chg="mod">
          <ac:chgData name="Agamya R Jain" userId="5379bb5ac236f65f" providerId="Windows Live" clId="Web-{00000000-0000-0000-0000-000000000000}" dt="2026-08-25T09:56:07.770" v="2063" actId="14100"/>
          <ac:picMkLst>
            <pc:docMk/>
            <pc:sldMk cId="0" sldId="266"/>
            <ac:picMk id="413" creationId="{00000000-0000-0000-0000-000000000000}"/>
          </ac:picMkLst>
        </pc:picChg>
        <pc:picChg chg="mod">
          <ac:chgData name="Agamya R Jain" userId="5379bb5ac236f65f" providerId="Windows Live" clId="Web-{00000000-0000-0000-0000-000000000000}" dt="2026-08-25T09:56:12.364" v="2064" actId="14100"/>
          <ac:picMkLst>
            <pc:docMk/>
            <pc:sldMk cId="0" sldId="266"/>
            <ac:picMk id="414" creationId="{00000000-0000-0000-0000-000000000000}"/>
          </ac:picMkLst>
        </pc:picChg>
      </pc:sldChg>
      <pc:sldChg chg="addSp delSp modSp mod setBg">
        <pc:chgData name="Agamya R Jain" userId="5379bb5ac236f65f" providerId="Windows Live" clId="Web-{00000000-0000-0000-0000-000000000000}" dt="2026-08-31T16:27:28.621" v="2528"/>
        <pc:sldMkLst>
          <pc:docMk/>
          <pc:sldMk cId="0" sldId="267"/>
        </pc:sldMkLst>
        <pc:spChg chg="add del">
          <ac:chgData name="Agamya R Jain" userId="5379bb5ac236f65f" providerId="Windows Live" clId="Web-{00000000-0000-0000-0000-000000000000}" dt="2026-08-31T16:24:31.645" v="2510"/>
          <ac:spMkLst>
            <pc:docMk/>
            <pc:sldMk cId="0" sldId="267"/>
            <ac:spMk id="3" creationId="{C5DE67CE-B2F1-7217-69AB-B9C2E2D16D8D}"/>
          </ac:spMkLst>
        </pc:spChg>
        <pc:spChg chg="add del mod">
          <ac:chgData name="Agamya R Jain" userId="5379bb5ac236f65f" providerId="Windows Live" clId="Web-{00000000-0000-0000-0000-000000000000}" dt="2026-08-31T16:24:31.645" v="2509"/>
          <ac:spMkLst>
            <pc:docMk/>
            <pc:sldMk cId="0" sldId="267"/>
            <ac:spMk id="4" creationId="{8034F31C-440C-FB75-B101-9DC06DE7483B}"/>
          </ac:spMkLst>
        </pc:spChg>
        <pc:spChg chg="add mod">
          <ac:chgData name="Agamya R Jain" userId="5379bb5ac236f65f" providerId="Windows Live" clId="Web-{00000000-0000-0000-0000-000000000000}" dt="2026-08-31T16:25:12.647" v="2527" actId="14100"/>
          <ac:spMkLst>
            <pc:docMk/>
            <pc:sldMk cId="0" sldId="267"/>
            <ac:spMk id="5" creationId="{FABA121C-ED11-AAE9-76A9-B79B30924A6B}"/>
          </ac:spMkLst>
        </pc:spChg>
        <pc:spChg chg="add mod">
          <ac:chgData name="Agamya R Jain" userId="5379bb5ac236f65f" providerId="Windows Live" clId="Web-{00000000-0000-0000-0000-000000000000}" dt="2026-08-25T10:05:08.063" v="2226" actId="20577"/>
          <ac:spMkLst>
            <pc:docMk/>
            <pc:sldMk cId="0" sldId="267"/>
            <ac:spMk id="6" creationId="{36CC9E13-D2BB-3B97-582A-BBFDE7AFEDD7}"/>
          </ac:spMkLst>
        </pc:spChg>
        <pc:spChg chg="add">
          <ac:chgData name="Agamya R Jain" userId="5379bb5ac236f65f" providerId="Windows Live" clId="Web-{00000000-0000-0000-0000-000000000000}" dt="2026-08-31T16:27:28.621" v="2528"/>
          <ac:spMkLst>
            <pc:docMk/>
            <pc:sldMk cId="0" sldId="267"/>
            <ac:spMk id="7" creationId="{80DC9835-21FA-5272-7274-12F350C7D8FB}"/>
          </ac:spMkLst>
        </pc:spChg>
        <pc:spChg chg="del mod">
          <ac:chgData name="Agamya R Jain" userId="5379bb5ac236f65f" providerId="Windows Live" clId="Web-{00000000-0000-0000-0000-000000000000}" dt="2026-08-31T16:24:31.661" v="2519"/>
          <ac:spMkLst>
            <pc:docMk/>
            <pc:sldMk cId="0" sldId="267"/>
            <ac:spMk id="456" creationId="{00000000-0000-0000-0000-000000000000}"/>
          </ac:spMkLst>
        </pc:spChg>
        <pc:spChg chg="del mod">
          <ac:chgData name="Agamya R Jain" userId="5379bb5ac236f65f" providerId="Windows Live" clId="Web-{00000000-0000-0000-0000-000000000000}" dt="2026-08-31T16:24:31.661" v="2518"/>
          <ac:spMkLst>
            <pc:docMk/>
            <pc:sldMk cId="0" sldId="267"/>
            <ac:spMk id="457" creationId="{00000000-0000-0000-0000-000000000000}"/>
          </ac:spMkLst>
        </pc:spChg>
        <pc:spChg chg="del mod">
          <ac:chgData name="Agamya R Jain" userId="5379bb5ac236f65f" providerId="Windows Live" clId="Web-{00000000-0000-0000-0000-000000000000}" dt="2026-08-31T16:24:31.661" v="2517"/>
          <ac:spMkLst>
            <pc:docMk/>
            <pc:sldMk cId="0" sldId="267"/>
            <ac:spMk id="458" creationId="{00000000-0000-0000-0000-000000000000}"/>
          </ac:spMkLst>
        </pc:spChg>
        <pc:spChg chg="del mod">
          <ac:chgData name="Agamya R Jain" userId="5379bb5ac236f65f" providerId="Windows Live" clId="Web-{00000000-0000-0000-0000-000000000000}" dt="2026-08-31T16:24:31.661" v="2516"/>
          <ac:spMkLst>
            <pc:docMk/>
            <pc:sldMk cId="0" sldId="267"/>
            <ac:spMk id="459" creationId="{00000000-0000-0000-0000-000000000000}"/>
          </ac:spMkLst>
        </pc:spChg>
        <pc:spChg chg="del mod">
          <ac:chgData name="Agamya R Jain" userId="5379bb5ac236f65f" providerId="Windows Live" clId="Web-{00000000-0000-0000-0000-000000000000}" dt="2026-08-31T16:24:31.645" v="2515"/>
          <ac:spMkLst>
            <pc:docMk/>
            <pc:sldMk cId="0" sldId="267"/>
            <ac:spMk id="460" creationId="{00000000-0000-0000-0000-000000000000}"/>
          </ac:spMkLst>
        </pc:spChg>
        <pc:spChg chg="del mod">
          <ac:chgData name="Agamya R Jain" userId="5379bb5ac236f65f" providerId="Windows Live" clId="Web-{00000000-0000-0000-0000-000000000000}" dt="2026-08-31T16:24:31.645" v="2514"/>
          <ac:spMkLst>
            <pc:docMk/>
            <pc:sldMk cId="0" sldId="267"/>
            <ac:spMk id="461" creationId="{00000000-0000-0000-0000-000000000000}"/>
          </ac:spMkLst>
        </pc:spChg>
        <pc:spChg chg="del mod">
          <ac:chgData name="Agamya R Jain" userId="5379bb5ac236f65f" providerId="Windows Live" clId="Web-{00000000-0000-0000-0000-000000000000}" dt="2026-08-31T16:24:31.645" v="2513"/>
          <ac:spMkLst>
            <pc:docMk/>
            <pc:sldMk cId="0" sldId="267"/>
            <ac:spMk id="462" creationId="{00000000-0000-0000-0000-000000000000}"/>
          </ac:spMkLst>
        </pc:spChg>
        <pc:spChg chg="del mod">
          <ac:chgData name="Agamya R Jain" userId="5379bb5ac236f65f" providerId="Windows Live" clId="Web-{00000000-0000-0000-0000-000000000000}" dt="2026-08-31T16:24:31.645" v="2512"/>
          <ac:spMkLst>
            <pc:docMk/>
            <pc:sldMk cId="0" sldId="267"/>
            <ac:spMk id="463" creationId="{00000000-0000-0000-0000-000000000000}"/>
          </ac:spMkLst>
        </pc:spChg>
        <pc:picChg chg="add del">
          <ac:chgData name="Agamya R Jain" userId="5379bb5ac236f65f" providerId="Windows Live" clId="Web-{00000000-0000-0000-0000-000000000000}" dt="2026-08-31T16:24:31.645" v="2511"/>
          <ac:picMkLst>
            <pc:docMk/>
            <pc:sldMk cId="0" sldId="267"/>
            <ac:picMk id="2" creationId="{A51BF1CC-3FCB-3A03-F162-C32CDE5A704B}"/>
          </ac:picMkLst>
        </pc:picChg>
        <pc:picChg chg="del mod">
          <ac:chgData name="Agamya R Jain" userId="5379bb5ac236f65f" providerId="Windows Live" clId="Web-{00000000-0000-0000-0000-000000000000}" dt="2026-08-31T16:24:31.661" v="2523"/>
          <ac:picMkLst>
            <pc:docMk/>
            <pc:sldMk cId="0" sldId="267"/>
            <ac:picMk id="446" creationId="{00000000-0000-0000-0000-000000000000}"/>
          </ac:picMkLst>
        </pc:picChg>
        <pc:picChg chg="del mod">
          <ac:chgData name="Agamya R Jain" userId="5379bb5ac236f65f" providerId="Windows Live" clId="Web-{00000000-0000-0000-0000-000000000000}" dt="2026-08-31T16:24:31.661" v="2522"/>
          <ac:picMkLst>
            <pc:docMk/>
            <pc:sldMk cId="0" sldId="267"/>
            <ac:picMk id="447" creationId="{00000000-0000-0000-0000-000000000000}"/>
          </ac:picMkLst>
        </pc:picChg>
        <pc:picChg chg="del mod">
          <ac:chgData name="Agamya R Jain" userId="5379bb5ac236f65f" providerId="Windows Live" clId="Web-{00000000-0000-0000-0000-000000000000}" dt="2026-08-31T16:24:31.661" v="2521"/>
          <ac:picMkLst>
            <pc:docMk/>
            <pc:sldMk cId="0" sldId="267"/>
            <ac:picMk id="448" creationId="{00000000-0000-0000-0000-000000000000}"/>
          </ac:picMkLst>
        </pc:picChg>
        <pc:picChg chg="del mod">
          <ac:chgData name="Agamya R Jain" userId="5379bb5ac236f65f" providerId="Windows Live" clId="Web-{00000000-0000-0000-0000-000000000000}" dt="2026-08-31T16:24:31.661" v="2520"/>
          <ac:picMkLst>
            <pc:docMk/>
            <pc:sldMk cId="0" sldId="267"/>
            <ac:picMk id="449" creationId="{00000000-0000-0000-0000-000000000000}"/>
          </ac:picMkLst>
        </pc:picChg>
      </pc:sldChg>
    </pc:docChg>
  </pc:docChgLst>
  <pc:docChgLst>
    <pc:chgData name="Agamya R Jain" userId="5379bb5ac236f65f" providerId="Windows Live" clId="Web-{98C8E88F-8B39-CA0F-4522-980E6527DC4E}"/>
    <pc:docChg chg="modSld">
      <pc:chgData name="Agamya R Jain" userId="5379bb5ac236f65f" providerId="Windows Live" clId="Web-{98C8E88F-8B39-CA0F-4522-980E6527DC4E}" dt="2026-08-21T23:34:33.483" v="374"/>
      <pc:docMkLst>
        <pc:docMk/>
      </pc:docMkLst>
      <pc:sldChg chg="addSp delSp modSp">
        <pc:chgData name="Agamya R Jain" userId="5379bb5ac236f65f" providerId="Windows Live" clId="Web-{98C8E88F-8B39-CA0F-4522-980E6527DC4E}" dt="2026-08-21T23:34:33.483" v="374"/>
        <pc:sldMkLst>
          <pc:docMk/>
          <pc:sldMk cId="0" sldId="261"/>
        </pc:sldMkLst>
        <pc:spChg chg="add mod">
          <ac:chgData name="Agamya R Jain" userId="5379bb5ac236f65f" providerId="Windows Live" clId="Web-{98C8E88F-8B39-CA0F-4522-980E6527DC4E}" dt="2026-08-21T22:46:06.271" v="65" actId="1076"/>
          <ac:spMkLst>
            <pc:docMk/>
            <pc:sldMk cId="0" sldId="261"/>
            <ac:spMk id="6" creationId="{A851CC36-43A5-8DEF-CB97-7E1C355169B3}"/>
          </ac:spMkLst>
        </pc:spChg>
        <pc:spChg chg="mod">
          <ac:chgData name="Agamya R Jain" userId="5379bb5ac236f65f" providerId="Windows Live" clId="Web-{98C8E88F-8B39-CA0F-4522-980E6527DC4E}" dt="2026-08-21T22:47:03.632" v="73" actId="1076"/>
          <ac:spMkLst>
            <pc:docMk/>
            <pc:sldMk cId="0" sldId="261"/>
            <ac:spMk id="253" creationId="{00000000-0000-0000-0000-000000000000}"/>
          </ac:spMkLst>
        </pc:spChg>
        <pc:spChg chg="mod">
          <ac:chgData name="Agamya R Jain" userId="5379bb5ac236f65f" providerId="Windows Live" clId="Web-{98C8E88F-8B39-CA0F-4522-980E6527DC4E}" dt="2026-08-21T22:31:30.346" v="20" actId="1076"/>
          <ac:spMkLst>
            <pc:docMk/>
            <pc:sldMk cId="0" sldId="261"/>
            <ac:spMk id="263" creationId="{00000000-0000-0000-0000-000000000000}"/>
          </ac:spMkLst>
        </pc:spChg>
        <pc:graphicFrameChg chg="add mod">
          <ac:chgData name="Agamya R Jain" userId="5379bb5ac236f65f" providerId="Windows Live" clId="Web-{98C8E88F-8B39-CA0F-4522-980E6527DC4E}" dt="2026-08-21T22:46:25.693" v="67" actId="1076"/>
          <ac:graphicFrameMkLst>
            <pc:docMk/>
            <pc:sldMk cId="0" sldId="261"/>
            <ac:graphicFrameMk id="3" creationId="{D1A2F2A7-DDCE-EDE4-EEA9-C77A24CFEFEB}"/>
          </ac:graphicFrameMkLst>
        </pc:graphicFrameChg>
        <pc:graphicFrameChg chg="add mod modGraphic">
          <ac:chgData name="Agamya R Jain" userId="5379bb5ac236f65f" providerId="Windows Live" clId="Web-{98C8E88F-8B39-CA0F-4522-980E6527DC4E}" dt="2026-08-21T23:32:49.463" v="353"/>
          <ac:graphicFrameMkLst>
            <pc:docMk/>
            <pc:sldMk cId="0" sldId="261"/>
            <ac:graphicFrameMk id="2397" creationId="{42A47C4A-479A-3E6A-6ABA-37FEBCBFE358}"/>
          </ac:graphicFrameMkLst>
        </pc:graphicFrameChg>
        <pc:graphicFrameChg chg="add mod modGraphic">
          <ac:chgData name="Agamya R Jain" userId="5379bb5ac236f65f" providerId="Windows Live" clId="Web-{98C8E88F-8B39-CA0F-4522-980E6527DC4E}" dt="2026-08-21T23:34:33.483" v="374"/>
          <ac:graphicFrameMkLst>
            <pc:docMk/>
            <pc:sldMk cId="0" sldId="261"/>
            <ac:graphicFrameMk id="2420" creationId="{FDEACF91-F669-2725-09AA-754AAEBC775C}"/>
          </ac:graphicFrameMkLst>
        </pc:graphicFrameChg>
      </pc:sldChg>
    </pc:docChg>
  </pc:docChgLst>
  <pc:docChgLst>
    <pc:chgData name="Agamya R Jain" userId="5379bb5ac236f65f" providerId="Windows Live" clId="Web-{EBB93348-B990-678D-654F-123489801AB8}"/>
    <pc:docChg chg="modSld">
      <pc:chgData name="Agamya R Jain" userId="5379bb5ac236f65f" providerId="Windows Live" clId="Web-{EBB93348-B990-678D-654F-123489801AB8}" dt="2026-08-23T10:50:51.360" v="7"/>
      <pc:docMkLst>
        <pc:docMk/>
      </pc:docMkLst>
      <pc:sldChg chg="addSp delSp modSp">
        <pc:chgData name="Agamya R Jain" userId="5379bb5ac236f65f" providerId="Windows Live" clId="Web-{EBB93348-B990-678D-654F-123489801AB8}" dt="2026-08-23T10:50:51.360" v="7"/>
        <pc:sldMkLst>
          <pc:docMk/>
          <pc:sldMk cId="0" sldId="262"/>
        </pc:sldMkLst>
      </pc:sldChg>
    </pc:docChg>
  </pc:docChgLst>
  <pc:docChgLst>
    <pc:chgData name="Agamya R Jain" userId="5379bb5ac236f65f" providerId="Windows Live" clId="Web-{BF51B9A6-0F6F-581F-D0AD-0E4130E9FB5C}"/>
    <pc:docChg chg="modSld">
      <pc:chgData name="Agamya R Jain" userId="5379bb5ac236f65f" providerId="Windows Live" clId="Web-{BF51B9A6-0F6F-581F-D0AD-0E4130E9FB5C}" dt="2026-08-24T17:23:00.820" v="123"/>
      <pc:docMkLst>
        <pc:docMk/>
      </pc:docMkLst>
      <pc:sldChg chg="addSp delSp modSp mod setBg">
        <pc:chgData name="Agamya R Jain" userId="5379bb5ac236f65f" providerId="Windows Live" clId="Web-{BF51B9A6-0F6F-581F-D0AD-0E4130E9FB5C}" dt="2026-08-24T17:23:00.820" v="123"/>
        <pc:sldMkLst>
          <pc:docMk/>
          <pc:sldMk cId="0" sldId="264"/>
        </pc:sldMkLst>
        <pc:spChg chg="mod">
          <ac:chgData name="Agamya R Jain" userId="5379bb5ac236f65f" providerId="Windows Live" clId="Web-{BF51B9A6-0F6F-581F-D0AD-0E4130E9FB5C}" dt="2026-08-24T17:02:00.762" v="111" actId="1076"/>
          <ac:spMkLst>
            <pc:docMk/>
            <pc:sldMk cId="0" sldId="264"/>
            <ac:spMk id="376" creationId="{00000000-0000-0000-0000-000000000000}"/>
          </ac:spMkLst>
        </pc:spChg>
      </pc:sldChg>
    </pc:docChg>
  </pc:docChgLst>
  <pc:docChgLst>
    <pc:chgData name="Agamya R Jain" userId="5379bb5ac236f65f" providerId="Windows Live" clId="Web-{DC2D317D-63B7-F0C9-E6B1-C10FBB57B018}"/>
    <pc:docChg chg="modSld">
      <pc:chgData name="Agamya R Jain" userId="5379bb5ac236f65f" providerId="Windows Live" clId="Web-{DC2D317D-63B7-F0C9-E6B1-C10FBB57B018}" dt="2026-08-19T07:50:43.050" v="1" actId="1076"/>
      <pc:docMkLst>
        <pc:docMk/>
      </pc:docMkLst>
      <pc:sldChg chg="modSp">
        <pc:chgData name="Agamya R Jain" userId="5379bb5ac236f65f" providerId="Windows Live" clId="Web-{DC2D317D-63B7-F0C9-E6B1-C10FBB57B018}" dt="2026-08-19T07:50:43.050" v="1" actId="1076"/>
        <pc:sldMkLst>
          <pc:docMk/>
          <pc:sldMk cId="0" sldId="259"/>
        </pc:sldMkLst>
      </pc:sldChg>
    </pc:docChg>
  </pc:docChgLst>
  <pc:docChgLst>
    <pc:chgData name="Agamya R Jain" userId="5379bb5ac236f65f" providerId="Windows Live" clId="Web-{EF274977-0F4D-8313-35E4-9CAF8F14475F}"/>
    <pc:docChg chg="modSld">
      <pc:chgData name="Agamya R Jain" userId="5379bb5ac236f65f" providerId="Windows Live" clId="Web-{EF274977-0F4D-8313-35E4-9CAF8F14475F}" dt="2026-08-19T09:01:32.897" v="10" actId="1076"/>
      <pc:docMkLst>
        <pc:docMk/>
      </pc:docMkLst>
      <pc:sldChg chg="addSp delSp modSp">
        <pc:chgData name="Agamya R Jain" userId="5379bb5ac236f65f" providerId="Windows Live" clId="Web-{EF274977-0F4D-8313-35E4-9CAF8F14475F}" dt="2026-08-19T09:01:32.897" v="10" actId="1076"/>
        <pc:sldMkLst>
          <pc:docMk/>
          <pc:sldMk cId="0" sldId="259"/>
        </pc:sldMkLst>
        <pc:spChg chg="mod">
          <ac:chgData name="Agamya R Jain" userId="5379bb5ac236f65f" providerId="Windows Live" clId="Web-{EF274977-0F4D-8313-35E4-9CAF8F14475F}" dt="2026-08-19T08:50:27.688" v="1" actId="1076"/>
          <ac:spMkLst>
            <pc:docMk/>
            <pc:sldMk cId="0" sldId="259"/>
            <ac:spMk id="189" creationId="{00000000-0000-0000-0000-000000000000}"/>
          </ac:spMkLst>
        </pc:spChg>
      </pc:sldChg>
    </pc:docChg>
  </pc:docChgLst>
  <pc:docChgLst>
    <pc:chgData name="Agamya R Jain" userId="5379bb5ac236f65f" providerId="Windows Live" clId="Web-{DF78255B-747F-4D64-1EA9-8C074AB5B0EE}"/>
    <pc:docChg chg="modSld">
      <pc:chgData name="Agamya R Jain" userId="5379bb5ac236f65f" providerId="Windows Live" clId="Web-{DF78255B-747F-4D64-1EA9-8C074AB5B0EE}" dt="2026-08-21T21:39:36.569" v="10" actId="20577"/>
      <pc:docMkLst>
        <pc:docMk/>
      </pc:docMkLst>
      <pc:sldChg chg="modSp">
        <pc:chgData name="Agamya R Jain" userId="5379bb5ac236f65f" providerId="Windows Live" clId="Web-{DF78255B-747F-4D64-1EA9-8C074AB5B0EE}" dt="2026-08-21T21:39:36.569" v="10" actId="20577"/>
        <pc:sldMkLst>
          <pc:docMk/>
          <pc:sldMk cId="0" sldId="260"/>
        </pc:sldMkLst>
        <pc:spChg chg="mod">
          <ac:chgData name="Agamya R Jain" userId="5379bb5ac236f65f" providerId="Windows Live" clId="Web-{DF78255B-747F-4D64-1EA9-8C074AB5B0EE}" dt="2026-08-21T21:37:28.224" v="4" actId="20577"/>
          <ac:spMkLst>
            <pc:docMk/>
            <pc:sldMk cId="0" sldId="260"/>
            <ac:spMk id="9" creationId="{5E7F0805-FE2D-7819-3F19-A2A0E0C95F15}"/>
          </ac:spMkLst>
        </pc:spChg>
        <pc:spChg chg="mod">
          <ac:chgData name="Agamya R Jain" userId="5379bb5ac236f65f" providerId="Windows Live" clId="Web-{DF78255B-747F-4D64-1EA9-8C074AB5B0EE}" dt="2026-08-21T21:38:51.287" v="7" actId="20577"/>
          <ac:spMkLst>
            <pc:docMk/>
            <pc:sldMk cId="0" sldId="260"/>
            <ac:spMk id="11" creationId="{E709B2BB-635C-3A7D-C570-70572526DFEE}"/>
          </ac:spMkLst>
        </pc:spChg>
        <pc:spChg chg="mod">
          <ac:chgData name="Agamya R Jain" userId="5379bb5ac236f65f" providerId="Windows Live" clId="Web-{DF78255B-747F-4D64-1EA9-8C074AB5B0EE}" dt="2026-08-21T21:39:36.569" v="10" actId="20577"/>
          <ac:spMkLst>
            <pc:docMk/>
            <pc:sldMk cId="0" sldId="260"/>
            <ac:spMk id="13" creationId="{3D91CA7A-F261-1274-D62E-3FDE80221652}"/>
          </ac:spMkLst>
        </pc:spChg>
      </pc:sldChg>
    </pc:docChg>
  </pc:docChgLst>
  <pc:docChgLst>
    <pc:chgData name="Agamya R Jain" userId="5379bb5ac236f65f" providerId="Windows Live" clId="Web-{688E52DB-32D0-C789-4D86-B4B4AF718356}"/>
    <pc:docChg chg="modSld">
      <pc:chgData name="Agamya R Jain" userId="5379bb5ac236f65f" providerId="Windows Live" clId="Web-{688E52DB-32D0-C789-4D86-B4B4AF718356}" dt="2026-08-19T16:07:04.073" v="84" actId="14100"/>
      <pc:docMkLst>
        <pc:docMk/>
      </pc:docMkLst>
      <pc:sldChg chg="addSp delSp modSp mod setBg">
        <pc:chgData name="Agamya R Jain" userId="5379bb5ac236f65f" providerId="Windows Live" clId="Web-{688E52DB-32D0-C789-4D86-B4B4AF718356}" dt="2026-08-19T16:07:04.073" v="84" actId="14100"/>
        <pc:sldMkLst>
          <pc:docMk/>
          <pc:sldMk cId="0" sldId="259"/>
        </pc:sldMkLst>
        <pc:spChg chg="add mod">
          <ac:chgData name="Agamya R Jain" userId="5379bb5ac236f65f" providerId="Windows Live" clId="Web-{688E52DB-32D0-C789-4D86-B4B4AF718356}" dt="2026-08-19T16:07:04.073" v="84" actId="14100"/>
          <ac:spMkLst>
            <pc:docMk/>
            <pc:sldMk cId="0" sldId="259"/>
            <ac:spMk id="7" creationId="{64615275-A4BA-CD7E-94C0-4DC193C168D1}"/>
          </ac:spMkLst>
        </pc:spChg>
        <pc:spChg chg="mod">
          <ac:chgData name="Agamya R Jain" userId="5379bb5ac236f65f" providerId="Windows Live" clId="Web-{688E52DB-32D0-C789-4D86-B4B4AF718356}" dt="2026-08-19T15:52:12.763" v="34" actId="20577"/>
          <ac:spMkLst>
            <pc:docMk/>
            <pc:sldMk cId="0" sldId="259"/>
            <ac:spMk id="189" creationId="{00000000-0000-0000-0000-000000000000}"/>
          </ac:spMkLst>
        </pc:spChg>
        <pc:graphicFrameChg chg="add mod">
          <ac:chgData name="Agamya R Jain" userId="5379bb5ac236f65f" providerId="Windows Live" clId="Web-{688E52DB-32D0-C789-4D86-B4B4AF718356}" dt="2026-08-19T16:06:33.603" v="79" actId="14100"/>
          <ac:graphicFrameMkLst>
            <pc:docMk/>
            <pc:sldMk cId="0" sldId="259"/>
            <ac:graphicFrameMk id="5" creationId="{B6CA0A80-9DEA-B8B1-B890-5EDFC3DFDAA6}"/>
          </ac:graphicFrameMkLst>
        </pc:graphicFrameChg>
        <pc:graphicFrameChg chg="add mod">
          <ac:chgData name="Agamya R Jain" userId="5379bb5ac236f65f" providerId="Windows Live" clId="Web-{688E52DB-32D0-C789-4D86-B4B4AF718356}" dt="2026-08-19T16:06:50.948" v="82" actId="14100"/>
          <ac:graphicFrameMkLst>
            <pc:docMk/>
            <pc:sldMk cId="0" sldId="259"/>
            <ac:graphicFrameMk id="13" creationId="{EBFB9A53-2F96-3442-B2A6-564DAE41ED6E}"/>
          </ac:graphicFrameMkLst>
        </pc:graphicFrameChg>
      </pc:sldChg>
    </pc:docChg>
  </pc:docChgLst>
  <pc:docChgLst>
    <pc:chgData name="Agamya R Jain" userId="5379bb5ac236f65f" providerId="Windows Live" clId="Web-{C9933747-B2BB-1A2E-BDDC-863CD54EBE3C}"/>
    <pc:docChg chg="modSld modMainMaster">
      <pc:chgData name="Agamya R Jain" userId="5379bb5ac236f65f" providerId="Windows Live" clId="Web-{C9933747-B2BB-1A2E-BDDC-863CD54EBE3C}" dt="2026-08-20T09:23:53.655" v="261" actId="20577"/>
      <pc:docMkLst>
        <pc:docMk/>
      </pc:docMkLst>
      <pc:sldChg chg="mod">
        <pc:chgData name="Agamya R Jain" userId="5379bb5ac236f65f" providerId="Windows Live" clId="Web-{C9933747-B2BB-1A2E-BDDC-863CD54EBE3C}" dt="2026-08-20T08:40:31.991" v="191"/>
        <pc:sldMkLst>
          <pc:docMk/>
          <pc:sldMk cId="0" sldId="256"/>
        </pc:sldMkLst>
      </pc:sldChg>
      <pc:sldChg chg="mod">
        <pc:chgData name="Agamya R Jain" userId="5379bb5ac236f65f" providerId="Windows Live" clId="Web-{C9933747-B2BB-1A2E-BDDC-863CD54EBE3C}" dt="2026-08-20T08:40:31.991" v="191"/>
        <pc:sldMkLst>
          <pc:docMk/>
          <pc:sldMk cId="0" sldId="257"/>
        </pc:sldMkLst>
      </pc:sldChg>
      <pc:sldChg chg="delSp modSp mod setBg">
        <pc:chgData name="Agamya R Jain" userId="5379bb5ac236f65f" providerId="Windows Live" clId="Web-{C9933747-B2BB-1A2E-BDDC-863CD54EBE3C}" dt="2026-08-20T08:40:31.991" v="191"/>
        <pc:sldMkLst>
          <pc:docMk/>
          <pc:sldMk cId="0" sldId="258"/>
        </pc:sldMkLst>
      </pc:sldChg>
      <pc:sldChg chg="addSp delSp modSp mod">
        <pc:chgData name="Agamya R Jain" userId="5379bb5ac236f65f" providerId="Windows Live" clId="Web-{C9933747-B2BB-1A2E-BDDC-863CD54EBE3C}" dt="2026-08-20T09:23:53.655" v="261" actId="20577"/>
        <pc:sldMkLst>
          <pc:docMk/>
          <pc:sldMk cId="0" sldId="259"/>
        </pc:sldMkLst>
        <pc:spChg chg="mod">
          <ac:chgData name="Agamya R Jain" userId="5379bb5ac236f65f" providerId="Windows Live" clId="Web-{C9933747-B2BB-1A2E-BDDC-863CD54EBE3C}" dt="2026-08-20T09:23:53.655" v="261" actId="20577"/>
          <ac:spMkLst>
            <pc:docMk/>
            <pc:sldMk cId="0" sldId="259"/>
            <ac:spMk id="7" creationId="{64615275-A4BA-CD7E-94C0-4DC193C168D1}"/>
          </ac:spMkLst>
        </pc:spChg>
        <pc:spChg chg="add mod">
          <ac:chgData name="Agamya R Jain" userId="5379bb5ac236f65f" providerId="Windows Live" clId="Web-{C9933747-B2BB-1A2E-BDDC-863CD54EBE3C}" dt="2026-08-20T08:38:26.190" v="176" actId="1076"/>
          <ac:spMkLst>
            <pc:docMk/>
            <pc:sldMk cId="0" sldId="259"/>
            <ac:spMk id="17" creationId="{327B2CBD-0DDD-CFC3-8133-EAF9A61D33F5}"/>
          </ac:spMkLst>
        </pc:spChg>
        <pc:spChg chg="add mod">
          <ac:chgData name="Agamya R Jain" userId="5379bb5ac236f65f" providerId="Windows Live" clId="Web-{C9933747-B2BB-1A2E-BDDC-863CD54EBE3C}" dt="2026-08-20T08:38:47.581" v="178" actId="1076"/>
          <ac:spMkLst>
            <pc:docMk/>
            <pc:sldMk cId="0" sldId="259"/>
            <ac:spMk id="18" creationId="{BF54798B-7263-358A-DE07-85BB49721DD2}"/>
          </ac:spMkLst>
        </pc:spChg>
        <pc:spChg chg="add mod">
          <ac:chgData name="Agamya R Jain" userId="5379bb5ac236f65f" providerId="Windows Live" clId="Web-{C9933747-B2BB-1A2E-BDDC-863CD54EBE3C}" dt="2026-08-20T08:37:46.532" v="174" actId="1076"/>
          <ac:spMkLst>
            <pc:docMk/>
            <pc:sldMk cId="0" sldId="259"/>
            <ac:spMk id="19" creationId="{E94DFDF2-CCAF-5BA3-1A91-5EA247FB30CF}"/>
          </ac:spMkLst>
        </pc:spChg>
        <pc:spChg chg="add mod">
          <ac:chgData name="Agamya R Jain" userId="5379bb5ac236f65f" providerId="Windows Live" clId="Web-{C9933747-B2BB-1A2E-BDDC-863CD54EBE3C}" dt="2026-08-20T08:37:35.938" v="171" actId="1076"/>
          <ac:spMkLst>
            <pc:docMk/>
            <pc:sldMk cId="0" sldId="259"/>
            <ac:spMk id="20" creationId="{FDAD7A1C-695C-9F5B-685B-92A070DF2F19}"/>
          </ac:spMkLst>
        </pc:spChg>
        <pc:spChg chg="add mod">
          <ac:chgData name="Agamya R Jain" userId="5379bb5ac236f65f" providerId="Windows Live" clId="Web-{C9933747-B2BB-1A2E-BDDC-863CD54EBE3C}" dt="2026-08-20T08:37:12.171" v="164" actId="1076"/>
          <ac:spMkLst>
            <pc:docMk/>
            <pc:sldMk cId="0" sldId="259"/>
            <ac:spMk id="21" creationId="{A608DD31-D97C-6384-A12C-93E63B388842}"/>
          </ac:spMkLst>
        </pc:spChg>
        <pc:spChg chg="add mod">
          <ac:chgData name="Agamya R Jain" userId="5379bb5ac236f65f" providerId="Windows Live" clId="Web-{C9933747-B2BB-1A2E-BDDC-863CD54EBE3C}" dt="2026-08-20T08:37:12.281" v="165" actId="1076"/>
          <ac:spMkLst>
            <pc:docMk/>
            <pc:sldMk cId="0" sldId="259"/>
            <ac:spMk id="22" creationId="{1A4D0CE8-7ED0-209C-E26A-96FBE80AB8F5}"/>
          </ac:spMkLst>
        </pc:spChg>
        <pc:spChg chg="add mod ord">
          <ac:chgData name="Agamya R Jain" userId="5379bb5ac236f65f" providerId="Windows Live" clId="Web-{C9933747-B2BB-1A2E-BDDC-863CD54EBE3C}" dt="2026-08-20T09:08:35.416" v="248"/>
          <ac:spMkLst>
            <pc:docMk/>
            <pc:sldMk cId="0" sldId="259"/>
            <ac:spMk id="23" creationId="{F3618728-32F7-8274-17FF-7D54F245A22F}"/>
          </ac:spMkLst>
        </pc:spChg>
        <pc:spChg chg="add mod ord">
          <ac:chgData name="Agamya R Jain" userId="5379bb5ac236f65f" providerId="Windows Live" clId="Web-{C9933747-B2BB-1A2E-BDDC-863CD54EBE3C}" dt="2026-08-20T09:10:49.624" v="257" actId="14100"/>
          <ac:spMkLst>
            <pc:docMk/>
            <pc:sldMk cId="0" sldId="259"/>
            <ac:spMk id="24" creationId="{58C0C6D8-6931-DA99-7A8E-2D064470B340}"/>
          </ac:spMkLst>
        </pc:spChg>
        <pc:spChg chg="mod">
          <ac:chgData name="Agamya R Jain" userId="5379bb5ac236f65f" providerId="Windows Live" clId="Web-{C9933747-B2BB-1A2E-BDDC-863CD54EBE3C}" dt="2026-08-20T09:23:38.982" v="259"/>
          <ac:spMkLst>
            <pc:docMk/>
            <pc:sldMk cId="0" sldId="259"/>
            <ac:spMk id="189" creationId="{00000000-0000-0000-0000-000000000000}"/>
          </ac:spMkLst>
        </pc:spChg>
        <pc:graphicFrameChg chg="mod">
          <ac:chgData name="Agamya R Jain" userId="5379bb5ac236f65f" providerId="Windows Live" clId="Web-{C9933747-B2BB-1A2E-BDDC-863CD54EBE3C}" dt="2026-08-20T09:10:17.982" v="254" actId="1076"/>
          <ac:graphicFrameMkLst>
            <pc:docMk/>
            <pc:sldMk cId="0" sldId="259"/>
            <ac:graphicFrameMk id="5" creationId="{B6CA0A80-9DEA-B8B1-B890-5EDFC3DFDAA6}"/>
          </ac:graphicFrameMkLst>
        </pc:graphicFrameChg>
        <pc:graphicFrameChg chg="mod">
          <ac:chgData name="Agamya R Jain" userId="5379bb5ac236f65f" providerId="Windows Live" clId="Web-{C9933747-B2BB-1A2E-BDDC-863CD54EBE3C}" dt="2026-08-20T09:07:31.663" v="245" actId="1076"/>
          <ac:graphicFrameMkLst>
            <pc:docMk/>
            <pc:sldMk cId="0" sldId="259"/>
            <ac:graphicFrameMk id="13" creationId="{EBFB9A53-2F96-3442-B2A6-564DAE41ED6E}"/>
          </ac:graphicFrameMkLst>
        </pc:graphicFrameChg>
        <pc:picChg chg="add mod">
          <ac:chgData name="Agamya R Jain" userId="5379bb5ac236f65f" providerId="Windows Live" clId="Web-{C9933747-B2BB-1A2E-BDDC-863CD54EBE3C}" dt="2026-08-20T08:39:21.817" v="182" actId="14100"/>
          <ac:picMkLst>
            <pc:docMk/>
            <pc:sldMk cId="0" sldId="259"/>
            <ac:picMk id="14" creationId="{EBAEFEAE-C520-52F4-E792-B5BC8EE6A191}"/>
          </ac:picMkLst>
        </pc:picChg>
        <pc:picChg chg="add mod">
          <ac:chgData name="Agamya R Jain" userId="5379bb5ac236f65f" providerId="Windows Live" clId="Web-{C9933747-B2BB-1A2E-BDDC-863CD54EBE3C}" dt="2026-08-20T08:39:21.895" v="183" actId="14100"/>
          <ac:picMkLst>
            <pc:docMk/>
            <pc:sldMk cId="0" sldId="259"/>
            <ac:picMk id="15" creationId="{EA433C21-4E92-99EE-B9D2-12CD324265C7}"/>
          </ac:picMkLst>
        </pc:picChg>
        <pc:picChg chg="add mod">
          <ac:chgData name="Agamya R Jain" userId="5379bb5ac236f65f" providerId="Windows Live" clId="Web-{C9933747-B2BB-1A2E-BDDC-863CD54EBE3C}" dt="2026-08-20T08:39:21.973" v="184" actId="14100"/>
          <ac:picMkLst>
            <pc:docMk/>
            <pc:sldMk cId="0" sldId="259"/>
            <ac:picMk id="16" creationId="{DB324E27-C48A-9D25-5142-F75D82EDE7BE}"/>
          </ac:picMkLst>
        </pc:picChg>
      </pc:sldChg>
      <pc:sldChg chg="delSp modSp mod">
        <pc:chgData name="Agamya R Jain" userId="5379bb5ac236f65f" providerId="Windows Live" clId="Web-{C9933747-B2BB-1A2E-BDDC-863CD54EBE3C}" dt="2026-08-20T09:05:57.300" v="237"/>
        <pc:sldMkLst>
          <pc:docMk/>
          <pc:sldMk cId="0" sldId="260"/>
        </pc:sldMkLst>
        <pc:spChg chg="mod">
          <ac:chgData name="Agamya R Jain" userId="5379bb5ac236f65f" providerId="Windows Live" clId="Web-{C9933747-B2BB-1A2E-BDDC-863CD54EBE3C}" dt="2026-08-20T08:41:54.510" v="230" actId="1076"/>
          <ac:spMkLst>
            <pc:docMk/>
            <pc:sldMk cId="0" sldId="260"/>
            <ac:spMk id="215" creationId="{00000000-0000-0000-0000-000000000000}"/>
          </ac:spMkLst>
        </pc:spChg>
      </pc:sldChg>
      <pc:sldChg chg="mod">
        <pc:chgData name="Agamya R Jain" userId="5379bb5ac236f65f" providerId="Windows Live" clId="Web-{C9933747-B2BB-1A2E-BDDC-863CD54EBE3C}" dt="2026-08-20T08:40:31.991" v="191"/>
        <pc:sldMkLst>
          <pc:docMk/>
          <pc:sldMk cId="0" sldId="261"/>
        </pc:sldMkLst>
      </pc:sldChg>
      <pc:sldChg chg="mod">
        <pc:chgData name="Agamya R Jain" userId="5379bb5ac236f65f" providerId="Windows Live" clId="Web-{C9933747-B2BB-1A2E-BDDC-863CD54EBE3C}" dt="2026-08-20T08:40:31.991" v="191"/>
        <pc:sldMkLst>
          <pc:docMk/>
          <pc:sldMk cId="0" sldId="262"/>
        </pc:sldMkLst>
      </pc:sldChg>
      <pc:sldChg chg="mod">
        <pc:chgData name="Agamya R Jain" userId="5379bb5ac236f65f" providerId="Windows Live" clId="Web-{C9933747-B2BB-1A2E-BDDC-863CD54EBE3C}" dt="2026-08-20T08:40:31.991" v="191"/>
        <pc:sldMkLst>
          <pc:docMk/>
          <pc:sldMk cId="0" sldId="263"/>
        </pc:sldMkLst>
      </pc:sldChg>
      <pc:sldChg chg="mod">
        <pc:chgData name="Agamya R Jain" userId="5379bb5ac236f65f" providerId="Windows Live" clId="Web-{C9933747-B2BB-1A2E-BDDC-863CD54EBE3C}" dt="2026-08-20T08:40:31.991" v="191"/>
        <pc:sldMkLst>
          <pc:docMk/>
          <pc:sldMk cId="0" sldId="264"/>
        </pc:sldMkLst>
      </pc:sldChg>
      <pc:sldChg chg="mod">
        <pc:chgData name="Agamya R Jain" userId="5379bb5ac236f65f" providerId="Windows Live" clId="Web-{C9933747-B2BB-1A2E-BDDC-863CD54EBE3C}" dt="2026-08-20T08:40:31.991" v="191"/>
        <pc:sldMkLst>
          <pc:docMk/>
          <pc:sldMk cId="0" sldId="266"/>
        </pc:sldMkLst>
      </pc:sldChg>
      <pc:sldChg chg="mod">
        <pc:chgData name="Agamya R Jain" userId="5379bb5ac236f65f" providerId="Windows Live" clId="Web-{C9933747-B2BB-1A2E-BDDC-863CD54EBE3C}" dt="2026-08-20T08:40:31.991" v="191"/>
        <pc:sldMkLst>
          <pc:docMk/>
          <pc:sldMk cId="0" sldId="267"/>
        </pc:sldMkLst>
      </pc:sldChg>
      <pc:sldMasterChg chg="mod setBg modSldLayout">
        <pc:chgData name="Agamya R Jain" userId="5379bb5ac236f65f" providerId="Windows Live" clId="Web-{C9933747-B2BB-1A2E-BDDC-863CD54EBE3C}" dt="2026-08-20T08:40:31.991" v="191"/>
        <pc:sldMasterMkLst>
          <pc:docMk/>
          <pc:sldMasterMk cId="0" sldId="2147483659"/>
        </pc:sldMasterMkLst>
        <pc:sldLayoutChg chg="mod">
          <pc:chgData name="Agamya R Jain" userId="5379bb5ac236f65f" providerId="Windows Live" clId="Web-{C9933747-B2BB-1A2E-BDDC-863CD54EBE3C}" dt="2026-08-20T08:40:31.991" v="191"/>
          <pc:sldLayoutMkLst>
            <pc:docMk/>
            <pc:sldMasterMk cId="0" sldId="2147483659"/>
            <pc:sldLayoutMk cId="0" sldId="2147483648"/>
          </pc:sldLayoutMkLst>
        </pc:sldLayoutChg>
        <pc:sldLayoutChg chg="mod">
          <pc:chgData name="Agamya R Jain" userId="5379bb5ac236f65f" providerId="Windows Live" clId="Web-{C9933747-B2BB-1A2E-BDDC-863CD54EBE3C}" dt="2026-08-20T08:40:31.991" v="191"/>
          <pc:sldLayoutMkLst>
            <pc:docMk/>
            <pc:sldMasterMk cId="0" sldId="2147483659"/>
            <pc:sldLayoutMk cId="0" sldId="2147483649"/>
          </pc:sldLayoutMkLst>
        </pc:sldLayoutChg>
        <pc:sldLayoutChg chg="mod">
          <pc:chgData name="Agamya R Jain" userId="5379bb5ac236f65f" providerId="Windows Live" clId="Web-{C9933747-B2BB-1A2E-BDDC-863CD54EBE3C}" dt="2026-08-20T08:40:31.991" v="191"/>
          <pc:sldLayoutMkLst>
            <pc:docMk/>
            <pc:sldMasterMk cId="0" sldId="2147483659"/>
            <pc:sldLayoutMk cId="0" sldId="2147483650"/>
          </pc:sldLayoutMkLst>
        </pc:sldLayoutChg>
        <pc:sldLayoutChg chg="mod">
          <pc:chgData name="Agamya R Jain" userId="5379bb5ac236f65f" providerId="Windows Live" clId="Web-{C9933747-B2BB-1A2E-BDDC-863CD54EBE3C}" dt="2026-08-20T08:40:31.991" v="191"/>
          <pc:sldLayoutMkLst>
            <pc:docMk/>
            <pc:sldMasterMk cId="0" sldId="2147483659"/>
            <pc:sldLayoutMk cId="0" sldId="2147483651"/>
          </pc:sldLayoutMkLst>
        </pc:sldLayoutChg>
        <pc:sldLayoutChg chg="mod">
          <pc:chgData name="Agamya R Jain" userId="5379bb5ac236f65f" providerId="Windows Live" clId="Web-{C9933747-B2BB-1A2E-BDDC-863CD54EBE3C}" dt="2026-08-20T08:40:31.991" v="191"/>
          <pc:sldLayoutMkLst>
            <pc:docMk/>
            <pc:sldMasterMk cId="0" sldId="2147483659"/>
            <pc:sldLayoutMk cId="0" sldId="2147483652"/>
          </pc:sldLayoutMkLst>
        </pc:sldLayoutChg>
        <pc:sldLayoutChg chg="mod">
          <pc:chgData name="Agamya R Jain" userId="5379bb5ac236f65f" providerId="Windows Live" clId="Web-{C9933747-B2BB-1A2E-BDDC-863CD54EBE3C}" dt="2026-08-20T08:40:31.991" v="191"/>
          <pc:sldLayoutMkLst>
            <pc:docMk/>
            <pc:sldMasterMk cId="0" sldId="2147483659"/>
            <pc:sldLayoutMk cId="0" sldId="2147483653"/>
          </pc:sldLayoutMkLst>
        </pc:sldLayoutChg>
        <pc:sldLayoutChg chg="mod">
          <pc:chgData name="Agamya R Jain" userId="5379bb5ac236f65f" providerId="Windows Live" clId="Web-{C9933747-B2BB-1A2E-BDDC-863CD54EBE3C}" dt="2026-08-20T08:40:31.991" v="191"/>
          <pc:sldLayoutMkLst>
            <pc:docMk/>
            <pc:sldMasterMk cId="0" sldId="2147483659"/>
            <pc:sldLayoutMk cId="0" sldId="2147483654"/>
          </pc:sldLayoutMkLst>
        </pc:sldLayoutChg>
        <pc:sldLayoutChg chg="mod">
          <pc:chgData name="Agamya R Jain" userId="5379bb5ac236f65f" providerId="Windows Live" clId="Web-{C9933747-B2BB-1A2E-BDDC-863CD54EBE3C}" dt="2026-08-20T08:40:31.991" v="191"/>
          <pc:sldLayoutMkLst>
            <pc:docMk/>
            <pc:sldMasterMk cId="0" sldId="2147483659"/>
            <pc:sldLayoutMk cId="0" sldId="2147483655"/>
          </pc:sldLayoutMkLst>
        </pc:sldLayoutChg>
        <pc:sldLayoutChg chg="mod">
          <pc:chgData name="Agamya R Jain" userId="5379bb5ac236f65f" providerId="Windows Live" clId="Web-{C9933747-B2BB-1A2E-BDDC-863CD54EBE3C}" dt="2026-08-20T08:40:31.991" v="191"/>
          <pc:sldLayoutMkLst>
            <pc:docMk/>
            <pc:sldMasterMk cId="0" sldId="2147483659"/>
            <pc:sldLayoutMk cId="0" sldId="2147483656"/>
          </pc:sldLayoutMkLst>
        </pc:sldLayoutChg>
        <pc:sldLayoutChg chg="mod">
          <pc:chgData name="Agamya R Jain" userId="5379bb5ac236f65f" providerId="Windows Live" clId="Web-{C9933747-B2BB-1A2E-BDDC-863CD54EBE3C}" dt="2026-08-20T08:40:31.991" v="191"/>
          <pc:sldLayoutMkLst>
            <pc:docMk/>
            <pc:sldMasterMk cId="0" sldId="2147483659"/>
            <pc:sldLayoutMk cId="0" sldId="2147483657"/>
          </pc:sldLayoutMkLst>
        </pc:sldLayoutChg>
        <pc:sldLayoutChg chg="mod">
          <pc:chgData name="Agamya R Jain" userId="5379bb5ac236f65f" providerId="Windows Live" clId="Web-{C9933747-B2BB-1A2E-BDDC-863CD54EBE3C}" dt="2026-08-20T08:40:31.991" v="191"/>
          <pc:sldLayoutMkLst>
            <pc:docMk/>
            <pc:sldMasterMk cId="0" sldId="2147483659"/>
            <pc:sldLayoutMk cId="0" sldId="2147483658"/>
          </pc:sldLayoutMkLst>
        </pc:sldLayoutChg>
      </pc:sldMasterChg>
    </pc:docChg>
  </pc:docChgLst>
  <pc:docChgLst>
    <pc:chgData name="Agamya R Jain" userId="5379bb5ac236f65f" providerId="Windows Live" clId="Web-{8C50BAC0-0B9C-83B6-0187-A8C6081C2D05}"/>
    <pc:docChg chg="modSld">
      <pc:chgData name="Agamya R Jain" userId="5379bb5ac236f65f" providerId="Windows Live" clId="Web-{8C50BAC0-0B9C-83B6-0187-A8C6081C2D05}" dt="2026-08-21T14:04:00.476" v="264" actId="20577"/>
      <pc:docMkLst>
        <pc:docMk/>
      </pc:docMkLst>
      <pc:sldChg chg="addSp delSp modSp">
        <pc:chgData name="Agamya R Jain" userId="5379bb5ac236f65f" providerId="Windows Live" clId="Web-{8C50BAC0-0B9C-83B6-0187-A8C6081C2D05}" dt="2026-08-21T14:04:00.476" v="264" actId="20577"/>
        <pc:sldMkLst>
          <pc:docMk/>
          <pc:sldMk cId="0" sldId="260"/>
        </pc:sldMkLst>
        <pc:spChg chg="mod">
          <ac:chgData name="Agamya R Jain" userId="5379bb5ac236f65f" providerId="Windows Live" clId="Web-{8C50BAC0-0B9C-83B6-0187-A8C6081C2D05}" dt="2026-08-21T14:02:29.457" v="257"/>
          <ac:spMkLst>
            <pc:docMk/>
            <pc:sldMk cId="0" sldId="260"/>
            <ac:spMk id="8" creationId="{6C9605AE-8C72-CF7F-C786-5EC9BE84CA11}"/>
          </ac:spMkLst>
        </pc:spChg>
        <pc:spChg chg="mod">
          <ac:chgData name="Agamya R Jain" userId="5379bb5ac236f65f" providerId="Windows Live" clId="Web-{8C50BAC0-0B9C-83B6-0187-A8C6081C2D05}" dt="2026-08-21T14:01:54.831" v="256" actId="1076"/>
          <ac:spMkLst>
            <pc:docMk/>
            <pc:sldMk cId="0" sldId="260"/>
            <ac:spMk id="9" creationId="{5E7F0805-FE2D-7819-3F19-A2A0E0C95F15}"/>
          </ac:spMkLst>
        </pc:spChg>
        <pc:spChg chg="mod">
          <ac:chgData name="Agamya R Jain" userId="5379bb5ac236f65f" providerId="Windows Live" clId="Web-{8C50BAC0-0B9C-83B6-0187-A8C6081C2D05}" dt="2026-08-21T14:03:08.318" v="263" actId="14100"/>
          <ac:spMkLst>
            <pc:docMk/>
            <pc:sldMk cId="0" sldId="260"/>
            <ac:spMk id="10" creationId="{AC7497DD-5FBF-5191-26FA-35A2879CCCC9}"/>
          </ac:spMkLst>
        </pc:spChg>
        <pc:spChg chg="mod">
          <ac:chgData name="Agamya R Jain" userId="5379bb5ac236f65f" providerId="Windows Live" clId="Web-{8C50BAC0-0B9C-83B6-0187-A8C6081C2D05}" dt="2026-08-21T14:04:00.476" v="264" actId="20577"/>
          <ac:spMkLst>
            <pc:docMk/>
            <pc:sldMk cId="0" sldId="260"/>
            <ac:spMk id="11" creationId="{E709B2BB-635C-3A7D-C570-70572526DFEE}"/>
          </ac:spMkLst>
        </pc:spChg>
        <pc:spChg chg="mod">
          <ac:chgData name="Agamya R Jain" userId="5379bb5ac236f65f" providerId="Windows Live" clId="Web-{8C50BAC0-0B9C-83B6-0187-A8C6081C2D05}" dt="2026-08-21T14:02:29.894" v="259"/>
          <ac:spMkLst>
            <pc:docMk/>
            <pc:sldMk cId="0" sldId="260"/>
            <ac:spMk id="12" creationId="{67FE186C-D300-6508-8B95-67319FD0FCD4}"/>
          </ac:spMkLst>
        </pc:spChg>
        <pc:spChg chg="mod">
          <ac:chgData name="Agamya R Jain" userId="5379bb5ac236f65f" providerId="Windows Live" clId="Web-{8C50BAC0-0B9C-83B6-0187-A8C6081C2D05}" dt="2026-08-21T14:01:49.158" v="254" actId="1076"/>
          <ac:spMkLst>
            <pc:docMk/>
            <pc:sldMk cId="0" sldId="260"/>
            <ac:spMk id="13" creationId="{3D91CA7A-F261-1274-D62E-3FDE80221652}"/>
          </ac:spMkLst>
        </pc:spChg>
        <pc:spChg chg="mod">
          <ac:chgData name="Agamya R Jain" userId="5379bb5ac236f65f" providerId="Windows Live" clId="Web-{8C50BAC0-0B9C-83B6-0187-A8C6081C2D05}" dt="2026-08-21T13:40:59.484" v="164" actId="14100"/>
          <ac:spMkLst>
            <pc:docMk/>
            <pc:sldMk cId="0" sldId="260"/>
            <ac:spMk id="30" creationId="{4403B9EF-B772-5A72-9BE3-E4986C497686}"/>
          </ac:spMkLst>
        </pc:spChg>
        <pc:picChg chg="mod">
          <ac:chgData name="Agamya R Jain" userId="5379bb5ac236f65f" providerId="Windows Live" clId="Web-{8C50BAC0-0B9C-83B6-0187-A8C6081C2D05}" dt="2026-08-21T11:48:11.397" v="6" actId="1076"/>
          <ac:picMkLst>
            <pc:docMk/>
            <pc:sldMk cId="0" sldId="260"/>
            <ac:picMk id="5" creationId="{9BCEA585-EB15-1BCE-8ECA-1721A7A0B053}"/>
          </ac:picMkLst>
        </pc:picChg>
        <pc:picChg chg="mod">
          <ac:chgData name="Agamya R Jain" userId="5379bb5ac236f65f" providerId="Windows Live" clId="Web-{8C50BAC0-0B9C-83B6-0187-A8C6081C2D05}" dt="2026-08-21T11:48:11.538" v="7" actId="1076"/>
          <ac:picMkLst>
            <pc:docMk/>
            <pc:sldMk cId="0" sldId="260"/>
            <ac:picMk id="6" creationId="{37C47934-A90B-C396-6757-451F8760FFBF}"/>
          </ac:picMkLst>
        </pc:picChg>
        <pc:picChg chg="mod">
          <ac:chgData name="Agamya R Jain" userId="5379bb5ac236f65f" providerId="Windows Live" clId="Web-{8C50BAC0-0B9C-83B6-0187-A8C6081C2D05}" dt="2026-08-21T11:48:11.678" v="8" actId="1076"/>
          <ac:picMkLst>
            <pc:docMk/>
            <pc:sldMk cId="0" sldId="260"/>
            <ac:picMk id="7" creationId="{8C9A176D-1347-CE70-C384-59DC1B0D698E}"/>
          </ac:picMkLst>
        </pc:picChg>
        <pc:picChg chg="add mod">
          <ac:chgData name="Agamya R Jain" userId="5379bb5ac236f65f" providerId="Windows Live" clId="Web-{8C50BAC0-0B9C-83B6-0187-A8C6081C2D05}" dt="2026-08-21T13:41:07.218" v="165" actId="1076"/>
          <ac:picMkLst>
            <pc:docMk/>
            <pc:sldMk cId="0" sldId="260"/>
            <ac:picMk id="14" creationId="{80C9F2EF-90D0-E99D-E747-574B38E0105F}"/>
          </ac:picMkLst>
        </pc:picChg>
        <pc:picChg chg="add mod">
          <ac:chgData name="Agamya R Jain" userId="5379bb5ac236f65f" providerId="Windows Live" clId="Web-{8C50BAC0-0B9C-83B6-0187-A8C6081C2D05}" dt="2026-08-21T12:01:48.636" v="100"/>
          <ac:picMkLst>
            <pc:docMk/>
            <pc:sldMk cId="0" sldId="260"/>
            <ac:picMk id="16" creationId="{6A68C4F3-7783-7D91-B890-E24A8A0BF76E}"/>
          </ac:picMkLst>
        </pc:picChg>
        <pc:picChg chg="add mod">
          <ac:chgData name="Agamya R Jain" userId="5379bb5ac236f65f" providerId="Windows Live" clId="Web-{8C50BAC0-0B9C-83B6-0187-A8C6081C2D05}" dt="2026-08-21T14:02:59.021" v="261" actId="1076"/>
          <ac:picMkLst>
            <pc:docMk/>
            <pc:sldMk cId="0" sldId="260"/>
            <ac:picMk id="17" creationId="{BCF6A41C-0EEA-C07F-D7FA-529172930E54}"/>
          </ac:picMkLst>
        </pc:picChg>
        <pc:picChg chg="add mod">
          <ac:chgData name="Agamya R Jain" userId="5379bb5ac236f65f" providerId="Windows Live" clId="Web-{8C50BAC0-0B9C-83B6-0187-A8C6081C2D05}" dt="2026-08-21T13:44:06.975" v="179"/>
          <ac:picMkLst>
            <pc:docMk/>
            <pc:sldMk cId="0" sldId="260"/>
            <ac:picMk id="18" creationId="{38A7C374-1D99-DBBA-60D8-937FE1489436}"/>
          </ac:picMkLst>
        </pc:picChg>
      </pc:sldChg>
    </pc:docChg>
  </pc:docChgLst>
  <pc:docChgLst>
    <pc:chgData name="Agamya R Jain" userId="5379bb5ac236f65f" providerId="Windows Live" clId="Web-{7927BEDE-B107-0C56-B749-2D9D0E5503C0}"/>
    <pc:docChg chg="modSld">
      <pc:chgData name="Agamya R Jain" userId="5379bb5ac236f65f" providerId="Windows Live" clId="Web-{7927BEDE-B107-0C56-B749-2D9D0E5503C0}" dt="2026-08-20T15:21:43.161" v="71" actId="1076"/>
      <pc:docMkLst>
        <pc:docMk/>
      </pc:docMkLst>
      <pc:sldChg chg="delSp modSp">
        <pc:chgData name="Agamya R Jain" userId="5379bb5ac236f65f" providerId="Windows Live" clId="Web-{7927BEDE-B107-0C56-B749-2D9D0E5503C0}" dt="2026-08-20T15:21:43.161" v="71" actId="1076"/>
        <pc:sldMkLst>
          <pc:docMk/>
          <pc:sldMk cId="0" sldId="260"/>
        </pc:sldMkLst>
        <pc:spChg chg="mod">
          <ac:chgData name="Agamya R Jain" userId="5379bb5ac236f65f" providerId="Windows Live" clId="Web-{7927BEDE-B107-0C56-B749-2D9D0E5503C0}" dt="2026-08-20T15:21:36.630" v="70" actId="20577"/>
          <ac:spMkLst>
            <pc:docMk/>
            <pc:sldMk cId="0" sldId="260"/>
            <ac:spMk id="215" creationId="{00000000-0000-0000-0000-000000000000}"/>
          </ac:spMkLst>
        </pc:spChg>
        <pc:graphicFrameChg chg="mod modGraphic">
          <ac:chgData name="Agamya R Jain" userId="5379bb5ac236f65f" providerId="Windows Live" clId="Web-{7927BEDE-B107-0C56-B749-2D9D0E5503C0}" dt="2026-08-20T15:21:43.161" v="71" actId="1076"/>
          <ac:graphicFrameMkLst>
            <pc:docMk/>
            <pc:sldMk cId="0" sldId="260"/>
            <ac:graphicFrameMk id="4" creationId="{71C76772-BC3D-E2F8-ABE1-C09CC36A3519}"/>
          </ac:graphicFrameMkLst>
        </pc:graphicFrameChg>
      </pc:sldChg>
    </pc:docChg>
  </pc:docChgLst>
  <pc:docChgLst>
    <pc:chgData name="Agamya R Jain" userId="5379bb5ac236f65f" providerId="Windows Live" clId="Web-{19D16877-E5B9-1A27-3965-FB44F8A7FE53}"/>
    <pc:docChg chg="mod addSld modSld sldOrd">
      <pc:chgData name="Agamya R Jain" userId="5379bb5ac236f65f" providerId="Windows Live" clId="Web-{19D16877-E5B9-1A27-3965-FB44F8A7FE53}" dt="2026-08-23T17:27:48.194" v="566"/>
      <pc:docMkLst>
        <pc:docMk/>
      </pc:docMkLst>
      <pc:sldChg chg="addSp delSp modSp">
        <pc:chgData name="Agamya R Jain" userId="5379bb5ac236f65f" providerId="Windows Live" clId="Web-{19D16877-E5B9-1A27-3965-FB44F8A7FE53}" dt="2026-08-23T17:27:48.194" v="566"/>
        <pc:sldMkLst>
          <pc:docMk/>
          <pc:sldMk cId="0" sldId="262"/>
        </pc:sldMkLst>
      </pc:sldChg>
      <pc:sldChg chg="addSp delSp modSp mod setBg">
        <pc:chgData name="Agamya R Jain" userId="5379bb5ac236f65f" providerId="Windows Live" clId="Web-{19D16877-E5B9-1A27-3965-FB44F8A7FE53}" dt="2026-08-23T17:18:16.365" v="522" actId="14100"/>
        <pc:sldMkLst>
          <pc:docMk/>
          <pc:sldMk cId="0" sldId="263"/>
        </pc:sldMkLst>
        <pc:spChg chg="add mod">
          <ac:chgData name="Agamya R Jain" userId="5379bb5ac236f65f" providerId="Windows Live" clId="Web-{19D16877-E5B9-1A27-3965-FB44F8A7FE53}" dt="2026-08-23T17:15:53.390" v="514" actId="1076"/>
          <ac:spMkLst>
            <pc:docMk/>
            <pc:sldMk cId="0" sldId="263"/>
            <ac:spMk id="2" creationId="{1A839204-00CF-4E03-7615-C77F16828A8B}"/>
          </ac:spMkLst>
        </pc:spChg>
        <pc:spChg chg="add mod">
          <ac:chgData name="Agamya R Jain" userId="5379bb5ac236f65f" providerId="Windows Live" clId="Web-{19D16877-E5B9-1A27-3965-FB44F8A7FE53}" dt="2026-08-23T17:17:57.193" v="521" actId="1076"/>
          <ac:spMkLst>
            <pc:docMk/>
            <pc:sldMk cId="0" sldId="263"/>
            <ac:spMk id="3" creationId="{4F7C3FB8-CD47-5570-547A-724B9FBE69A3}"/>
          </ac:spMkLst>
        </pc:spChg>
        <pc:spChg chg="add mod">
          <ac:chgData name="Agamya R Jain" userId="5379bb5ac236f65f" providerId="Windows Live" clId="Web-{19D16877-E5B9-1A27-3965-FB44F8A7FE53}" dt="2026-08-23T17:06:42.944" v="449" actId="1076"/>
          <ac:spMkLst>
            <pc:docMk/>
            <pc:sldMk cId="0" sldId="263"/>
            <ac:spMk id="4" creationId="{BBB663D2-CB5A-5DA0-F32B-1EDCC933E482}"/>
          </ac:spMkLst>
        </pc:spChg>
        <pc:spChg chg="add mod">
          <ac:chgData name="Agamya R Jain" userId="5379bb5ac236f65f" providerId="Windows Live" clId="Web-{19D16877-E5B9-1A27-3965-FB44F8A7FE53}" dt="2026-08-23T17:17:10.003" v="520" actId="1076"/>
          <ac:spMkLst>
            <pc:docMk/>
            <pc:sldMk cId="0" sldId="263"/>
            <ac:spMk id="5" creationId="{C1C49B89-F6D4-D11D-6901-2D9CF64C62F2}"/>
          </ac:spMkLst>
        </pc:spChg>
        <pc:spChg chg="add mod">
          <ac:chgData name="Agamya R Jain" userId="5379bb5ac236f65f" providerId="Windows Live" clId="Web-{19D16877-E5B9-1A27-3965-FB44F8A7FE53}" dt="2026-08-23T17:18:16.365" v="522" actId="14100"/>
          <ac:spMkLst>
            <pc:docMk/>
            <pc:sldMk cId="0" sldId="263"/>
            <ac:spMk id="6" creationId="{63BD5C48-7491-3DD8-F6E3-3DDDEDDF3C5B}"/>
          </ac:spMkLst>
        </pc:spChg>
        <pc:spChg chg="add mod">
          <ac:chgData name="Agamya R Jain" userId="5379bb5ac236f65f" providerId="Windows Live" clId="Web-{19D16877-E5B9-1A27-3965-FB44F8A7FE53}" dt="2026-08-23T17:14:07.589" v="502" actId="20577"/>
          <ac:spMkLst>
            <pc:docMk/>
            <pc:sldMk cId="0" sldId="263"/>
            <ac:spMk id="7" creationId="{05F25693-9128-CDE1-946F-929D637AF323}"/>
          </ac:spMkLst>
        </pc:spChg>
        <pc:picChg chg="add mod ord">
          <ac:chgData name="Agamya R Jain" userId="5379bb5ac236f65f" providerId="Windows Live" clId="Web-{19D16877-E5B9-1A27-3965-FB44F8A7FE53}" dt="2026-08-23T17:15:58" v="516" actId="1076"/>
          <ac:picMkLst>
            <pc:docMk/>
            <pc:sldMk cId="0" sldId="263"/>
            <ac:picMk id="9" creationId="{C963E7D4-8B82-4BD0-83CB-D6468BA9F5B8}"/>
          </ac:picMkLst>
        </pc:picChg>
        <pc:picChg chg="add mod ord">
          <ac:chgData name="Agamya R Jain" userId="5379bb5ac236f65f" providerId="Windows Live" clId="Web-{19D16877-E5B9-1A27-3965-FB44F8A7FE53}" dt="2026-08-23T17:15:53.187" v="512" actId="1076"/>
          <ac:picMkLst>
            <pc:docMk/>
            <pc:sldMk cId="0" sldId="263"/>
            <ac:picMk id="11" creationId="{F2E44443-0B97-7942-DA3E-46F5691AC412}"/>
          </ac:picMkLst>
        </pc:picChg>
        <pc:picChg chg="add mod ord">
          <ac:chgData name="Agamya R Jain" userId="5379bb5ac236f65f" providerId="Windows Live" clId="Web-{19D16877-E5B9-1A27-3965-FB44F8A7FE53}" dt="2026-08-23T17:13:39.947" v="500" actId="1076"/>
          <ac:picMkLst>
            <pc:docMk/>
            <pc:sldMk cId="0" sldId="263"/>
            <ac:picMk id="13" creationId="{183E508B-B213-BE56-AC97-5267D3873CD9}"/>
          </ac:picMkLst>
        </pc:picChg>
        <pc:picChg chg="add mod ord">
          <ac:chgData name="Agamya R Jain" userId="5379bb5ac236f65f" providerId="Windows Live" clId="Web-{19D16877-E5B9-1A27-3965-FB44F8A7FE53}" dt="2026-08-23T17:07:28.321" v="456" actId="14100"/>
          <ac:picMkLst>
            <pc:docMk/>
            <pc:sldMk cId="0" sldId="263"/>
            <ac:picMk id="23" creationId="{EA833385-F0F0-3433-F252-18B0C1B05E37}"/>
          </ac:picMkLst>
        </pc:picChg>
        <pc:picChg chg="add mod ord">
          <ac:chgData name="Agamya R Jain" userId="5379bb5ac236f65f" providerId="Windows Live" clId="Web-{19D16877-E5B9-1A27-3965-FB44F8A7FE53}" dt="2026-08-23T17:06:42.819" v="448" actId="1076"/>
          <ac:picMkLst>
            <pc:docMk/>
            <pc:sldMk cId="0" sldId="263"/>
            <ac:picMk id="25" creationId="{4AAB4726-05FE-8023-5A9D-5C4D271BEFCB}"/>
          </ac:picMkLst>
        </pc:picChg>
        <pc:picChg chg="add mod ord">
          <ac:chgData name="Agamya R Jain" userId="5379bb5ac236f65f" providerId="Windows Live" clId="Web-{19D16877-E5B9-1A27-3965-FB44F8A7FE53}" dt="2026-08-23T17:17:04.534" v="519" actId="1076"/>
          <ac:picMkLst>
            <pc:docMk/>
            <pc:sldMk cId="0" sldId="263"/>
            <ac:picMk id="27" creationId="{24DD38C7-1146-5DE0-4E77-981AE897C37C}"/>
          </ac:picMkLst>
        </pc:picChg>
        <pc:picChg chg="mod">
          <ac:chgData name="Agamya R Jain" userId="5379bb5ac236f65f" providerId="Windows Live" clId="Web-{19D16877-E5B9-1A27-3965-FB44F8A7FE53}" dt="2026-08-23T17:04:26.626" v="415" actId="1076"/>
          <ac:picMkLst>
            <pc:docMk/>
            <pc:sldMk cId="0" sldId="263"/>
            <ac:picMk id="293" creationId="{00000000-0000-0000-0000-000000000000}"/>
          </ac:picMkLst>
        </pc:picChg>
      </pc:sldChg>
    </pc:docChg>
  </pc:docChgLst>
  <pc:docChgLst>
    <pc:chgData name="Agamya R Jain" userId="5379bb5ac236f65f" providerId="Windows Live" clId="Web-{D9087409-9A4B-7F0B-26AD-CED8A0C3B158}"/>
    <pc:docChg chg="modSld">
      <pc:chgData name="Agamya R Jain" userId="5379bb5ac236f65f" providerId="Windows Live" clId="Web-{D9087409-9A4B-7F0B-26AD-CED8A0C3B158}" dt="2026-08-24T14:55:16.707" v="216" actId="20577"/>
      <pc:docMkLst>
        <pc:docMk/>
      </pc:docMkLst>
      <pc:sldChg chg="modSp">
        <pc:chgData name="Agamya R Jain" userId="5379bb5ac236f65f" providerId="Windows Live" clId="Web-{D9087409-9A4B-7F0B-26AD-CED8A0C3B158}" dt="2026-08-24T14:55:16.707" v="216" actId="20577"/>
        <pc:sldMkLst>
          <pc:docMk/>
          <pc:sldMk cId="0" sldId="260"/>
        </pc:sldMkLst>
        <pc:spChg chg="mod">
          <ac:chgData name="Agamya R Jain" userId="5379bb5ac236f65f" providerId="Windows Live" clId="Web-{D9087409-9A4B-7F0B-26AD-CED8A0C3B158}" dt="2026-08-24T14:55:16.707" v="216" actId="20577"/>
          <ac:spMkLst>
            <pc:docMk/>
            <pc:sldMk cId="0" sldId="260"/>
            <ac:spMk id="9" creationId="{5E7F0805-FE2D-7819-3F19-A2A0E0C95F15}"/>
          </ac:spMkLst>
        </pc:spChg>
      </pc:sldChg>
      <pc:sldChg chg="addSp delSp modSp">
        <pc:chgData name="Agamya R Jain" userId="5379bb5ac236f65f" providerId="Windows Live" clId="Web-{D9087409-9A4B-7F0B-26AD-CED8A0C3B158}" dt="2026-08-24T14:53:15.814" v="213" actId="1076"/>
        <pc:sldMkLst>
          <pc:docMk/>
          <pc:sldMk cId="0" sldId="262"/>
        </pc:sldMkLst>
        <pc:spChg chg="add mod">
          <ac:chgData name="Agamya R Jain" userId="5379bb5ac236f65f" providerId="Windows Live" clId="Web-{D9087409-9A4B-7F0B-26AD-CED8A0C3B158}" dt="2026-08-24T14:48:43.537" v="189" actId="20577"/>
          <ac:spMkLst>
            <pc:docMk/>
            <pc:sldMk cId="0" sldId="262"/>
            <ac:spMk id="10" creationId="{3D840960-112C-48B8-191D-F7660BA5C9B1}"/>
          </ac:spMkLst>
        </pc:spChg>
        <pc:spChg chg="add mod">
          <ac:chgData name="Agamya R Jain" userId="5379bb5ac236f65f" providerId="Windows Live" clId="Web-{D9087409-9A4B-7F0B-26AD-CED8A0C3B158}" dt="2026-08-24T14:51:32.295" v="206" actId="1076"/>
          <ac:spMkLst>
            <pc:docMk/>
            <pc:sldMk cId="0" sldId="262"/>
            <ac:spMk id="12" creationId="{78D6AF2B-B058-9E47-FEC3-11BA613EBF0C}"/>
          </ac:spMkLst>
        </pc:spChg>
        <pc:spChg chg="add mod">
          <ac:chgData name="Agamya R Jain" userId="5379bb5ac236f65f" providerId="Windows Live" clId="Web-{D9087409-9A4B-7F0B-26AD-CED8A0C3B158}" dt="2026-08-24T14:50:01.448" v="199" actId="1076"/>
          <ac:spMkLst>
            <pc:docMk/>
            <pc:sldMk cId="0" sldId="262"/>
            <ac:spMk id="15" creationId="{4F02A82D-27FD-8A24-FD80-9807BC2F5164}"/>
          </ac:spMkLst>
        </pc:spChg>
        <pc:spChg chg="add mod">
          <ac:chgData name="Agamya R Jain" userId="5379bb5ac236f65f" providerId="Windows Live" clId="Web-{D9087409-9A4B-7F0B-26AD-CED8A0C3B158}" dt="2026-08-24T14:47:06.718" v="184" actId="20577"/>
          <ac:spMkLst>
            <pc:docMk/>
            <pc:sldMk cId="0" sldId="262"/>
            <ac:spMk id="16" creationId="{2287300A-8245-4611-F42D-C0E61F33A0A3}"/>
          </ac:spMkLst>
        </pc:spChg>
        <pc:spChg chg="add mod">
          <ac:chgData name="Agamya R Jain" userId="5379bb5ac236f65f" providerId="Windows Live" clId="Web-{D9087409-9A4B-7F0B-26AD-CED8A0C3B158}" dt="2026-08-24T14:53:15.814" v="213" actId="1076"/>
          <ac:spMkLst>
            <pc:docMk/>
            <pc:sldMk cId="0" sldId="262"/>
            <ac:spMk id="17" creationId="{F464E40A-FB10-90ED-2616-057F190E0258}"/>
          </ac:spMkLst>
        </pc:spChg>
        <pc:spChg chg="add mod">
          <ac:chgData name="Agamya R Jain" userId="5379bb5ac236f65f" providerId="Windows Live" clId="Web-{D9087409-9A4B-7F0B-26AD-CED8A0C3B158}" dt="2026-08-24T14:50:01.588" v="200" actId="1076"/>
          <ac:spMkLst>
            <pc:docMk/>
            <pc:sldMk cId="0" sldId="262"/>
            <ac:spMk id="18" creationId="{5143B7BB-7AB2-CE51-1C2B-E9996A68AB20}"/>
          </ac:spMkLst>
        </pc:spChg>
        <pc:graphicFrameChg chg="mod modGraphic">
          <ac:chgData name="Agamya R Jain" userId="5379bb5ac236f65f" providerId="Windows Live" clId="Web-{D9087409-9A4B-7F0B-26AD-CED8A0C3B158}" dt="2026-08-24T14:52:11.468" v="210"/>
          <ac:graphicFrameMkLst>
            <pc:docMk/>
            <pc:sldMk cId="0" sldId="262"/>
            <ac:graphicFrameMk id="14" creationId="{361997E1-37DB-3F3C-7984-DDBC3ED69A87}"/>
          </ac:graphicFrameMkLst>
        </pc:graphicFrameChg>
        <pc:picChg chg="add mod">
          <ac:chgData name="Agamya R Jain" userId="5379bb5ac236f65f" providerId="Windows Live" clId="Web-{D9087409-9A4B-7F0B-26AD-CED8A0C3B158}" dt="2026-08-24T14:47:35.361" v="185" actId="14100"/>
          <ac:picMkLst>
            <pc:docMk/>
            <pc:sldMk cId="0" sldId="262"/>
            <ac:picMk id="3" creationId="{73F14177-06CF-E0F1-90CD-B3B1DF39BE7B}"/>
          </ac:picMkLst>
        </pc:picChg>
        <pc:picChg chg="add mod">
          <ac:chgData name="Agamya R Jain" userId="5379bb5ac236f65f" providerId="Windows Live" clId="Web-{D9087409-9A4B-7F0B-26AD-CED8A0C3B158}" dt="2026-08-24T14:51:59.765" v="207" actId="1076"/>
          <ac:picMkLst>
            <pc:docMk/>
            <pc:sldMk cId="0" sldId="262"/>
            <ac:picMk id="6" creationId="{56C8CFED-97DB-FCCE-63D7-20B82DD301CF}"/>
          </ac:picMkLst>
        </pc:picChg>
        <pc:picChg chg="add mod">
          <ac:chgData name="Agamya R Jain" userId="5379bb5ac236f65f" providerId="Windows Live" clId="Web-{D9087409-9A4B-7F0B-26AD-CED8A0C3B158}" dt="2026-08-24T14:50:01.307" v="198" actId="1076"/>
          <ac:picMkLst>
            <pc:docMk/>
            <pc:sldMk cId="0" sldId="262"/>
            <ac:picMk id="8" creationId="{666690C2-9D9F-25C6-4B8A-E9AF29A2DF2C}"/>
          </ac:picMkLst>
        </pc:picChg>
        <pc:picChg chg="mod">
          <ac:chgData name="Agamya R Jain" userId="5379bb5ac236f65f" providerId="Windows Live" clId="Web-{D9087409-9A4B-7F0B-26AD-CED8A0C3B158}" dt="2026-08-24T14:50:26.918" v="203" actId="1076"/>
          <ac:picMkLst>
            <pc:docMk/>
            <pc:sldMk cId="0" sldId="262"/>
            <ac:picMk id="273" creationId="{00000000-0000-0000-0000-000000000000}"/>
          </ac:picMkLst>
        </pc:picChg>
      </pc:sldChg>
    </pc:docChg>
  </pc:docChgLst>
  <pc:docChgLst>
    <pc:chgData name="Agamya R Jain" userId="5379bb5ac236f65f" providerId="Windows Live" clId="Web-{525C478A-3E67-9CEC-8650-B66D6B28100F}"/>
    <pc:docChg chg="modSld sldOrd">
      <pc:chgData name="Agamya R Jain" userId="5379bb5ac236f65f" providerId="Windows Live" clId="Web-{525C478A-3E67-9CEC-8650-B66D6B28100F}" dt="2026-08-18T17:43:08.895" v="300"/>
      <pc:docMkLst>
        <pc:docMk/>
      </pc:docMkLst>
      <pc:sldChg chg="delSp modSp mod setBg">
        <pc:chgData name="Agamya R Jain" userId="5379bb5ac236f65f" providerId="Windows Live" clId="Web-{525C478A-3E67-9CEC-8650-B66D6B28100F}" dt="2026-08-18T08:31:58.560" v="6"/>
        <pc:sldMkLst>
          <pc:docMk/>
          <pc:sldMk cId="0" sldId="256"/>
        </pc:sldMkLst>
        <pc:spChg chg="mod">
          <ac:chgData name="Agamya R Jain" userId="5379bb5ac236f65f" providerId="Windows Live" clId="Web-{525C478A-3E67-9CEC-8650-B66D6B28100F}" dt="2026-08-18T08:31:29.716" v="5" actId="20577"/>
          <ac:spMkLst>
            <pc:docMk/>
            <pc:sldMk cId="0" sldId="256"/>
            <ac:spMk id="98" creationId="{00000000-0000-0000-0000-000000000000}"/>
          </ac:spMkLst>
        </pc:spChg>
      </pc:sldChg>
      <pc:sldChg chg="addSp delSp modSp">
        <pc:chgData name="Agamya R Jain" userId="5379bb5ac236f65f" providerId="Windows Live" clId="Web-{525C478A-3E67-9CEC-8650-B66D6B28100F}" dt="2026-08-18T17:17:51.910" v="190" actId="20577"/>
        <pc:sldMkLst>
          <pc:docMk/>
          <pc:sldMk cId="0" sldId="257"/>
        </pc:sldMkLst>
        <pc:spChg chg="mod">
          <ac:chgData name="Agamya R Jain" userId="5379bb5ac236f65f" providerId="Windows Live" clId="Web-{525C478A-3E67-9CEC-8650-B66D6B28100F}" dt="2026-08-18T17:17:51.910" v="190" actId="20577"/>
          <ac:spMkLst>
            <pc:docMk/>
            <pc:sldMk cId="0" sldId="257"/>
            <ac:spMk id="116" creationId="{00000000-0000-0000-0000-000000000000}"/>
          </ac:spMkLst>
        </pc:spChg>
        <pc:spChg chg="mod">
          <ac:chgData name="Agamya R Jain" userId="5379bb5ac236f65f" providerId="Windows Live" clId="Web-{525C478A-3E67-9CEC-8650-B66D6B28100F}" dt="2026-08-18T09:07:13.245" v="55" actId="20577"/>
          <ac:spMkLst>
            <pc:docMk/>
            <pc:sldMk cId="0" sldId="257"/>
            <ac:spMk id="122" creationId="{00000000-0000-0000-0000-000000000000}"/>
          </ac:spMkLst>
        </pc:spChg>
        <pc:spChg chg="mod">
          <ac:chgData name="Agamya R Jain" userId="5379bb5ac236f65f" providerId="Windows Live" clId="Web-{525C478A-3E67-9CEC-8650-B66D6B28100F}" dt="2026-08-18T17:17:08.907" v="186" actId="14100"/>
          <ac:spMkLst>
            <pc:docMk/>
            <pc:sldMk cId="0" sldId="257"/>
            <ac:spMk id="123" creationId="{00000000-0000-0000-0000-000000000000}"/>
          </ac:spMkLst>
        </pc:spChg>
        <pc:spChg chg="mod">
          <ac:chgData name="Agamya R Jain" userId="5379bb5ac236f65f" providerId="Windows Live" clId="Web-{525C478A-3E67-9CEC-8650-B66D6B28100F}" dt="2026-08-18T09:27:17.440" v="136" actId="20577"/>
          <ac:spMkLst>
            <pc:docMk/>
            <pc:sldMk cId="0" sldId="257"/>
            <ac:spMk id="125" creationId="{00000000-0000-0000-0000-000000000000}"/>
          </ac:spMkLst>
        </pc:spChg>
        <pc:spChg chg="mod">
          <ac:chgData name="Agamya R Jain" userId="5379bb5ac236f65f" providerId="Windows Live" clId="Web-{525C478A-3E67-9CEC-8650-B66D6B28100F}" dt="2026-08-18T17:17:15.611" v="187" actId="14100"/>
          <ac:spMkLst>
            <pc:docMk/>
            <pc:sldMk cId="0" sldId="257"/>
            <ac:spMk id="126" creationId="{00000000-0000-0000-0000-000000000000}"/>
          </ac:spMkLst>
        </pc:spChg>
        <pc:spChg chg="mod">
          <ac:chgData name="Agamya R Jain" userId="5379bb5ac236f65f" providerId="Windows Live" clId="Web-{525C478A-3E67-9CEC-8650-B66D6B28100F}" dt="2026-08-18T09:27:41.034" v="140" actId="20577"/>
          <ac:spMkLst>
            <pc:docMk/>
            <pc:sldMk cId="0" sldId="257"/>
            <ac:spMk id="128" creationId="{00000000-0000-0000-0000-000000000000}"/>
          </ac:spMkLst>
        </pc:spChg>
        <pc:spChg chg="mod">
          <ac:chgData name="Agamya R Jain" userId="5379bb5ac236f65f" providerId="Windows Live" clId="Web-{525C478A-3E67-9CEC-8650-B66D6B28100F}" dt="2026-08-18T17:17:20.158" v="188" actId="14100"/>
          <ac:spMkLst>
            <pc:docMk/>
            <pc:sldMk cId="0" sldId="257"/>
            <ac:spMk id="129" creationId="{00000000-0000-0000-0000-000000000000}"/>
          </ac:spMkLst>
        </pc:spChg>
        <pc:picChg chg="add mod">
          <ac:chgData name="Agamya R Jain" userId="5379bb5ac236f65f" providerId="Windows Live" clId="Web-{525C478A-3E67-9CEC-8650-B66D6B28100F}" dt="2026-08-18T17:10:39.524" v="157"/>
          <ac:picMkLst>
            <pc:docMk/>
            <pc:sldMk cId="0" sldId="257"/>
            <ac:picMk id="3" creationId="{AE96C1FE-FA21-0078-A627-ADF9A3B94794}"/>
          </ac:picMkLst>
        </pc:picChg>
        <pc:picChg chg="add mod">
          <ac:chgData name="Agamya R Jain" userId="5379bb5ac236f65f" providerId="Windows Live" clId="Web-{525C478A-3E67-9CEC-8650-B66D6B28100F}" dt="2026-08-18T17:12:32.312" v="168" actId="1076"/>
          <ac:picMkLst>
            <pc:docMk/>
            <pc:sldMk cId="0" sldId="257"/>
            <ac:picMk id="4" creationId="{95BFF33D-EAC4-C5E6-C66C-DC5571A0D97E}"/>
          </ac:picMkLst>
        </pc:picChg>
        <pc:picChg chg="add mod">
          <ac:chgData name="Agamya R Jain" userId="5379bb5ac236f65f" providerId="Windows Live" clId="Web-{525C478A-3E67-9CEC-8650-B66D6B28100F}" dt="2026-08-18T17:15:24.401" v="178"/>
          <ac:picMkLst>
            <pc:docMk/>
            <pc:sldMk cId="0" sldId="257"/>
            <ac:picMk id="5" creationId="{84BC919E-3949-5661-4146-E21FB64FF24A}"/>
          </ac:picMkLst>
        </pc:picChg>
        <pc:picChg chg="mod">
          <ac:chgData name="Agamya R Jain" userId="5379bb5ac236f65f" providerId="Windows Live" clId="Web-{525C478A-3E67-9CEC-8650-B66D6B28100F}" dt="2026-08-18T08:34:09.158" v="18" actId="14100"/>
          <ac:picMkLst>
            <pc:docMk/>
            <pc:sldMk cId="0" sldId="257"/>
            <ac:picMk id="108" creationId="{00000000-0000-0000-0000-000000000000}"/>
          </ac:picMkLst>
        </pc:picChg>
        <pc:picChg chg="mod">
          <ac:chgData name="Agamya R Jain" userId="5379bb5ac236f65f" providerId="Windows Live" clId="Web-{525C478A-3E67-9CEC-8650-B66D6B28100F}" dt="2026-08-18T08:34:09.205" v="19" actId="14100"/>
          <ac:picMkLst>
            <pc:docMk/>
            <pc:sldMk cId="0" sldId="257"/>
            <ac:picMk id="109" creationId="{00000000-0000-0000-0000-000000000000}"/>
          </ac:picMkLst>
        </pc:picChg>
        <pc:picChg chg="mod">
          <ac:chgData name="Agamya R Jain" userId="5379bb5ac236f65f" providerId="Windows Live" clId="Web-{525C478A-3E67-9CEC-8650-B66D6B28100F}" dt="2026-08-18T08:34:09.268" v="20" actId="14100"/>
          <ac:picMkLst>
            <pc:docMk/>
            <pc:sldMk cId="0" sldId="257"/>
            <ac:picMk id="110" creationId="{00000000-0000-0000-0000-000000000000}"/>
          </ac:picMkLst>
        </pc:picChg>
        <pc:picChg chg="mod">
          <ac:chgData name="Agamya R Jain" userId="5379bb5ac236f65f" providerId="Windows Live" clId="Web-{525C478A-3E67-9CEC-8650-B66D6B28100F}" dt="2026-08-18T08:42:27.019" v="37" actId="1076"/>
          <ac:picMkLst>
            <pc:docMk/>
            <pc:sldMk cId="0" sldId="257"/>
            <ac:picMk id="121" creationId="{00000000-0000-0000-0000-000000000000}"/>
          </ac:picMkLst>
        </pc:picChg>
        <pc:picChg chg="mod">
          <ac:chgData name="Agamya R Jain" userId="5379bb5ac236f65f" providerId="Windows Live" clId="Web-{525C478A-3E67-9CEC-8650-B66D6B28100F}" dt="2026-08-18T09:09:58.720" v="84" actId="1076"/>
          <ac:picMkLst>
            <pc:docMk/>
            <pc:sldMk cId="0" sldId="257"/>
            <ac:picMk id="124" creationId="{00000000-0000-0000-0000-000000000000}"/>
          </ac:picMkLst>
        </pc:picChg>
        <pc:picChg chg="mod">
          <ac:chgData name="Agamya R Jain" userId="5379bb5ac236f65f" providerId="Windows Live" clId="Web-{525C478A-3E67-9CEC-8650-B66D6B28100F}" dt="2026-08-18T09:16:18.432" v="131" actId="1076"/>
          <ac:picMkLst>
            <pc:docMk/>
            <pc:sldMk cId="0" sldId="257"/>
            <ac:picMk id="127" creationId="{00000000-0000-0000-0000-000000000000}"/>
          </ac:picMkLst>
        </pc:picChg>
      </pc:sldChg>
      <pc:sldChg chg="delSp modSp">
        <pc:chgData name="Agamya R Jain" userId="5379bb5ac236f65f" providerId="Windows Live" clId="Web-{525C478A-3E67-9CEC-8650-B66D6B28100F}" dt="2026-08-18T17:26:18.817" v="203"/>
        <pc:sldMkLst>
          <pc:docMk/>
          <pc:sldMk cId="0" sldId="258"/>
        </pc:sldMkLst>
        <pc:spChg chg="mod">
          <ac:chgData name="Agamya R Jain" userId="5379bb5ac236f65f" providerId="Windows Live" clId="Web-{525C478A-3E67-9CEC-8650-B66D6B28100F}" dt="2026-08-18T17:25:46.768" v="202" actId="1076"/>
          <ac:spMkLst>
            <pc:docMk/>
            <pc:sldMk cId="0" sldId="258"/>
            <ac:spMk id="152" creationId="{00000000-0000-0000-0000-000000000000}"/>
          </ac:spMkLst>
        </pc:spChg>
        <pc:picChg chg="mod">
          <ac:chgData name="Agamya R Jain" userId="5379bb5ac236f65f" providerId="Windows Live" clId="Web-{525C478A-3E67-9CEC-8650-B66D6B28100F}" dt="2026-08-18T17:25:36.986" v="201" actId="1076"/>
          <ac:picMkLst>
            <pc:docMk/>
            <pc:sldMk cId="0" sldId="258"/>
            <ac:picMk id="174" creationId="{00000000-0000-0000-0000-000000000000}"/>
          </ac:picMkLst>
        </pc:picChg>
      </pc:sldChg>
      <pc:sldChg chg="delSp modSp">
        <pc:chgData name="Agamya R Jain" userId="5379bb5ac236f65f" providerId="Windows Live" clId="Web-{525C478A-3E67-9CEC-8650-B66D6B28100F}" dt="2026-08-18T17:30:02.987" v="226" actId="1076"/>
        <pc:sldMkLst>
          <pc:docMk/>
          <pc:sldMk cId="0" sldId="259"/>
        </pc:sldMkLst>
        <pc:spChg chg="mod">
          <ac:chgData name="Agamya R Jain" userId="5379bb5ac236f65f" providerId="Windows Live" clId="Web-{525C478A-3E67-9CEC-8650-B66D6B28100F}" dt="2026-08-18T17:30:02.987" v="226" actId="1076"/>
          <ac:spMkLst>
            <pc:docMk/>
            <pc:sldMk cId="0" sldId="259"/>
            <ac:spMk id="198" creationId="{00000000-0000-0000-0000-000000000000}"/>
          </ac:spMkLst>
        </pc:spChg>
      </pc:sldChg>
      <pc:sldChg chg="delSp modSp">
        <pc:chgData name="Agamya R Jain" userId="5379bb5ac236f65f" providerId="Windows Live" clId="Web-{525C478A-3E67-9CEC-8650-B66D6B28100F}" dt="2026-08-18T17:32:00.869" v="240" actId="1076"/>
        <pc:sldMkLst>
          <pc:docMk/>
          <pc:sldMk cId="0" sldId="260"/>
        </pc:sldMkLst>
        <pc:spChg chg="mod">
          <ac:chgData name="Agamya R Jain" userId="5379bb5ac236f65f" providerId="Windows Live" clId="Web-{525C478A-3E67-9CEC-8650-B66D6B28100F}" dt="2026-08-18T17:32:00.869" v="240" actId="1076"/>
          <ac:spMkLst>
            <pc:docMk/>
            <pc:sldMk cId="0" sldId="260"/>
            <ac:spMk id="240" creationId="{00000000-0000-0000-0000-000000000000}"/>
          </ac:spMkLst>
        </pc:spChg>
      </pc:sldChg>
      <pc:sldChg chg="delSp modSp">
        <pc:chgData name="Agamya R Jain" userId="5379bb5ac236f65f" providerId="Windows Live" clId="Web-{525C478A-3E67-9CEC-8650-B66D6B28100F}" dt="2026-08-18T17:32:50.935" v="255" actId="1076"/>
        <pc:sldMkLst>
          <pc:docMk/>
          <pc:sldMk cId="0" sldId="261"/>
        </pc:sldMkLst>
        <pc:spChg chg="mod">
          <ac:chgData name="Agamya R Jain" userId="5379bb5ac236f65f" providerId="Windows Live" clId="Web-{525C478A-3E67-9CEC-8650-B66D6B28100F}" dt="2026-08-18T17:32:50.935" v="255" actId="1076"/>
          <ac:spMkLst>
            <pc:docMk/>
            <pc:sldMk cId="0" sldId="261"/>
            <ac:spMk id="263" creationId="{00000000-0000-0000-0000-000000000000}"/>
          </ac:spMkLst>
        </pc:spChg>
      </pc:sldChg>
      <pc:sldChg chg="delSp modSp">
        <pc:chgData name="Agamya R Jain" userId="5379bb5ac236f65f" providerId="Windows Live" clId="Web-{525C478A-3E67-9CEC-8650-B66D6B28100F}" dt="2026-08-18T17:34:37.426" v="271" actId="1076"/>
        <pc:sldMkLst>
          <pc:docMk/>
          <pc:sldMk cId="0" sldId="262"/>
        </pc:sldMkLst>
        <pc:spChg chg="mod">
          <ac:chgData name="Agamya R Jain" userId="5379bb5ac236f65f" providerId="Windows Live" clId="Web-{525C478A-3E67-9CEC-8650-B66D6B28100F}" dt="2026-08-18T17:34:37.426" v="271" actId="1076"/>
          <ac:spMkLst>
            <pc:docMk/>
            <pc:sldMk cId="0" sldId="262"/>
            <ac:spMk id="284" creationId="{00000000-0000-0000-0000-000000000000}"/>
          </ac:spMkLst>
        </pc:spChg>
      </pc:sldChg>
      <pc:sldChg chg="delSp modSp">
        <pc:chgData name="Agamya R Jain" userId="5379bb5ac236f65f" providerId="Windows Live" clId="Web-{525C478A-3E67-9CEC-8650-B66D6B28100F}" dt="2026-08-18T17:36:14.073" v="285" actId="1076"/>
        <pc:sldMkLst>
          <pc:docMk/>
          <pc:sldMk cId="0" sldId="263"/>
        </pc:sldMkLst>
        <pc:spChg chg="mod">
          <ac:chgData name="Agamya R Jain" userId="5379bb5ac236f65f" providerId="Windows Live" clId="Web-{525C478A-3E67-9CEC-8650-B66D6B28100F}" dt="2026-08-18T17:36:14.073" v="285" actId="1076"/>
          <ac:spMkLst>
            <pc:docMk/>
            <pc:sldMk cId="0" sldId="263"/>
            <ac:spMk id="343" creationId="{00000000-0000-0000-0000-000000000000}"/>
          </ac:spMkLst>
        </pc:spChg>
      </pc:sldChg>
      <pc:sldChg chg="delSp modSp">
        <pc:chgData name="Agamya R Jain" userId="5379bb5ac236f65f" providerId="Windows Live" clId="Web-{525C478A-3E67-9CEC-8650-B66D6B28100F}" dt="2026-08-18T17:38:02.595" v="290" actId="20577"/>
        <pc:sldMkLst>
          <pc:docMk/>
          <pc:sldMk cId="0" sldId="264"/>
        </pc:sldMkLst>
        <pc:spChg chg="mod">
          <ac:chgData name="Agamya R Jain" userId="5379bb5ac236f65f" providerId="Windows Live" clId="Web-{525C478A-3E67-9CEC-8650-B66D6B28100F}" dt="2026-08-18T17:38:02.595" v="290" actId="20577"/>
          <ac:spMkLst>
            <pc:docMk/>
            <pc:sldMk cId="0" sldId="264"/>
            <ac:spMk id="376" creationId="{00000000-0000-0000-0000-000000000000}"/>
          </ac:spMkLst>
        </pc:spChg>
      </pc:sldChg>
      <pc:sldChg chg="delSp">
        <pc:chgData name="Agamya R Jain" userId="5379bb5ac236f65f" providerId="Windows Live" clId="Web-{525C478A-3E67-9CEC-8650-B66D6B28100F}" dt="2026-08-18T17:27:47.541" v="211"/>
        <pc:sldMkLst>
          <pc:docMk/>
          <pc:sldMk cId="0" sldId="266"/>
        </pc:sldMkLst>
      </pc:sldChg>
    </pc:docChg>
  </pc:docChgLst>
</pc:chgInfo>
</file>

<file path=ppt/charts/_rels/chart1.xml.rels><?xml version="1.0" encoding="UTF-8" standalone="yes"?>
<Relationships xmlns="http://schemas.openxmlformats.org/package/2006/relationships"><Relationship Id="rId3" Type="http://schemas.openxmlformats.org/officeDocument/2006/relationships/oleObject" Target="https://d.docs.live.net/5379BB5AC236F65F/Charts.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https://d.docs.live.net/5379BB5AC236F65F/Charts.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https://d.docs.live.net/5379BB5AC236F65F/Charts.xlsx"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https://d.docs.live.net/5379BB5AC236F65F/Charts.xlsx" TargetMode="External"/><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oleObject" Target="https://d.docs.live.net/5379BB5AC236F65F/Charts.xlsx" TargetMode="External"/><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oleObject" Target="https://d.docs.live.net/5379BB5AC236F65F/Charts.xlsx" TargetMode="External"/><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oleObject" Target="https://d.docs.live.net/5379BB5AC236F65F/Charts.xlsx" TargetMode="External"/><Relationship Id="rId2" Type="http://schemas.microsoft.com/office/2011/relationships/chartColorStyle" Target="colors7.xml"/><Relationship Id="rId1" Type="http://schemas.microsoft.com/office/2011/relationships/chartStyle" Target="style7.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clustered"/>
        <c:varyColors val="0"/>
        <c:ser>
          <c:idx val="0"/>
          <c:order val="0"/>
          <c:tx>
            <c:strRef>
              <c:f>TJ!$B$13</c:f>
              <c:strCache>
                <c:ptCount val="1"/>
                <c:pt idx="0">
                  <c:v>Excess Inventory Value</c:v>
                </c:pt>
              </c:strCache>
            </c:strRef>
          </c:tx>
          <c:spPr>
            <a:solidFill>
              <a:srgbClr val="1F52DB"/>
            </a:solidFill>
            <a:ln>
              <a:noFill/>
            </a:ln>
            <a:effectLst/>
          </c:spPr>
          <c:invertIfNegative val="0"/>
          <c:dPt>
            <c:idx val="0"/>
            <c:invertIfNegative val="0"/>
            <c:bubble3D val="0"/>
            <c:spPr>
              <a:solidFill>
                <a:srgbClr val="7332DF"/>
              </a:solidFill>
              <a:ln>
                <a:noFill/>
              </a:ln>
              <a:effectLst/>
            </c:spPr>
            <c:extLst>
              <c:ext xmlns:c16="http://schemas.microsoft.com/office/drawing/2014/chart" uri="{C3380CC4-5D6E-409C-BE32-E72D297353CC}">
                <c16:uniqueId val="{00000001-EA29-4E2D-933A-A6B9C3521A8D}"/>
              </c:ext>
            </c:extLst>
          </c:dPt>
          <c:dPt>
            <c:idx val="1"/>
            <c:invertIfNegative val="0"/>
            <c:bubble3D val="0"/>
            <c:spPr>
              <a:solidFill>
                <a:srgbClr val="0E7D74"/>
              </a:solidFill>
              <a:ln>
                <a:noFill/>
              </a:ln>
              <a:effectLst/>
            </c:spPr>
            <c:extLst>
              <c:ext xmlns:c16="http://schemas.microsoft.com/office/drawing/2014/chart" uri="{C3380CC4-5D6E-409C-BE32-E72D297353CC}">
                <c16:uniqueId val="{00000003-EA29-4E2D-933A-A6B9C3521A8D}"/>
              </c:ext>
            </c:extLst>
          </c:dPt>
          <c:dPt>
            <c:idx val="2"/>
            <c:invertIfNegative val="0"/>
            <c:bubble3D val="0"/>
            <c:spPr>
              <a:solidFill>
                <a:srgbClr val="036EA8"/>
              </a:solidFill>
              <a:ln>
                <a:noFill/>
              </a:ln>
              <a:effectLst/>
            </c:spPr>
            <c:extLst>
              <c:ext xmlns:c16="http://schemas.microsoft.com/office/drawing/2014/chart" uri="{C3380CC4-5D6E-409C-BE32-E72D297353CC}">
                <c16:uniqueId val="{00000005-EA29-4E2D-933A-A6B9C3521A8D}"/>
              </c:ext>
            </c:extLst>
          </c:dPt>
          <c:dLbls>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rgbClr val="FFFFFF"/>
                    </a:solidFill>
                    <a:latin typeface="+mn-lt"/>
                    <a:ea typeface="+mn-ea"/>
                    <a:cs typeface="+mn-cs"/>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TJ!$A$14:$A$17</c:f>
              <c:strCache>
                <c:ptCount val="4"/>
                <c:pt idx="0">
                  <c:v>Dolls</c:v>
                </c:pt>
                <c:pt idx="1">
                  <c:v>Puzzles</c:v>
                </c:pt>
                <c:pt idx="2">
                  <c:v>Action Figures</c:v>
                </c:pt>
                <c:pt idx="3">
                  <c:v>Board Games</c:v>
                </c:pt>
              </c:strCache>
            </c:strRef>
          </c:cat>
          <c:val>
            <c:numRef>
              <c:f>TJ!$B$14:$B$17</c:f>
              <c:numCache>
                <c:formatCode>[$₹-4009]#,##0.00,,"M"</c:formatCode>
                <c:ptCount val="4"/>
                <c:pt idx="0">
                  <c:v>43617210</c:v>
                </c:pt>
                <c:pt idx="1">
                  <c:v>44932010</c:v>
                </c:pt>
                <c:pt idx="2">
                  <c:v>53070300</c:v>
                </c:pt>
                <c:pt idx="3">
                  <c:v>66076320</c:v>
                </c:pt>
              </c:numCache>
            </c:numRef>
          </c:val>
          <c:extLst>
            <c:ext xmlns:c16="http://schemas.microsoft.com/office/drawing/2014/chart" uri="{C3380CC4-5D6E-409C-BE32-E72D297353CC}">
              <c16:uniqueId val="{00000006-EA29-4E2D-933A-A6B9C3521A8D}"/>
            </c:ext>
          </c:extLst>
        </c:ser>
        <c:dLbls>
          <c:showLegendKey val="0"/>
          <c:showVal val="0"/>
          <c:showCatName val="0"/>
          <c:showSerName val="0"/>
          <c:showPercent val="0"/>
          <c:showBubbleSize val="0"/>
        </c:dLbls>
        <c:gapWidth val="69"/>
        <c:axId val="430371848"/>
        <c:axId val="430373896"/>
      </c:barChart>
      <c:catAx>
        <c:axId val="430371848"/>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1" i="0" u="none" strike="noStrike" kern="1200" baseline="0">
                <a:solidFill>
                  <a:srgbClr val="000000"/>
                </a:solidFill>
                <a:latin typeface="Aptos Display"/>
                <a:ea typeface="Aptos Display"/>
                <a:cs typeface="Aptos Display"/>
              </a:defRPr>
            </a:pPr>
            <a:endParaRPr lang="en-US"/>
          </a:p>
        </c:txPr>
        <c:crossAx val="430373896"/>
        <c:crosses val="autoZero"/>
        <c:auto val="1"/>
        <c:lblAlgn val="ctr"/>
        <c:lblOffset val="100"/>
        <c:noMultiLvlLbl val="0"/>
      </c:catAx>
      <c:valAx>
        <c:axId val="430373896"/>
        <c:scaling>
          <c:orientation val="minMax"/>
        </c:scaling>
        <c:delete val="1"/>
        <c:axPos val="b"/>
        <c:numFmt formatCode="[$₹-4009]#,##0.00,,&quot;M&quot;" sourceLinked="1"/>
        <c:majorTickMark val="none"/>
        <c:minorTickMark val="none"/>
        <c:tickLblPos val="nextTo"/>
        <c:crossAx val="430371848"/>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TJ!$B$1</c:f>
              <c:strCache>
                <c:ptCount val="1"/>
                <c:pt idx="0">
                  <c:v>Excess Inventory Value</c:v>
                </c:pt>
              </c:strCache>
            </c:strRef>
          </c:tx>
          <c:spPr>
            <a:solidFill>
              <a:srgbClr val="1F52DB"/>
            </a:solidFill>
            <a:ln>
              <a:noFill/>
            </a:ln>
            <a:effectLst/>
          </c:spPr>
          <c:invertIfNegative val="0"/>
          <c:dLbls>
            <c:dLbl>
              <c:idx val="2"/>
              <c:layout>
                <c:manualLayout>
                  <c:x val="-1.9855595667870079E-2"/>
                  <c:y val="0"/>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6DD5-45FC-8741-C69C0B1F736C}"/>
                </c:ext>
              </c:extLst>
            </c:dLbl>
            <c:dLbl>
              <c:idx val="4"/>
              <c:layout>
                <c:manualLayout>
                  <c:x val="-1.263537906137184E-2"/>
                  <c:y val="0"/>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6DD5-45FC-8741-C69C0B1F736C}"/>
                </c:ext>
              </c:extLst>
            </c:dLbl>
            <c:spPr>
              <a:solidFill>
                <a:srgbClr val="1F52DB"/>
              </a:solidFill>
              <a:ln>
                <a:noFill/>
              </a:ln>
              <a:effectLst/>
            </c:spPr>
            <c:txPr>
              <a:bodyPr rot="0" spcFirstLastPara="1" vertOverflow="ellipsis" vert="horz" wrap="square" lIns="38100" tIns="19050" rIns="38100" bIns="19050" anchor="ctr" anchorCtr="1">
                <a:spAutoFit/>
              </a:bodyPr>
              <a:lstStyle/>
              <a:p>
                <a:pPr>
                  <a:defRPr sz="800" b="1" i="0" u="none" strike="noStrike" kern="1200" baseline="0">
                    <a:solidFill>
                      <a:srgbClr val="FFFFFF"/>
                    </a:solidFill>
                    <a:latin typeface="Aptos Display"/>
                    <a:ea typeface="Aptos Display"/>
                    <a:cs typeface="Aptos Display"/>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TJ!$A$2:$A$11</c:f>
              <c:strCache>
                <c:ptCount val="10"/>
                <c:pt idx="0">
                  <c:v>Monopoly Classic</c:v>
                </c:pt>
                <c:pt idx="1">
                  <c:v>Robo Defender</c:v>
                </c:pt>
                <c:pt idx="2">
                  <c:v>Baby Doll Deluxe</c:v>
                </c:pt>
                <c:pt idx="3">
                  <c:v>SuperHero Warrior</c:v>
                </c:pt>
                <c:pt idx="4">
                  <c:v>Princess Doll</c:v>
                </c:pt>
                <c:pt idx="5">
                  <c:v>Chess Master</c:v>
                </c:pt>
                <c:pt idx="6">
                  <c:v>Adventure Puzzle</c:v>
                </c:pt>
                <c:pt idx="7">
                  <c:v>Jigsaw Puzzle 500</c:v>
                </c:pt>
                <c:pt idx="8">
                  <c:v>Animal Puzzle</c:v>
                </c:pt>
                <c:pt idx="9">
                  <c:v>Family Ludo</c:v>
                </c:pt>
              </c:strCache>
            </c:strRef>
          </c:cat>
          <c:val>
            <c:numRef>
              <c:f>TJ!$B$2:$B$11</c:f>
              <c:numCache>
                <c:formatCode>[&gt;=1000000]\₹#,##0.00,,\ "M";General</c:formatCode>
                <c:ptCount val="10"/>
                <c:pt idx="0">
                  <c:v>37432800</c:v>
                </c:pt>
                <c:pt idx="1">
                  <c:v>29905200</c:v>
                </c:pt>
                <c:pt idx="2">
                  <c:v>24325560</c:v>
                </c:pt>
                <c:pt idx="3">
                  <c:v>23165100</c:v>
                </c:pt>
                <c:pt idx="4">
                  <c:v>19291650</c:v>
                </c:pt>
                <c:pt idx="5">
                  <c:v>17609700</c:v>
                </c:pt>
                <c:pt idx="6">
                  <c:v>16077040</c:v>
                </c:pt>
                <c:pt idx="7">
                  <c:v>15583250</c:v>
                </c:pt>
                <c:pt idx="8">
                  <c:v>13271720</c:v>
                </c:pt>
                <c:pt idx="9">
                  <c:v>11033820</c:v>
                </c:pt>
              </c:numCache>
            </c:numRef>
          </c:val>
          <c:extLst>
            <c:ext xmlns:c16="http://schemas.microsoft.com/office/drawing/2014/chart" uri="{C3380CC4-5D6E-409C-BE32-E72D297353CC}">
              <c16:uniqueId val="{00000002-6DD5-45FC-8741-C69C0B1F736C}"/>
            </c:ext>
          </c:extLst>
        </c:ser>
        <c:dLbls>
          <c:showLegendKey val="0"/>
          <c:showVal val="0"/>
          <c:showCatName val="0"/>
          <c:showSerName val="0"/>
          <c:showPercent val="0"/>
          <c:showBubbleSize val="0"/>
        </c:dLbls>
        <c:gapWidth val="200"/>
        <c:overlap val="-27"/>
        <c:axId val="192821768"/>
        <c:axId val="192815112"/>
      </c:barChart>
      <c:catAx>
        <c:axId val="19282176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800" b="1" i="0" u="none" strike="noStrike" kern="1200" baseline="0">
                <a:solidFill>
                  <a:srgbClr val="000000"/>
                </a:solidFill>
                <a:latin typeface="Aptos Display"/>
                <a:ea typeface="Aptos Display"/>
                <a:cs typeface="Aptos Display"/>
              </a:defRPr>
            </a:pPr>
            <a:endParaRPr lang="en-US"/>
          </a:p>
        </c:txPr>
        <c:crossAx val="192815112"/>
        <c:crosses val="autoZero"/>
        <c:auto val="1"/>
        <c:lblAlgn val="ctr"/>
        <c:lblOffset val="100"/>
        <c:noMultiLvlLbl val="0"/>
      </c:catAx>
      <c:valAx>
        <c:axId val="192815112"/>
        <c:scaling>
          <c:orientation val="minMax"/>
          <c:min val="5000000"/>
        </c:scaling>
        <c:delete val="0"/>
        <c:axPos val="l"/>
        <c:numFmt formatCode="[&gt;=1000000]\₹#,##0,,\ &quot;M&quot;;General" sourceLinked="0"/>
        <c:majorTickMark val="none"/>
        <c:minorTickMark val="none"/>
        <c:tickLblPos val="nextTo"/>
        <c:spPr>
          <a:noFill/>
          <a:ln>
            <a:noFill/>
          </a:ln>
          <a:effectLst/>
        </c:spPr>
        <c:txPr>
          <a:bodyPr rot="-60000000" spcFirstLastPara="1" vertOverflow="ellipsis" vert="horz" wrap="square" anchor="ctr" anchorCtr="1"/>
          <a:lstStyle/>
          <a:p>
            <a:pPr>
              <a:defRPr sz="800" b="1" i="0" u="none" strike="noStrike" kern="1200" baseline="0">
                <a:solidFill>
                  <a:srgbClr val="000000"/>
                </a:solidFill>
                <a:latin typeface="Aptos Display"/>
                <a:ea typeface="Aptos Display"/>
                <a:cs typeface="Aptos Display"/>
              </a:defRPr>
            </a:pPr>
            <a:endParaRPr lang="en-US"/>
          </a:p>
        </c:txPr>
        <c:crossAx val="192821768"/>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scatterChart>
        <c:scatterStyle val="lineMarker"/>
        <c:varyColors val="0"/>
        <c:ser>
          <c:idx val="0"/>
          <c:order val="0"/>
          <c:tx>
            <c:strRef>
              <c:f>TJ!B20</c:f>
              <c:strCache>
                <c:ptCount val="1"/>
                <c:pt idx="0">
                  <c:v>Action Figures</c:v>
                </c:pt>
              </c:strCache>
            </c:strRef>
          </c:tx>
          <c:spPr>
            <a:ln w="25400" cap="rnd">
              <a:noFill/>
              <a:round/>
            </a:ln>
            <a:effectLst/>
          </c:spPr>
          <c:marker>
            <c:symbol val="circle"/>
            <c:size val="10"/>
            <c:spPr>
              <a:solidFill>
                <a:srgbClr val="FFC000"/>
              </a:solidFill>
              <a:ln w="9525">
                <a:solidFill>
                  <a:srgbClr val="FFC000"/>
                </a:solidFill>
                <a:prstDash val="solid"/>
              </a:ln>
              <a:effectLst/>
            </c:spPr>
          </c:marker>
          <c:dLbls>
            <c:dLbl>
              <c:idx val="0"/>
              <c:tx>
                <c:rich>
                  <a:bodyPr/>
                  <a:lstStyle/>
                  <a:p>
                    <a:r>
                      <a:rPr lang="en-US"/>
                      <a:t>SuperHero Warrior</a:t>
                    </a:r>
                  </a:p>
                </c:rich>
              </c:tx>
              <c:dLblPos val="t"/>
              <c:showLegendKey val="0"/>
              <c:showVal val="0"/>
              <c:showCatName val="0"/>
              <c:showSerName val="1"/>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0-C069-4FDF-B9D6-CBF672B283C9}"/>
                </c:ext>
              </c:extLst>
            </c:dLbl>
            <c:dLbl>
              <c:idx val="1"/>
              <c:tx>
                <c:rich>
                  <a:bodyPr/>
                  <a:lstStyle/>
                  <a:p>
                    <a:r>
                      <a:rPr lang="en-US"/>
                      <a:t>Robo Defender</a:t>
                    </a:r>
                  </a:p>
                </c:rich>
              </c:tx>
              <c:dLblPos val="t"/>
              <c:showLegendKey val="0"/>
              <c:showVal val="0"/>
              <c:showCatName val="0"/>
              <c:showSerName val="1"/>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1-C069-4FDF-B9D6-CBF672B283C9}"/>
                </c:ext>
              </c:extLst>
            </c:dLbl>
            <c:spPr>
              <a:solidFill>
                <a:srgbClr val="F2F2F2"/>
              </a:solidFill>
              <a:ln>
                <a:noFill/>
              </a:ln>
              <a:effectLst/>
            </c:spPr>
            <c:txPr>
              <a:bodyPr rot="0" spcFirstLastPara="1" vertOverflow="ellipsis" vert="horz" wrap="square" lIns="38100" tIns="19050" rIns="38100" bIns="19050" anchor="ctr" anchorCtr="1">
                <a:spAutoFit/>
              </a:bodyPr>
              <a:lstStyle/>
              <a:p>
                <a:pPr>
                  <a:defRPr sz="800" b="1" i="0" u="none" strike="noStrike" kern="1200" baseline="0">
                    <a:solidFill>
                      <a:srgbClr val="000000"/>
                    </a:solidFill>
                    <a:latin typeface="Aptos Display"/>
                    <a:ea typeface="Aptos Display"/>
                    <a:cs typeface="Aptos Display"/>
                  </a:defRPr>
                </a:pPr>
                <a:endParaRPr lang="en-US"/>
              </a:p>
            </c:txPr>
            <c:dLblPos val="t"/>
            <c:showLegendKey val="0"/>
            <c:showVal val="0"/>
            <c:showCatName val="0"/>
            <c:showSerName val="1"/>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xVal>
            <c:numRef>
              <c:f>TJ!G20:G21</c:f>
              <c:numCache>
                <c:formatCode>General</c:formatCode>
                <c:ptCount val="2"/>
                <c:pt idx="0">
                  <c:v>5832</c:v>
                </c:pt>
                <c:pt idx="1">
                  <c:v>6273</c:v>
                </c:pt>
              </c:numCache>
            </c:numRef>
          </c:xVal>
          <c:yVal>
            <c:numRef>
              <c:f>TJ!C20:C21</c:f>
              <c:numCache>
                <c:formatCode>General</c:formatCode>
                <c:ptCount val="2"/>
                <c:pt idx="0">
                  <c:v>2</c:v>
                </c:pt>
                <c:pt idx="1">
                  <c:v>0</c:v>
                </c:pt>
              </c:numCache>
            </c:numRef>
          </c:yVal>
          <c:smooth val="0"/>
          <c:extLst>
            <c:ext xmlns:c16="http://schemas.microsoft.com/office/drawing/2014/chart" uri="{C3380CC4-5D6E-409C-BE32-E72D297353CC}">
              <c16:uniqueId val="{00000002-C069-4FDF-B9D6-CBF672B283C9}"/>
            </c:ext>
          </c:extLst>
        </c:ser>
        <c:ser>
          <c:idx val="1"/>
          <c:order val="1"/>
          <c:tx>
            <c:strRef>
              <c:f>TJ!B22</c:f>
              <c:strCache>
                <c:ptCount val="1"/>
                <c:pt idx="0">
                  <c:v>Board Games</c:v>
                </c:pt>
              </c:strCache>
            </c:strRef>
          </c:tx>
          <c:spPr>
            <a:ln w="25400" cap="rnd">
              <a:noFill/>
              <a:round/>
            </a:ln>
            <a:effectLst/>
          </c:spPr>
          <c:marker>
            <c:symbol val="circle"/>
            <c:size val="8"/>
            <c:spPr>
              <a:solidFill>
                <a:srgbClr val="00B050"/>
              </a:solidFill>
              <a:ln w="9525">
                <a:solidFill>
                  <a:srgbClr val="00B050"/>
                </a:solidFill>
                <a:prstDash val="solid"/>
              </a:ln>
              <a:effectLst/>
            </c:spPr>
          </c:marker>
          <c:dLbls>
            <c:dLbl>
              <c:idx val="0"/>
              <c:layout>
                <c:manualLayout>
                  <c:x val="-0.11458333333333333"/>
                  <c:y val="-0.21180555555555555"/>
                </c:manualLayout>
              </c:layout>
              <c:tx>
                <c:rich>
                  <a:bodyPr/>
                  <a:lstStyle/>
                  <a:p>
                    <a:r>
                      <a:rPr lang="en-US"/>
                      <a:t>Chess Master</a:t>
                    </a:r>
                  </a:p>
                </c:rich>
              </c:tx>
              <c:showLegendKey val="0"/>
              <c:showVal val="0"/>
              <c:showCatName val="0"/>
              <c:showSerName val="1"/>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3-C069-4FDF-B9D6-CBF672B283C9}"/>
                </c:ext>
              </c:extLst>
            </c:dLbl>
            <c:dLbl>
              <c:idx val="1"/>
              <c:layout>
                <c:manualLayout>
                  <c:x val="-0.17916666666666667"/>
                  <c:y val="-0.3125"/>
                </c:manualLayout>
              </c:layout>
              <c:tx>
                <c:rich>
                  <a:bodyPr/>
                  <a:lstStyle/>
                  <a:p>
                    <a:r>
                      <a:rPr lang="en-US"/>
                      <a:t>Family Ludo</a:t>
                    </a:r>
                  </a:p>
                </c:rich>
              </c:tx>
              <c:showLegendKey val="0"/>
              <c:showVal val="0"/>
              <c:showCatName val="0"/>
              <c:showSerName val="1"/>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4-C069-4FDF-B9D6-CBF672B283C9}"/>
                </c:ext>
              </c:extLst>
            </c:dLbl>
            <c:dLbl>
              <c:idx val="2"/>
              <c:layout>
                <c:manualLayout>
                  <c:x val="0.12916666666666662"/>
                  <c:y val="-0.24305555555555555"/>
                </c:manualLayout>
              </c:layout>
              <c:tx>
                <c:rich>
                  <a:bodyPr/>
                  <a:lstStyle/>
                  <a:p>
                    <a:r>
                      <a:rPr lang="en-US"/>
                      <a:t>Monopoly Classic</a:t>
                    </a:r>
                  </a:p>
                </c:rich>
              </c:tx>
              <c:showLegendKey val="0"/>
              <c:showVal val="0"/>
              <c:showCatName val="0"/>
              <c:showSerName val="1"/>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5-C069-4FDF-B9D6-CBF672B283C9}"/>
                </c:ext>
              </c:extLst>
            </c:dLbl>
            <c:spPr>
              <a:solidFill>
                <a:srgbClr val="F2F2F2"/>
              </a:solidFill>
              <a:ln>
                <a:noFill/>
              </a:ln>
              <a:effectLst/>
            </c:spPr>
            <c:txPr>
              <a:bodyPr rot="0" spcFirstLastPara="1" vertOverflow="ellipsis" vert="horz" wrap="square" lIns="38100" tIns="19050" rIns="38100" bIns="19050" anchor="ctr" anchorCtr="1">
                <a:spAutoFit/>
              </a:bodyPr>
              <a:lstStyle/>
              <a:p>
                <a:pPr>
                  <a:defRPr sz="800" b="1" i="0" u="none" strike="noStrike" kern="1200" baseline="0">
                    <a:solidFill>
                      <a:srgbClr val="000000"/>
                    </a:solidFill>
                    <a:latin typeface="Aptos Display"/>
                    <a:ea typeface="Aptos Display"/>
                    <a:cs typeface="Aptos Display"/>
                  </a:defRPr>
                </a:pPr>
                <a:endParaRPr lang="en-US"/>
              </a:p>
            </c:txPr>
            <c:showLegendKey val="0"/>
            <c:showVal val="0"/>
            <c:showCatName val="0"/>
            <c:showSerName val="1"/>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xVal>
            <c:numRef>
              <c:f>TJ!G22:G24</c:f>
              <c:numCache>
                <c:formatCode>General</c:formatCode>
                <c:ptCount val="3"/>
                <c:pt idx="0">
                  <c:v>4237</c:v>
                </c:pt>
                <c:pt idx="1">
                  <c:v>4620</c:v>
                </c:pt>
                <c:pt idx="2">
                  <c:v>4800</c:v>
                </c:pt>
              </c:numCache>
            </c:numRef>
          </c:xVal>
          <c:yVal>
            <c:numRef>
              <c:f>TJ!C22:C24</c:f>
              <c:numCache>
                <c:formatCode>General</c:formatCode>
                <c:ptCount val="3"/>
                <c:pt idx="0">
                  <c:v>0</c:v>
                </c:pt>
                <c:pt idx="1">
                  <c:v>0</c:v>
                </c:pt>
                <c:pt idx="2">
                  <c:v>0</c:v>
                </c:pt>
              </c:numCache>
            </c:numRef>
          </c:yVal>
          <c:smooth val="0"/>
          <c:extLst>
            <c:ext xmlns:c16="http://schemas.microsoft.com/office/drawing/2014/chart" uri="{C3380CC4-5D6E-409C-BE32-E72D297353CC}">
              <c16:uniqueId val="{00000006-C069-4FDF-B9D6-CBF672B283C9}"/>
            </c:ext>
          </c:extLst>
        </c:ser>
        <c:ser>
          <c:idx val="2"/>
          <c:order val="2"/>
          <c:tx>
            <c:strRef>
              <c:f>TJ!B25</c:f>
              <c:strCache>
                <c:ptCount val="1"/>
                <c:pt idx="0">
                  <c:v>Dolls</c:v>
                </c:pt>
              </c:strCache>
            </c:strRef>
          </c:tx>
          <c:spPr>
            <a:ln w="25400" cap="rnd">
              <a:noFill/>
              <a:round/>
            </a:ln>
            <a:effectLst/>
          </c:spPr>
          <c:marker>
            <c:symbol val="circle"/>
            <c:size val="10"/>
            <c:spPr>
              <a:solidFill>
                <a:srgbClr val="002060"/>
              </a:solidFill>
              <a:ln w="9525">
                <a:solidFill>
                  <a:srgbClr val="002060"/>
                </a:solidFill>
                <a:prstDash val="solid"/>
              </a:ln>
              <a:effectLst/>
            </c:spPr>
          </c:marker>
          <c:dLbls>
            <c:dLbl>
              <c:idx val="0"/>
              <c:tx>
                <c:rich>
                  <a:bodyPr/>
                  <a:lstStyle/>
                  <a:p>
                    <a:r>
                      <a:rPr lang="en-US"/>
                      <a:t>Princess Doll</a:t>
                    </a:r>
                  </a:p>
                </c:rich>
              </c:tx>
              <c:dLblPos val="b"/>
              <c:showLegendKey val="0"/>
              <c:showVal val="0"/>
              <c:showCatName val="0"/>
              <c:showSerName val="1"/>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7-C069-4FDF-B9D6-CBF672B283C9}"/>
                </c:ext>
              </c:extLst>
            </c:dLbl>
            <c:dLbl>
              <c:idx val="1"/>
              <c:tx>
                <c:rich>
                  <a:bodyPr/>
                  <a:lstStyle/>
                  <a:p>
                    <a:r>
                      <a:rPr lang="en-US"/>
                      <a:t>Baby Doll Deluxe</a:t>
                    </a:r>
                  </a:p>
                </c:rich>
              </c:tx>
              <c:dLblPos val="b"/>
              <c:showLegendKey val="0"/>
              <c:showVal val="0"/>
              <c:showCatName val="0"/>
              <c:showSerName val="1"/>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8-C069-4FDF-B9D6-CBF672B283C9}"/>
                </c:ext>
              </c:extLst>
            </c:dLbl>
            <c:spPr>
              <a:solidFill>
                <a:srgbClr val="F2F2F2"/>
              </a:solidFill>
              <a:ln>
                <a:noFill/>
              </a:ln>
              <a:effectLst/>
            </c:spPr>
            <c:txPr>
              <a:bodyPr rot="0" spcFirstLastPara="1" vertOverflow="ellipsis" vert="horz" wrap="square" lIns="38100" tIns="19050" rIns="38100" bIns="19050" anchor="ctr" anchorCtr="1">
                <a:spAutoFit/>
              </a:bodyPr>
              <a:lstStyle/>
              <a:p>
                <a:pPr>
                  <a:defRPr sz="800" b="1" i="0" u="none" strike="noStrike" kern="1200" baseline="0">
                    <a:solidFill>
                      <a:srgbClr val="000000"/>
                    </a:solidFill>
                    <a:latin typeface="Aptos Display"/>
                    <a:ea typeface="Aptos Display"/>
                    <a:cs typeface="Aptos Display"/>
                  </a:defRPr>
                </a:pPr>
                <a:endParaRPr lang="en-US"/>
              </a:p>
            </c:txPr>
            <c:dLblPos val="b"/>
            <c:showLegendKey val="0"/>
            <c:showVal val="0"/>
            <c:showCatName val="0"/>
            <c:showSerName val="1"/>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xVal>
            <c:numRef>
              <c:f>TJ!G25:G26</c:f>
              <c:numCache>
                <c:formatCode>General</c:formatCode>
                <c:ptCount val="2"/>
                <c:pt idx="0">
                  <c:v>6731</c:v>
                </c:pt>
                <c:pt idx="1">
                  <c:v>6845</c:v>
                </c:pt>
              </c:numCache>
            </c:numRef>
          </c:xVal>
          <c:yVal>
            <c:numRef>
              <c:f>TJ!C25:C26</c:f>
              <c:numCache>
                <c:formatCode>General</c:formatCode>
                <c:ptCount val="2"/>
                <c:pt idx="0">
                  <c:v>5</c:v>
                </c:pt>
                <c:pt idx="1">
                  <c:v>2</c:v>
                </c:pt>
              </c:numCache>
            </c:numRef>
          </c:yVal>
          <c:smooth val="0"/>
          <c:extLst>
            <c:ext xmlns:c16="http://schemas.microsoft.com/office/drawing/2014/chart" uri="{C3380CC4-5D6E-409C-BE32-E72D297353CC}">
              <c16:uniqueId val="{00000009-C069-4FDF-B9D6-CBF672B283C9}"/>
            </c:ext>
          </c:extLst>
        </c:ser>
        <c:ser>
          <c:idx val="3"/>
          <c:order val="3"/>
          <c:tx>
            <c:strRef>
              <c:f>TJ!B29</c:f>
              <c:strCache>
                <c:ptCount val="1"/>
                <c:pt idx="0">
                  <c:v>Puzzles</c:v>
                </c:pt>
              </c:strCache>
            </c:strRef>
          </c:tx>
          <c:spPr>
            <a:ln w="25400" cap="rnd">
              <a:noFill/>
              <a:round/>
            </a:ln>
            <a:effectLst/>
          </c:spPr>
          <c:marker>
            <c:symbol val="circle"/>
            <c:size val="8"/>
            <c:spPr>
              <a:solidFill>
                <a:srgbClr val="0070C0"/>
              </a:solidFill>
              <a:ln w="9525">
                <a:solidFill>
                  <a:srgbClr val="0070C0"/>
                </a:solidFill>
                <a:prstDash val="solid"/>
              </a:ln>
              <a:effectLst/>
            </c:spPr>
          </c:marker>
          <c:dLbls>
            <c:dLbl>
              <c:idx val="0"/>
              <c:layout>
                <c:manualLayout>
                  <c:x val="-0.12916666666666668"/>
                  <c:y val="-0.41666666666666669"/>
                </c:manualLayout>
              </c:layout>
              <c:tx>
                <c:rich>
                  <a:bodyPr/>
                  <a:lstStyle/>
                  <a:p>
                    <a:r>
                      <a:rPr lang="en-US"/>
                      <a:t>Adventure Puzzle</a:t>
                    </a:r>
                  </a:p>
                </c:rich>
              </c:tx>
              <c:showLegendKey val="0"/>
              <c:showVal val="0"/>
              <c:showCatName val="0"/>
              <c:showSerName val="1"/>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A-C069-4FDF-B9D6-CBF672B283C9}"/>
                </c:ext>
              </c:extLst>
            </c:dLbl>
            <c:dLbl>
              <c:idx val="1"/>
              <c:layout>
                <c:manualLayout>
                  <c:x val="1.8749999999999951E-2"/>
                  <c:y val="-0.30555555555555558"/>
                </c:manualLayout>
              </c:layout>
              <c:tx>
                <c:rich>
                  <a:bodyPr/>
                  <a:lstStyle/>
                  <a:p>
                    <a:r>
                      <a:rPr lang="en-US"/>
                      <a:t>Animal Puzzle</a:t>
                    </a:r>
                  </a:p>
                </c:rich>
              </c:tx>
              <c:showLegendKey val="0"/>
              <c:showVal val="0"/>
              <c:showCatName val="0"/>
              <c:showSerName val="1"/>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B-C069-4FDF-B9D6-CBF672B283C9}"/>
                </c:ext>
              </c:extLst>
            </c:dLbl>
            <c:dLbl>
              <c:idx val="2"/>
              <c:layout>
                <c:manualLayout>
                  <c:x val="0.11666666666666667"/>
                  <c:y val="-0.13888888888888898"/>
                </c:manualLayout>
              </c:layout>
              <c:tx>
                <c:rich>
                  <a:bodyPr/>
                  <a:lstStyle/>
                  <a:p>
                    <a:r>
                      <a:rPr lang="en-US"/>
                      <a:t>Jigsaw Puzzle 500</a:t>
                    </a:r>
                  </a:p>
                </c:rich>
              </c:tx>
              <c:showLegendKey val="0"/>
              <c:showVal val="0"/>
              <c:showCatName val="0"/>
              <c:showSerName val="1"/>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C-C069-4FDF-B9D6-CBF672B283C9}"/>
                </c:ext>
              </c:extLst>
            </c:dLbl>
            <c:spPr>
              <a:solidFill>
                <a:srgbClr val="F2F2F2"/>
              </a:solidFill>
              <a:ln>
                <a:noFill/>
              </a:ln>
              <a:effectLst/>
            </c:spPr>
            <c:txPr>
              <a:bodyPr rot="0" spcFirstLastPara="1" vertOverflow="ellipsis" vert="horz" wrap="square" lIns="38100" tIns="19050" rIns="38100" bIns="19050" anchor="ctr" anchorCtr="1">
                <a:spAutoFit/>
              </a:bodyPr>
              <a:lstStyle/>
              <a:p>
                <a:pPr>
                  <a:defRPr sz="800" b="1" i="0" u="none" strike="noStrike" kern="1200" baseline="0">
                    <a:solidFill>
                      <a:srgbClr val="000000"/>
                    </a:solidFill>
                    <a:latin typeface="Aptos Display"/>
                    <a:ea typeface="Aptos Display"/>
                    <a:cs typeface="Aptos Display"/>
                  </a:defRPr>
                </a:pPr>
                <a:endParaRPr lang="en-US"/>
              </a:p>
            </c:txPr>
            <c:showLegendKey val="0"/>
            <c:showVal val="0"/>
            <c:showCatName val="0"/>
            <c:showSerName val="1"/>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xVal>
            <c:numRef>
              <c:f>TJ!G27:G29</c:f>
              <c:numCache>
                <c:formatCode>General</c:formatCode>
                <c:ptCount val="3"/>
                <c:pt idx="0">
                  <c:v>4680</c:v>
                </c:pt>
                <c:pt idx="1">
                  <c:v>4688</c:v>
                </c:pt>
                <c:pt idx="2">
                  <c:v>4895</c:v>
                </c:pt>
              </c:numCache>
            </c:numRef>
          </c:xVal>
          <c:yVal>
            <c:numRef>
              <c:f>TJ!C27:C29</c:f>
              <c:numCache>
                <c:formatCode>General</c:formatCode>
                <c:ptCount val="3"/>
                <c:pt idx="0">
                  <c:v>0</c:v>
                </c:pt>
                <c:pt idx="1">
                  <c:v>0</c:v>
                </c:pt>
                <c:pt idx="2">
                  <c:v>0</c:v>
                </c:pt>
              </c:numCache>
            </c:numRef>
          </c:yVal>
          <c:smooth val="0"/>
          <c:extLst>
            <c:ext xmlns:c16="http://schemas.microsoft.com/office/drawing/2014/chart" uri="{C3380CC4-5D6E-409C-BE32-E72D297353CC}">
              <c16:uniqueId val="{0000000D-C069-4FDF-B9D6-CBF672B283C9}"/>
            </c:ext>
          </c:extLst>
        </c:ser>
        <c:dLbls>
          <c:showLegendKey val="0"/>
          <c:showVal val="0"/>
          <c:showCatName val="0"/>
          <c:showSerName val="0"/>
          <c:showPercent val="0"/>
          <c:showBubbleSize val="0"/>
        </c:dLbls>
        <c:axId val="940002823"/>
        <c:axId val="940013575"/>
      </c:scatterChart>
      <c:valAx>
        <c:axId val="940002823"/>
        <c:scaling>
          <c:orientation val="minMax"/>
          <c:max val="7000"/>
          <c:min val="4000"/>
        </c:scaling>
        <c:delete val="0"/>
        <c:axPos val="b"/>
        <c:title>
          <c:tx>
            <c:rich>
              <a:bodyPr rot="0" spcFirstLastPara="1" vertOverflow="ellipsis" vert="horz" wrap="square" anchor="ctr" anchorCtr="1"/>
              <a:lstStyle/>
              <a:p>
                <a:pPr>
                  <a:defRPr sz="1000" b="1" i="0" u="none" strike="noStrike" kern="1200" baseline="0">
                    <a:solidFill>
                      <a:srgbClr val="000000"/>
                    </a:solidFill>
                    <a:latin typeface="Aptos Display"/>
                    <a:ea typeface="Aptos Display"/>
                    <a:cs typeface="Aptos Display"/>
                  </a:defRPr>
                </a:pPr>
                <a:r>
                  <a:rPr lang="en-US"/>
                  <a:t>Units Sold</a:t>
                </a:r>
              </a:p>
            </c:rich>
          </c:tx>
          <c:overlay val="0"/>
          <c:spPr>
            <a:noFill/>
            <a:ln>
              <a:noFill/>
            </a:ln>
            <a:effectLst/>
          </c:spPr>
          <c:txPr>
            <a:bodyPr rot="0" spcFirstLastPara="1" vertOverflow="ellipsis" vert="horz" wrap="square" anchor="ctr" anchorCtr="1"/>
            <a:lstStyle/>
            <a:p>
              <a:pPr>
                <a:defRPr sz="1000" b="1" i="0" u="none" strike="noStrike" kern="1200" baseline="0">
                  <a:solidFill>
                    <a:srgbClr val="000000"/>
                  </a:solidFill>
                  <a:latin typeface="Aptos Display"/>
                  <a:ea typeface="Aptos Display"/>
                  <a:cs typeface="Aptos Display"/>
                </a:defRPr>
              </a:pPr>
              <a:endParaRPr lang="en-US"/>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1" i="0" u="none" strike="noStrike" kern="1200" baseline="0">
                <a:solidFill>
                  <a:srgbClr val="000000"/>
                </a:solidFill>
                <a:latin typeface="Aptos Display"/>
                <a:ea typeface="Aptos Display"/>
                <a:cs typeface="Aptos Display"/>
              </a:defRPr>
            </a:pPr>
            <a:endParaRPr lang="en-US"/>
          </a:p>
        </c:txPr>
        <c:crossAx val="940013575"/>
        <c:crosses val="autoZero"/>
        <c:crossBetween val="midCat"/>
        <c:majorUnit val="500"/>
      </c:valAx>
      <c:valAx>
        <c:axId val="940013575"/>
        <c:scaling>
          <c:orientation val="minMax"/>
          <c:max val="5"/>
          <c:min val="0"/>
        </c:scaling>
        <c:delete val="0"/>
        <c:axPos val="l"/>
        <c:title>
          <c:tx>
            <c:rich>
              <a:bodyPr rot="-5400000" spcFirstLastPara="1" vertOverflow="ellipsis" vert="horz" wrap="square" anchor="ctr" anchorCtr="1"/>
              <a:lstStyle/>
              <a:p>
                <a:pPr>
                  <a:defRPr sz="1000" b="1" i="0" u="none" strike="noStrike" kern="1200" baseline="0">
                    <a:solidFill>
                      <a:srgbClr val="000000"/>
                    </a:solidFill>
                    <a:latin typeface="Aptos Display"/>
                    <a:ea typeface="Aptos Display"/>
                    <a:cs typeface="Aptos Display"/>
                  </a:defRPr>
                </a:pPr>
                <a:r>
                  <a:rPr lang="en-US"/>
                  <a:t>Stockout Events</a:t>
                </a:r>
              </a:p>
            </c:rich>
          </c:tx>
          <c:overlay val="0"/>
          <c:spPr>
            <a:noFill/>
            <a:ln>
              <a:noFill/>
            </a:ln>
            <a:effectLst/>
          </c:spPr>
          <c:txPr>
            <a:bodyPr rot="-5400000" spcFirstLastPara="1" vertOverflow="ellipsis" vert="horz" wrap="square" anchor="ctr" anchorCtr="1"/>
            <a:lstStyle/>
            <a:p>
              <a:pPr>
                <a:defRPr sz="1000" b="1" i="0" u="none" strike="noStrike" kern="1200" baseline="0">
                  <a:solidFill>
                    <a:srgbClr val="000000"/>
                  </a:solidFill>
                  <a:latin typeface="Aptos Display"/>
                  <a:ea typeface="Aptos Display"/>
                  <a:cs typeface="Aptos Display"/>
                </a:defRPr>
              </a:pPr>
              <a:endParaRPr lang="en-US"/>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1" i="0" u="none" strike="noStrike" kern="1200" baseline="0">
                <a:solidFill>
                  <a:srgbClr val="000000"/>
                </a:solidFill>
                <a:latin typeface="Aptos Display"/>
                <a:ea typeface="Aptos Display"/>
                <a:cs typeface="Aptos Display"/>
              </a:defRPr>
            </a:pPr>
            <a:endParaRPr lang="en-US"/>
          </a:p>
        </c:txPr>
        <c:crossAx val="940002823"/>
        <c:crosses val="autoZero"/>
        <c:crossBetween val="midCat"/>
        <c:majorUnit val="1"/>
      </c:valAx>
      <c:spPr>
        <a:noFill/>
        <a:ln>
          <a:noFill/>
        </a:ln>
        <a:effectLst/>
      </c:spPr>
    </c:plotArea>
    <c:legend>
      <c:legendPos val="tr"/>
      <c:layout>
        <c:manualLayout>
          <c:xMode val="edge"/>
          <c:yMode val="edge"/>
          <c:x val="0.1387587489063867"/>
          <c:y val="1.7361111111111112E-2"/>
          <c:w val="0.16842738407699037"/>
          <c:h val="0.29013560804899385"/>
        </c:manualLayout>
      </c:layout>
      <c:overlay val="1"/>
      <c:spPr>
        <a:noFill/>
        <a:ln>
          <a:noFill/>
        </a:ln>
        <a:effectLst/>
      </c:spPr>
      <c:txPr>
        <a:bodyPr rot="0" spcFirstLastPara="1" vertOverflow="ellipsis" vert="horz" wrap="square" anchor="ctr" anchorCtr="1"/>
        <a:lstStyle/>
        <a:p>
          <a:pPr>
            <a:defRPr sz="800" b="1" i="0" u="none" strike="noStrike" kern="1200" baseline="0">
              <a:solidFill>
                <a:srgbClr val="000000"/>
              </a:solidFill>
              <a:latin typeface="Aptos Display"/>
              <a:ea typeface="Aptos Display"/>
              <a:cs typeface="Aptos Display"/>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TJ!$C$31</c:f>
              <c:strCache>
                <c:ptCount val="1"/>
                <c:pt idx="0">
                  <c:v>Total Inventory Value</c:v>
                </c:pt>
              </c:strCache>
            </c:strRef>
          </c:tx>
          <c:spPr>
            <a:ln w="28575" cap="rnd">
              <a:solidFill>
                <a:srgbClr val="002060"/>
              </a:solidFill>
              <a:prstDash val="solid"/>
              <a:round/>
            </a:ln>
            <a:effectLst/>
          </c:spPr>
          <c:marker>
            <c:symbol val="square"/>
            <c:size val="5"/>
            <c:spPr>
              <a:solidFill>
                <a:srgbClr val="002060"/>
              </a:solidFill>
              <a:ln w="9525">
                <a:solidFill>
                  <a:srgbClr val="002060"/>
                </a:solidFill>
                <a:prstDash val="solid"/>
              </a:ln>
              <a:effectLst/>
            </c:spPr>
          </c:marker>
          <c:dLbls>
            <c:dLbl>
              <c:idx val="0"/>
              <c:delete val="1"/>
              <c:extLst>
                <c:ext xmlns:c15="http://schemas.microsoft.com/office/drawing/2012/chart" uri="{CE6537A1-D6FC-4f65-9D91-7224C49458BB}"/>
                <c:ext xmlns:c16="http://schemas.microsoft.com/office/drawing/2014/chart" uri="{C3380CC4-5D6E-409C-BE32-E72D297353CC}">
                  <c16:uniqueId val="{00000000-8E6A-4761-9261-8A80128E539F}"/>
                </c:ext>
              </c:extLst>
            </c:dLbl>
            <c:dLbl>
              <c:idx val="1"/>
              <c:delete val="1"/>
              <c:extLst>
                <c:ext xmlns:c15="http://schemas.microsoft.com/office/drawing/2012/chart" uri="{CE6537A1-D6FC-4f65-9D91-7224C49458BB}"/>
                <c:ext xmlns:c16="http://schemas.microsoft.com/office/drawing/2014/chart" uri="{C3380CC4-5D6E-409C-BE32-E72D297353CC}">
                  <c16:uniqueId val="{00000001-8E6A-4761-9261-8A80128E539F}"/>
                </c:ext>
              </c:extLst>
            </c:dLbl>
            <c:dLbl>
              <c:idx val="2"/>
              <c:delete val="1"/>
              <c:extLst>
                <c:ext xmlns:c15="http://schemas.microsoft.com/office/drawing/2012/chart" uri="{CE6537A1-D6FC-4f65-9D91-7224C49458BB}"/>
                <c:ext xmlns:c16="http://schemas.microsoft.com/office/drawing/2014/chart" uri="{C3380CC4-5D6E-409C-BE32-E72D297353CC}">
                  <c16:uniqueId val="{00000002-8E6A-4761-9261-8A80128E539F}"/>
                </c:ext>
              </c:extLst>
            </c:dLbl>
            <c:dLbl>
              <c:idx val="3"/>
              <c:delete val="1"/>
              <c:extLst>
                <c:ext xmlns:c15="http://schemas.microsoft.com/office/drawing/2012/chart" uri="{CE6537A1-D6FC-4f65-9D91-7224C49458BB}"/>
                <c:ext xmlns:c16="http://schemas.microsoft.com/office/drawing/2014/chart" uri="{C3380CC4-5D6E-409C-BE32-E72D297353CC}">
                  <c16:uniqueId val="{00000003-8E6A-4761-9261-8A80128E539F}"/>
                </c:ext>
              </c:extLst>
            </c:dLbl>
            <c:dLbl>
              <c:idx val="4"/>
              <c:delete val="1"/>
              <c:extLst>
                <c:ext xmlns:c15="http://schemas.microsoft.com/office/drawing/2012/chart" uri="{CE6537A1-D6FC-4f65-9D91-7224C49458BB}"/>
                <c:ext xmlns:c16="http://schemas.microsoft.com/office/drawing/2014/chart" uri="{C3380CC4-5D6E-409C-BE32-E72D297353CC}">
                  <c16:uniqueId val="{00000004-8E6A-4761-9261-8A80128E539F}"/>
                </c:ext>
              </c:extLst>
            </c:dLbl>
            <c:dLbl>
              <c:idx val="5"/>
              <c:delete val="1"/>
              <c:extLst>
                <c:ext xmlns:c15="http://schemas.microsoft.com/office/drawing/2012/chart" uri="{CE6537A1-D6FC-4f65-9D91-7224C49458BB}"/>
                <c:ext xmlns:c16="http://schemas.microsoft.com/office/drawing/2014/chart" uri="{C3380CC4-5D6E-409C-BE32-E72D297353CC}">
                  <c16:uniqueId val="{00000005-8E6A-4761-9261-8A80128E539F}"/>
                </c:ext>
              </c:extLst>
            </c:dLbl>
            <c:dLbl>
              <c:idx val="6"/>
              <c:delete val="1"/>
              <c:extLst>
                <c:ext xmlns:c15="http://schemas.microsoft.com/office/drawing/2012/chart" uri="{CE6537A1-D6FC-4f65-9D91-7224C49458BB}"/>
                <c:ext xmlns:c16="http://schemas.microsoft.com/office/drawing/2014/chart" uri="{C3380CC4-5D6E-409C-BE32-E72D297353CC}">
                  <c16:uniqueId val="{00000006-8E6A-4761-9261-8A80128E539F}"/>
                </c:ext>
              </c:extLst>
            </c:dLbl>
            <c:dLbl>
              <c:idx val="7"/>
              <c:delete val="1"/>
              <c:extLst>
                <c:ext xmlns:c15="http://schemas.microsoft.com/office/drawing/2012/chart" uri="{CE6537A1-D6FC-4f65-9D91-7224C49458BB}"/>
                <c:ext xmlns:c16="http://schemas.microsoft.com/office/drawing/2014/chart" uri="{C3380CC4-5D6E-409C-BE32-E72D297353CC}">
                  <c16:uniqueId val="{00000007-8E6A-4761-9261-8A80128E539F}"/>
                </c:ext>
              </c:extLst>
            </c:dLbl>
            <c:dLbl>
              <c:idx val="8"/>
              <c:delete val="1"/>
              <c:extLst>
                <c:ext xmlns:c15="http://schemas.microsoft.com/office/drawing/2012/chart" uri="{CE6537A1-D6FC-4f65-9D91-7224C49458BB}"/>
                <c:ext xmlns:c16="http://schemas.microsoft.com/office/drawing/2014/chart" uri="{C3380CC4-5D6E-409C-BE32-E72D297353CC}">
                  <c16:uniqueId val="{00000008-8E6A-4761-9261-8A80128E539F}"/>
                </c:ext>
              </c:extLst>
            </c:dLbl>
            <c:dLbl>
              <c:idx val="9"/>
              <c:delete val="1"/>
              <c:extLst>
                <c:ext xmlns:c15="http://schemas.microsoft.com/office/drawing/2012/chart" uri="{CE6537A1-D6FC-4f65-9D91-7224C49458BB}"/>
                <c:ext xmlns:c16="http://schemas.microsoft.com/office/drawing/2014/chart" uri="{C3380CC4-5D6E-409C-BE32-E72D297353CC}">
                  <c16:uniqueId val="{00000009-8E6A-4761-9261-8A80128E539F}"/>
                </c:ext>
              </c:extLst>
            </c:dLbl>
            <c:dLbl>
              <c:idx val="10"/>
              <c:delete val="1"/>
              <c:extLst>
                <c:ext xmlns:c15="http://schemas.microsoft.com/office/drawing/2012/chart" uri="{CE6537A1-D6FC-4f65-9D91-7224C49458BB}"/>
                <c:ext xmlns:c16="http://schemas.microsoft.com/office/drawing/2014/chart" uri="{C3380CC4-5D6E-409C-BE32-E72D297353CC}">
                  <c16:uniqueId val="{0000000A-8E6A-4761-9261-8A80128E539F}"/>
                </c:ext>
              </c:extLst>
            </c:dLbl>
            <c:dLbl>
              <c:idx val="11"/>
              <c:delete val="1"/>
              <c:extLst>
                <c:ext xmlns:c15="http://schemas.microsoft.com/office/drawing/2012/chart" uri="{CE6537A1-D6FC-4f65-9D91-7224C49458BB}"/>
                <c:ext xmlns:c16="http://schemas.microsoft.com/office/drawing/2014/chart" uri="{C3380CC4-5D6E-409C-BE32-E72D297353CC}">
                  <c16:uniqueId val="{0000000B-8E6A-4761-9261-8A80128E539F}"/>
                </c:ext>
              </c:extLst>
            </c:dLbl>
            <c:dLbl>
              <c:idx val="13"/>
              <c:delete val="1"/>
              <c:extLst>
                <c:ext xmlns:c15="http://schemas.microsoft.com/office/drawing/2012/chart" uri="{CE6537A1-D6FC-4f65-9D91-7224C49458BB}"/>
                <c:ext xmlns:c16="http://schemas.microsoft.com/office/drawing/2014/chart" uri="{C3380CC4-5D6E-409C-BE32-E72D297353CC}">
                  <c16:uniqueId val="{0000000C-8E6A-4761-9261-8A80128E539F}"/>
                </c:ext>
              </c:extLst>
            </c:dLbl>
            <c:dLbl>
              <c:idx val="14"/>
              <c:delete val="1"/>
              <c:extLst>
                <c:ext xmlns:c15="http://schemas.microsoft.com/office/drawing/2012/chart" uri="{CE6537A1-D6FC-4f65-9D91-7224C49458BB}"/>
                <c:ext xmlns:c16="http://schemas.microsoft.com/office/drawing/2014/chart" uri="{C3380CC4-5D6E-409C-BE32-E72D297353CC}">
                  <c16:uniqueId val="{0000000D-8E6A-4761-9261-8A80128E539F}"/>
                </c:ext>
              </c:extLst>
            </c:dLbl>
            <c:dLbl>
              <c:idx val="15"/>
              <c:delete val="1"/>
              <c:extLst>
                <c:ext xmlns:c15="http://schemas.microsoft.com/office/drawing/2012/chart" uri="{CE6537A1-D6FC-4f65-9D91-7224C49458BB}"/>
                <c:ext xmlns:c16="http://schemas.microsoft.com/office/drawing/2014/chart" uri="{C3380CC4-5D6E-409C-BE32-E72D297353CC}">
                  <c16:uniqueId val="{0000000E-8E6A-4761-9261-8A80128E539F}"/>
                </c:ext>
              </c:extLst>
            </c:dLbl>
            <c:dLbl>
              <c:idx val="17"/>
              <c:layout>
                <c:manualLayout>
                  <c:x val="-1.4301430143014302E-2"/>
                  <c:y val="-4.513888888888893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F-8E6A-4761-9261-8A80128E539F}"/>
                </c:ext>
              </c:extLst>
            </c:dLbl>
            <c:dLbl>
              <c:idx val="19"/>
              <c:delete val="1"/>
              <c:extLst>
                <c:ext xmlns:c15="http://schemas.microsoft.com/office/drawing/2012/chart" uri="{CE6537A1-D6FC-4f65-9D91-7224C49458BB}"/>
                <c:ext xmlns:c16="http://schemas.microsoft.com/office/drawing/2014/chart" uri="{C3380CC4-5D6E-409C-BE32-E72D297353CC}">
                  <c16:uniqueId val="{00000010-8E6A-4761-9261-8A80128E539F}"/>
                </c:ext>
              </c:extLst>
            </c:dLbl>
            <c:dLbl>
              <c:idx val="21"/>
              <c:delete val="1"/>
              <c:extLst>
                <c:ext xmlns:c15="http://schemas.microsoft.com/office/drawing/2012/chart" uri="{CE6537A1-D6FC-4f65-9D91-7224C49458BB}"/>
                <c:ext xmlns:c16="http://schemas.microsoft.com/office/drawing/2014/chart" uri="{C3380CC4-5D6E-409C-BE32-E72D297353CC}">
                  <c16:uniqueId val="{00000011-8E6A-4761-9261-8A80128E539F}"/>
                </c:ext>
              </c:extLst>
            </c:dLbl>
            <c:dLbl>
              <c:idx val="22"/>
              <c:delete val="1"/>
              <c:extLst>
                <c:ext xmlns:c15="http://schemas.microsoft.com/office/drawing/2012/chart" uri="{CE6537A1-D6FC-4f65-9D91-7224C49458BB}"/>
                <c:ext xmlns:c16="http://schemas.microsoft.com/office/drawing/2014/chart" uri="{C3380CC4-5D6E-409C-BE32-E72D297353CC}">
                  <c16:uniqueId val="{00000012-8E6A-4761-9261-8A80128E539F}"/>
                </c:ext>
              </c:extLst>
            </c:dLbl>
            <c:dLbl>
              <c:idx val="23"/>
              <c:layout>
                <c:manualLayout>
                  <c:x val="-2.3102310231023101E-2"/>
                  <c:y val="-3.8194444444444448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3-8E6A-4761-9261-8A80128E539F}"/>
                </c:ext>
              </c:extLst>
            </c:dLbl>
            <c:dLbl>
              <c:idx val="24"/>
              <c:delete val="1"/>
              <c:extLst>
                <c:ext xmlns:c15="http://schemas.microsoft.com/office/drawing/2012/chart" uri="{CE6537A1-D6FC-4f65-9D91-7224C49458BB}"/>
                <c:ext xmlns:c16="http://schemas.microsoft.com/office/drawing/2014/chart" uri="{C3380CC4-5D6E-409C-BE32-E72D297353CC}">
                  <c16:uniqueId val="{00000014-8E6A-4761-9261-8A80128E539F}"/>
                </c:ext>
              </c:extLst>
            </c:dLbl>
            <c:dLbl>
              <c:idx val="25"/>
              <c:delete val="1"/>
              <c:extLst>
                <c:ext xmlns:c15="http://schemas.microsoft.com/office/drawing/2012/chart" uri="{CE6537A1-D6FC-4f65-9D91-7224C49458BB}"/>
                <c:ext xmlns:c16="http://schemas.microsoft.com/office/drawing/2014/chart" uri="{C3380CC4-5D6E-409C-BE32-E72D297353CC}">
                  <c16:uniqueId val="{00000015-8E6A-4761-9261-8A80128E539F}"/>
                </c:ext>
              </c:extLst>
            </c:dLbl>
            <c:dLbl>
              <c:idx val="26"/>
              <c:delete val="1"/>
              <c:extLst>
                <c:ext xmlns:c15="http://schemas.microsoft.com/office/drawing/2012/chart" uri="{CE6537A1-D6FC-4f65-9D91-7224C49458BB}"/>
                <c:ext xmlns:c16="http://schemas.microsoft.com/office/drawing/2014/chart" uri="{C3380CC4-5D6E-409C-BE32-E72D297353CC}">
                  <c16:uniqueId val="{00000016-8E6A-4761-9261-8A80128E539F}"/>
                </c:ext>
              </c:extLst>
            </c:dLbl>
            <c:dLbl>
              <c:idx val="28"/>
              <c:delete val="1"/>
              <c:extLst>
                <c:ext xmlns:c15="http://schemas.microsoft.com/office/drawing/2012/chart" uri="{CE6537A1-D6FC-4f65-9D91-7224C49458BB}"/>
                <c:ext xmlns:c16="http://schemas.microsoft.com/office/drawing/2014/chart" uri="{C3380CC4-5D6E-409C-BE32-E72D297353CC}">
                  <c16:uniqueId val="{00000017-8E6A-4761-9261-8A80128E539F}"/>
                </c:ext>
              </c:extLst>
            </c:dLbl>
            <c:dLbl>
              <c:idx val="29"/>
              <c:delete val="1"/>
              <c:extLst>
                <c:ext xmlns:c15="http://schemas.microsoft.com/office/drawing/2012/chart" uri="{CE6537A1-D6FC-4f65-9D91-7224C49458BB}"/>
                <c:ext xmlns:c16="http://schemas.microsoft.com/office/drawing/2014/chart" uri="{C3380CC4-5D6E-409C-BE32-E72D297353CC}">
                  <c16:uniqueId val="{00000018-8E6A-4761-9261-8A80128E539F}"/>
                </c:ext>
              </c:extLst>
            </c:dLbl>
            <c:dLbl>
              <c:idx val="31"/>
              <c:delete val="1"/>
              <c:extLst>
                <c:ext xmlns:c15="http://schemas.microsoft.com/office/drawing/2012/chart" uri="{CE6537A1-D6FC-4f65-9D91-7224C49458BB}"/>
                <c:ext xmlns:c16="http://schemas.microsoft.com/office/drawing/2014/chart" uri="{C3380CC4-5D6E-409C-BE32-E72D297353CC}">
                  <c16:uniqueId val="{00000019-8E6A-4761-9261-8A80128E539F}"/>
                </c:ext>
              </c:extLst>
            </c:dLbl>
            <c:dLbl>
              <c:idx val="32"/>
              <c:delete val="1"/>
              <c:extLst>
                <c:ext xmlns:c15="http://schemas.microsoft.com/office/drawing/2012/chart" uri="{CE6537A1-D6FC-4f65-9D91-7224C49458BB}"/>
                <c:ext xmlns:c16="http://schemas.microsoft.com/office/drawing/2014/chart" uri="{C3380CC4-5D6E-409C-BE32-E72D297353CC}">
                  <c16:uniqueId val="{0000001A-8E6A-4761-9261-8A80128E539F}"/>
                </c:ext>
              </c:extLst>
            </c:dLbl>
            <c:dLbl>
              <c:idx val="34"/>
              <c:delete val="1"/>
              <c:extLst>
                <c:ext xmlns:c15="http://schemas.microsoft.com/office/drawing/2012/chart" uri="{CE6537A1-D6FC-4f65-9D91-7224C49458BB}"/>
                <c:ext xmlns:c16="http://schemas.microsoft.com/office/drawing/2014/chart" uri="{C3380CC4-5D6E-409C-BE32-E72D297353CC}">
                  <c16:uniqueId val="{0000001B-8E6A-4761-9261-8A80128E539F}"/>
                </c:ext>
              </c:extLst>
            </c:dLbl>
            <c:dLbl>
              <c:idx val="35"/>
              <c:layout>
                <c:manualLayout>
                  <c:x val="-2.9702970297029702E-2"/>
                  <c:y val="7.6388888888888895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C-8E6A-4761-9261-8A80128E539F}"/>
                </c:ext>
              </c:extLst>
            </c:dLbl>
            <c:spPr>
              <a:solidFill>
                <a:srgbClr val="DDEBF7"/>
              </a:solidFill>
              <a:ln>
                <a:noFill/>
              </a:ln>
              <a:effectLst/>
            </c:spPr>
            <c:txPr>
              <a:bodyPr rot="0" spcFirstLastPara="1" vertOverflow="ellipsis" vert="horz" wrap="square" lIns="38100" tIns="19050" rIns="38100" bIns="19050" anchor="ctr" anchorCtr="1">
                <a:spAutoFit/>
              </a:bodyPr>
              <a:lstStyle/>
              <a:p>
                <a:pPr>
                  <a:defRPr sz="800" b="0" i="0" u="none" strike="noStrike" kern="1200" baseline="0">
                    <a:solidFill>
                      <a:srgbClr val="000000"/>
                    </a:solidFill>
                    <a:latin typeface="Aptos Display"/>
                    <a:ea typeface="Aptos Display"/>
                    <a:cs typeface="Aptos Display"/>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multiLvlStrRef>
              <c:f>'https://d.docs.live.net/5379BB5AC236F65F/[Charts.xlsx]TJ'!$A$32:$A$67,'https://d.docs.live.net/5379BB5AC236F65F/[Charts.xlsx]TJ'!$B$32:$B$67</c:f>
              <c:multiLvlStrCache>
                <c:ptCount val="36"/>
                <c:lvl>
                  <c:pt idx="0">
                    <c:v>Summer Vacation</c:v>
                  </c:pt>
                  <c:pt idx="3">
                    <c:v>Regular </c:v>
                  </c:pt>
                  <c:pt idx="4">
                    <c:v>Back to School </c:v>
                  </c:pt>
                  <c:pt idx="5">
                    <c:v>Festive</c:v>
                  </c:pt>
                  <c:pt idx="8">
                    <c:v>Christmas &amp; New Year </c:v>
                  </c:pt>
                  <c:pt idx="9">
                    <c:v>Regular </c:v>
                  </c:pt>
                  <c:pt idx="11">
                    <c:v>Financial Year End </c:v>
                  </c:pt>
                  <c:pt idx="12">
                    <c:v>Summer Vacation</c:v>
                  </c:pt>
                  <c:pt idx="15">
                    <c:v>Regular </c:v>
                  </c:pt>
                  <c:pt idx="16">
                    <c:v>Back to School </c:v>
                  </c:pt>
                  <c:pt idx="17">
                    <c:v>Festive</c:v>
                  </c:pt>
                  <c:pt idx="20">
                    <c:v>Christmas &amp; New Year </c:v>
                  </c:pt>
                  <c:pt idx="21">
                    <c:v>Regular </c:v>
                  </c:pt>
                  <c:pt idx="23">
                    <c:v>Financial Year End </c:v>
                  </c:pt>
                  <c:pt idx="24">
                    <c:v>Summer Vacation</c:v>
                  </c:pt>
                  <c:pt idx="27">
                    <c:v>Regular </c:v>
                  </c:pt>
                  <c:pt idx="28">
                    <c:v>Back to School </c:v>
                  </c:pt>
                  <c:pt idx="29">
                    <c:v>Festive</c:v>
                  </c:pt>
                  <c:pt idx="32">
                    <c:v>Christmas &amp; New Year </c:v>
                  </c:pt>
                  <c:pt idx="33">
                    <c:v>Regular </c:v>
                  </c:pt>
                  <c:pt idx="35">
                    <c:v>Financial Year End</c:v>
                  </c:pt>
                </c:lvl>
                <c:lvl>
                  <c:pt idx="0">
                    <c:v>Apr-23</c:v>
                  </c:pt>
                  <c:pt idx="1">
                    <c:v>May-23</c:v>
                  </c:pt>
                  <c:pt idx="2">
                    <c:v>Jun-23</c:v>
                  </c:pt>
                  <c:pt idx="3">
                    <c:v>Jul-23</c:v>
                  </c:pt>
                  <c:pt idx="4">
                    <c:v>Aug-23</c:v>
                  </c:pt>
                  <c:pt idx="5">
                    <c:v>Sep-23</c:v>
                  </c:pt>
                  <c:pt idx="6">
                    <c:v>Oct-23</c:v>
                  </c:pt>
                  <c:pt idx="7">
                    <c:v>Nov-23</c:v>
                  </c:pt>
                  <c:pt idx="8">
                    <c:v>Dec-23</c:v>
                  </c:pt>
                  <c:pt idx="9">
                    <c:v>Jan-24</c:v>
                  </c:pt>
                  <c:pt idx="10">
                    <c:v>Feb-24</c:v>
                  </c:pt>
                  <c:pt idx="11">
                    <c:v>Mar-24</c:v>
                  </c:pt>
                  <c:pt idx="12">
                    <c:v>Apr-24</c:v>
                  </c:pt>
                  <c:pt idx="13">
                    <c:v>May-24</c:v>
                  </c:pt>
                  <c:pt idx="14">
                    <c:v>Jun-24</c:v>
                  </c:pt>
                  <c:pt idx="15">
                    <c:v>Jul-24</c:v>
                  </c:pt>
                  <c:pt idx="16">
                    <c:v>Aug-24</c:v>
                  </c:pt>
                  <c:pt idx="17">
                    <c:v>Sep-24</c:v>
                  </c:pt>
                  <c:pt idx="18">
                    <c:v>Oct-24</c:v>
                  </c:pt>
                  <c:pt idx="19">
                    <c:v>Nov-24</c:v>
                  </c:pt>
                  <c:pt idx="20">
                    <c:v>Dec-24</c:v>
                  </c:pt>
                  <c:pt idx="21">
                    <c:v>Jan-25</c:v>
                  </c:pt>
                  <c:pt idx="22">
                    <c:v>Feb-25</c:v>
                  </c:pt>
                  <c:pt idx="23">
                    <c:v>Mar-25</c:v>
                  </c:pt>
                  <c:pt idx="24">
                    <c:v>Apr-25</c:v>
                  </c:pt>
                  <c:pt idx="25">
                    <c:v>May-25</c:v>
                  </c:pt>
                  <c:pt idx="26">
                    <c:v>Jun-25</c:v>
                  </c:pt>
                  <c:pt idx="27">
                    <c:v>Jul-25</c:v>
                  </c:pt>
                  <c:pt idx="28">
                    <c:v>Aug-25</c:v>
                  </c:pt>
                  <c:pt idx="29">
                    <c:v>Sep-25</c:v>
                  </c:pt>
                  <c:pt idx="30">
                    <c:v>Oct-25</c:v>
                  </c:pt>
                  <c:pt idx="31">
                    <c:v>Nov-25</c:v>
                  </c:pt>
                  <c:pt idx="32">
                    <c:v>Dec-25</c:v>
                  </c:pt>
                  <c:pt idx="33">
                    <c:v>Jan-26</c:v>
                  </c:pt>
                  <c:pt idx="34">
                    <c:v>Feb-26</c:v>
                  </c:pt>
                  <c:pt idx="35">
                    <c:v>Mar-26</c:v>
                  </c:pt>
                </c:lvl>
              </c:multiLvlStrCache>
            </c:multiLvlStrRef>
          </c:cat>
          <c:val>
            <c:numRef>
              <c:f>TJ!$C$32:$C$67</c:f>
              <c:numCache>
                <c:formatCode>[$₹-4009]#,##0.00,,"M"</c:formatCode>
                <c:ptCount val="36"/>
                <c:pt idx="0">
                  <c:v>5958200</c:v>
                </c:pt>
                <c:pt idx="1">
                  <c:v>6386000</c:v>
                </c:pt>
                <c:pt idx="2">
                  <c:v>5956020</c:v>
                </c:pt>
                <c:pt idx="3">
                  <c:v>6509510</c:v>
                </c:pt>
                <c:pt idx="4">
                  <c:v>5799910</c:v>
                </c:pt>
                <c:pt idx="5">
                  <c:v>6519760</c:v>
                </c:pt>
                <c:pt idx="6">
                  <c:v>5912410</c:v>
                </c:pt>
                <c:pt idx="7">
                  <c:v>5602530</c:v>
                </c:pt>
                <c:pt idx="8">
                  <c:v>5120680</c:v>
                </c:pt>
                <c:pt idx="9">
                  <c:v>5499150</c:v>
                </c:pt>
                <c:pt idx="10">
                  <c:v>5972430</c:v>
                </c:pt>
                <c:pt idx="11">
                  <c:v>6015900</c:v>
                </c:pt>
                <c:pt idx="12">
                  <c:v>4994240</c:v>
                </c:pt>
                <c:pt idx="13">
                  <c:v>5820830</c:v>
                </c:pt>
                <c:pt idx="14">
                  <c:v>5851040</c:v>
                </c:pt>
                <c:pt idx="15">
                  <c:v>6168380</c:v>
                </c:pt>
                <c:pt idx="16">
                  <c:v>6525310</c:v>
                </c:pt>
                <c:pt idx="17">
                  <c:v>5094300</c:v>
                </c:pt>
                <c:pt idx="18">
                  <c:v>4674010</c:v>
                </c:pt>
                <c:pt idx="19">
                  <c:v>5903080</c:v>
                </c:pt>
                <c:pt idx="20">
                  <c:v>7005060</c:v>
                </c:pt>
                <c:pt idx="21">
                  <c:v>5161870</c:v>
                </c:pt>
                <c:pt idx="22">
                  <c:v>6325420</c:v>
                </c:pt>
                <c:pt idx="23">
                  <c:v>6528010</c:v>
                </c:pt>
                <c:pt idx="24">
                  <c:v>6334220</c:v>
                </c:pt>
                <c:pt idx="25">
                  <c:v>5802450</c:v>
                </c:pt>
                <c:pt idx="26">
                  <c:v>5977360</c:v>
                </c:pt>
                <c:pt idx="27">
                  <c:v>6191280</c:v>
                </c:pt>
                <c:pt idx="28">
                  <c:v>5317590</c:v>
                </c:pt>
                <c:pt idx="29">
                  <c:v>5364820</c:v>
                </c:pt>
                <c:pt idx="30">
                  <c:v>6239010</c:v>
                </c:pt>
                <c:pt idx="31">
                  <c:v>5256140</c:v>
                </c:pt>
                <c:pt idx="32">
                  <c:v>5545960</c:v>
                </c:pt>
                <c:pt idx="33">
                  <c:v>6066230</c:v>
                </c:pt>
                <c:pt idx="34">
                  <c:v>5138980</c:v>
                </c:pt>
                <c:pt idx="35">
                  <c:v>5548880</c:v>
                </c:pt>
              </c:numCache>
            </c:numRef>
          </c:val>
          <c:smooth val="0"/>
          <c:extLst>
            <c:ext xmlns:c16="http://schemas.microsoft.com/office/drawing/2014/chart" uri="{C3380CC4-5D6E-409C-BE32-E72D297353CC}">
              <c16:uniqueId val="{0000001D-8E6A-4761-9261-8A80128E539F}"/>
            </c:ext>
          </c:extLst>
        </c:ser>
        <c:ser>
          <c:idx val="1"/>
          <c:order val="1"/>
          <c:tx>
            <c:strRef>
              <c:f>TJ!$D$31</c:f>
              <c:strCache>
                <c:ptCount val="1"/>
                <c:pt idx="0">
                  <c:v>Total Revenue</c:v>
                </c:pt>
              </c:strCache>
            </c:strRef>
          </c:tx>
          <c:spPr>
            <a:ln w="28575" cap="rnd">
              <a:solidFill>
                <a:srgbClr val="375623"/>
              </a:solidFill>
              <a:prstDash val="solid"/>
              <a:round/>
            </a:ln>
            <a:effectLst/>
          </c:spPr>
          <c:marker>
            <c:symbol val="square"/>
            <c:size val="5"/>
            <c:spPr>
              <a:solidFill>
                <a:srgbClr val="375623"/>
              </a:solidFill>
              <a:ln w="9525">
                <a:solidFill>
                  <a:srgbClr val="375623"/>
                </a:solidFill>
                <a:prstDash val="solid"/>
              </a:ln>
              <a:effectLst/>
            </c:spPr>
          </c:marker>
          <c:dLbls>
            <c:dLbl>
              <c:idx val="0"/>
              <c:layout>
                <c:manualLayout>
                  <c:x val="-2.9702970297029702E-2"/>
                  <c:y val="-4.5138888888889062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E-8E6A-4761-9261-8A80128E539F}"/>
                </c:ext>
              </c:extLst>
            </c:dLbl>
            <c:dLbl>
              <c:idx val="1"/>
              <c:delete val="1"/>
              <c:extLst>
                <c:ext xmlns:c15="http://schemas.microsoft.com/office/drawing/2012/chart" uri="{CE6537A1-D6FC-4f65-9D91-7224C49458BB}"/>
                <c:ext xmlns:c16="http://schemas.microsoft.com/office/drawing/2014/chart" uri="{C3380CC4-5D6E-409C-BE32-E72D297353CC}">
                  <c16:uniqueId val="{0000001F-8E6A-4761-9261-8A80128E539F}"/>
                </c:ext>
              </c:extLst>
            </c:dLbl>
            <c:dLbl>
              <c:idx val="2"/>
              <c:delete val="1"/>
              <c:extLst>
                <c:ext xmlns:c15="http://schemas.microsoft.com/office/drawing/2012/chart" uri="{CE6537A1-D6FC-4f65-9D91-7224C49458BB}"/>
                <c:ext xmlns:c16="http://schemas.microsoft.com/office/drawing/2014/chart" uri="{C3380CC4-5D6E-409C-BE32-E72D297353CC}">
                  <c16:uniqueId val="{00000020-8E6A-4761-9261-8A80128E539F}"/>
                </c:ext>
              </c:extLst>
            </c:dLbl>
            <c:dLbl>
              <c:idx val="3"/>
              <c:delete val="1"/>
              <c:extLst>
                <c:ext xmlns:c15="http://schemas.microsoft.com/office/drawing/2012/chart" uri="{CE6537A1-D6FC-4f65-9D91-7224C49458BB}"/>
                <c:ext xmlns:c16="http://schemas.microsoft.com/office/drawing/2014/chart" uri="{C3380CC4-5D6E-409C-BE32-E72D297353CC}">
                  <c16:uniqueId val="{00000021-8E6A-4761-9261-8A80128E539F}"/>
                </c:ext>
              </c:extLst>
            </c:dLbl>
            <c:dLbl>
              <c:idx val="4"/>
              <c:delete val="1"/>
              <c:extLst>
                <c:ext xmlns:c15="http://schemas.microsoft.com/office/drawing/2012/chart" uri="{CE6537A1-D6FC-4f65-9D91-7224C49458BB}"/>
                <c:ext xmlns:c16="http://schemas.microsoft.com/office/drawing/2014/chart" uri="{C3380CC4-5D6E-409C-BE32-E72D297353CC}">
                  <c16:uniqueId val="{00000022-8E6A-4761-9261-8A80128E539F}"/>
                </c:ext>
              </c:extLst>
            </c:dLbl>
            <c:dLbl>
              <c:idx val="5"/>
              <c:layout>
                <c:manualLayout>
                  <c:x val="-2.3102310231023129E-2"/>
                  <c:y val="-4.1666666666666664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3-8E6A-4761-9261-8A80128E539F}"/>
                </c:ext>
              </c:extLst>
            </c:dLbl>
            <c:dLbl>
              <c:idx val="6"/>
              <c:layout>
                <c:manualLayout>
                  <c:x val="-1.9801980198019802E-2"/>
                  <c:y val="6.2499999999999833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4-8E6A-4761-9261-8A80128E539F}"/>
                </c:ext>
              </c:extLst>
            </c:dLbl>
            <c:dLbl>
              <c:idx val="7"/>
              <c:delete val="1"/>
              <c:extLst>
                <c:ext xmlns:c15="http://schemas.microsoft.com/office/drawing/2012/chart" uri="{CE6537A1-D6FC-4f65-9D91-7224C49458BB}"/>
                <c:ext xmlns:c16="http://schemas.microsoft.com/office/drawing/2014/chart" uri="{C3380CC4-5D6E-409C-BE32-E72D297353CC}">
                  <c16:uniqueId val="{00000025-8E6A-4761-9261-8A80128E539F}"/>
                </c:ext>
              </c:extLst>
            </c:dLbl>
            <c:dLbl>
              <c:idx val="8"/>
              <c:delete val="1"/>
              <c:extLst>
                <c:ext xmlns:c15="http://schemas.microsoft.com/office/drawing/2012/chart" uri="{CE6537A1-D6FC-4f65-9D91-7224C49458BB}"/>
                <c:ext xmlns:c16="http://schemas.microsoft.com/office/drawing/2014/chart" uri="{C3380CC4-5D6E-409C-BE32-E72D297353CC}">
                  <c16:uniqueId val="{00000026-8E6A-4761-9261-8A80128E539F}"/>
                </c:ext>
              </c:extLst>
            </c:dLbl>
            <c:dLbl>
              <c:idx val="9"/>
              <c:layout>
                <c:manualLayout>
                  <c:x val="-2.3102310231023101E-2"/>
                  <c:y val="4.5138888888888722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7-8E6A-4761-9261-8A80128E539F}"/>
                </c:ext>
              </c:extLst>
            </c:dLbl>
            <c:dLbl>
              <c:idx val="10"/>
              <c:delete val="1"/>
              <c:extLst>
                <c:ext xmlns:c15="http://schemas.microsoft.com/office/drawing/2012/chart" uri="{CE6537A1-D6FC-4f65-9D91-7224C49458BB}"/>
                <c:ext xmlns:c16="http://schemas.microsoft.com/office/drawing/2014/chart" uri="{C3380CC4-5D6E-409C-BE32-E72D297353CC}">
                  <c16:uniqueId val="{00000028-8E6A-4761-9261-8A80128E539F}"/>
                </c:ext>
              </c:extLst>
            </c:dLbl>
            <c:dLbl>
              <c:idx val="11"/>
              <c:delete val="1"/>
              <c:extLst>
                <c:ext xmlns:c15="http://schemas.microsoft.com/office/drawing/2012/chart" uri="{CE6537A1-D6FC-4f65-9D91-7224C49458BB}"/>
                <c:ext xmlns:c16="http://schemas.microsoft.com/office/drawing/2014/chart" uri="{C3380CC4-5D6E-409C-BE32-E72D297353CC}">
                  <c16:uniqueId val="{00000029-8E6A-4761-9261-8A80128E539F}"/>
                </c:ext>
              </c:extLst>
            </c:dLbl>
            <c:dLbl>
              <c:idx val="12"/>
              <c:layout>
                <c:manualLayout>
                  <c:x val="-1.9801980198019802E-2"/>
                  <c:y val="3.8194444444444448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A-8E6A-4761-9261-8A80128E539F}"/>
                </c:ext>
              </c:extLst>
            </c:dLbl>
            <c:dLbl>
              <c:idx val="13"/>
              <c:delete val="1"/>
              <c:extLst>
                <c:ext xmlns:c15="http://schemas.microsoft.com/office/drawing/2012/chart" uri="{CE6537A1-D6FC-4f65-9D91-7224C49458BB}"/>
                <c:ext xmlns:c16="http://schemas.microsoft.com/office/drawing/2014/chart" uri="{C3380CC4-5D6E-409C-BE32-E72D297353CC}">
                  <c16:uniqueId val="{0000002B-8E6A-4761-9261-8A80128E539F}"/>
                </c:ext>
              </c:extLst>
            </c:dLbl>
            <c:dLbl>
              <c:idx val="14"/>
              <c:delete val="1"/>
              <c:extLst>
                <c:ext xmlns:c15="http://schemas.microsoft.com/office/drawing/2012/chart" uri="{CE6537A1-D6FC-4f65-9D91-7224C49458BB}"/>
                <c:ext xmlns:c16="http://schemas.microsoft.com/office/drawing/2014/chart" uri="{C3380CC4-5D6E-409C-BE32-E72D297353CC}">
                  <c16:uniqueId val="{0000002C-8E6A-4761-9261-8A80128E539F}"/>
                </c:ext>
              </c:extLst>
            </c:dLbl>
            <c:dLbl>
              <c:idx val="15"/>
              <c:delete val="1"/>
              <c:extLst>
                <c:ext xmlns:c15="http://schemas.microsoft.com/office/drawing/2012/chart" uri="{CE6537A1-D6FC-4f65-9D91-7224C49458BB}"/>
                <c:ext xmlns:c16="http://schemas.microsoft.com/office/drawing/2014/chart" uri="{C3380CC4-5D6E-409C-BE32-E72D297353CC}">
                  <c16:uniqueId val="{0000002D-8E6A-4761-9261-8A80128E539F}"/>
                </c:ext>
              </c:extLst>
            </c:dLbl>
            <c:dLbl>
              <c:idx val="16"/>
              <c:delete val="1"/>
              <c:extLst>
                <c:ext xmlns:c15="http://schemas.microsoft.com/office/drawing/2012/chart" uri="{CE6537A1-D6FC-4f65-9D91-7224C49458BB}"/>
                <c:ext xmlns:c16="http://schemas.microsoft.com/office/drawing/2014/chart" uri="{C3380CC4-5D6E-409C-BE32-E72D297353CC}">
                  <c16:uniqueId val="{0000002E-8E6A-4761-9261-8A80128E539F}"/>
                </c:ext>
              </c:extLst>
            </c:dLbl>
            <c:dLbl>
              <c:idx val="17"/>
              <c:delete val="1"/>
              <c:extLst>
                <c:ext xmlns:c15="http://schemas.microsoft.com/office/drawing/2012/chart" uri="{CE6537A1-D6FC-4f65-9D91-7224C49458BB}"/>
                <c:ext xmlns:c16="http://schemas.microsoft.com/office/drawing/2014/chart" uri="{C3380CC4-5D6E-409C-BE32-E72D297353CC}">
                  <c16:uniqueId val="{0000002F-8E6A-4761-9261-8A80128E539F}"/>
                </c:ext>
              </c:extLst>
            </c:dLbl>
            <c:dLbl>
              <c:idx val="18"/>
              <c:delete val="1"/>
              <c:extLst>
                <c:ext xmlns:c15="http://schemas.microsoft.com/office/drawing/2012/chart" uri="{CE6537A1-D6FC-4f65-9D91-7224C49458BB}"/>
                <c:ext xmlns:c16="http://schemas.microsoft.com/office/drawing/2014/chart" uri="{C3380CC4-5D6E-409C-BE32-E72D297353CC}">
                  <c16:uniqueId val="{00000030-8E6A-4761-9261-8A80128E539F}"/>
                </c:ext>
              </c:extLst>
            </c:dLbl>
            <c:dLbl>
              <c:idx val="20"/>
              <c:delete val="1"/>
              <c:extLst>
                <c:ext xmlns:c15="http://schemas.microsoft.com/office/drawing/2012/chart" uri="{CE6537A1-D6FC-4f65-9D91-7224C49458BB}"/>
                <c:ext xmlns:c16="http://schemas.microsoft.com/office/drawing/2014/chart" uri="{C3380CC4-5D6E-409C-BE32-E72D297353CC}">
                  <c16:uniqueId val="{00000031-8E6A-4761-9261-8A80128E539F}"/>
                </c:ext>
              </c:extLst>
            </c:dLbl>
            <c:dLbl>
              <c:idx val="21"/>
              <c:delete val="1"/>
              <c:extLst>
                <c:ext xmlns:c15="http://schemas.microsoft.com/office/drawing/2012/chart" uri="{CE6537A1-D6FC-4f65-9D91-7224C49458BB}"/>
                <c:ext xmlns:c16="http://schemas.microsoft.com/office/drawing/2014/chart" uri="{C3380CC4-5D6E-409C-BE32-E72D297353CC}">
                  <c16:uniqueId val="{00000032-8E6A-4761-9261-8A80128E539F}"/>
                </c:ext>
              </c:extLst>
            </c:dLbl>
            <c:dLbl>
              <c:idx val="22"/>
              <c:delete val="1"/>
              <c:extLst>
                <c:ext xmlns:c15="http://schemas.microsoft.com/office/drawing/2012/chart" uri="{CE6537A1-D6FC-4f65-9D91-7224C49458BB}"/>
                <c:ext xmlns:c16="http://schemas.microsoft.com/office/drawing/2014/chart" uri="{C3380CC4-5D6E-409C-BE32-E72D297353CC}">
                  <c16:uniqueId val="{00000033-8E6A-4761-9261-8A80128E539F}"/>
                </c:ext>
              </c:extLst>
            </c:dLbl>
            <c:dLbl>
              <c:idx val="23"/>
              <c:delete val="1"/>
              <c:extLst>
                <c:ext xmlns:c15="http://schemas.microsoft.com/office/drawing/2012/chart" uri="{CE6537A1-D6FC-4f65-9D91-7224C49458BB}"/>
                <c:ext xmlns:c16="http://schemas.microsoft.com/office/drawing/2014/chart" uri="{C3380CC4-5D6E-409C-BE32-E72D297353CC}">
                  <c16:uniqueId val="{00000034-8E6A-4761-9261-8A80128E539F}"/>
                </c:ext>
              </c:extLst>
            </c:dLbl>
            <c:dLbl>
              <c:idx val="24"/>
              <c:delete val="1"/>
              <c:extLst>
                <c:ext xmlns:c15="http://schemas.microsoft.com/office/drawing/2012/chart" uri="{CE6537A1-D6FC-4f65-9D91-7224C49458BB}"/>
                <c:ext xmlns:c16="http://schemas.microsoft.com/office/drawing/2014/chart" uri="{C3380CC4-5D6E-409C-BE32-E72D297353CC}">
                  <c16:uniqueId val="{00000035-8E6A-4761-9261-8A80128E539F}"/>
                </c:ext>
              </c:extLst>
            </c:dLbl>
            <c:dLbl>
              <c:idx val="25"/>
              <c:delete val="1"/>
              <c:extLst>
                <c:ext xmlns:c15="http://schemas.microsoft.com/office/drawing/2012/chart" uri="{CE6537A1-D6FC-4f65-9D91-7224C49458BB}"/>
                <c:ext xmlns:c16="http://schemas.microsoft.com/office/drawing/2014/chart" uri="{C3380CC4-5D6E-409C-BE32-E72D297353CC}">
                  <c16:uniqueId val="{00000036-8E6A-4761-9261-8A80128E539F}"/>
                </c:ext>
              </c:extLst>
            </c:dLbl>
            <c:dLbl>
              <c:idx val="26"/>
              <c:delete val="1"/>
              <c:extLst>
                <c:ext xmlns:c15="http://schemas.microsoft.com/office/drawing/2012/chart" uri="{CE6537A1-D6FC-4f65-9D91-7224C49458BB}"/>
                <c:ext xmlns:c16="http://schemas.microsoft.com/office/drawing/2014/chart" uri="{C3380CC4-5D6E-409C-BE32-E72D297353CC}">
                  <c16:uniqueId val="{00000037-8E6A-4761-9261-8A80128E539F}"/>
                </c:ext>
              </c:extLst>
            </c:dLbl>
            <c:dLbl>
              <c:idx val="27"/>
              <c:delete val="1"/>
              <c:extLst>
                <c:ext xmlns:c15="http://schemas.microsoft.com/office/drawing/2012/chart" uri="{CE6537A1-D6FC-4f65-9D91-7224C49458BB}"/>
                <c:ext xmlns:c16="http://schemas.microsoft.com/office/drawing/2014/chart" uri="{C3380CC4-5D6E-409C-BE32-E72D297353CC}">
                  <c16:uniqueId val="{00000038-8E6A-4761-9261-8A80128E539F}"/>
                </c:ext>
              </c:extLst>
            </c:dLbl>
            <c:dLbl>
              <c:idx val="28"/>
              <c:layout>
                <c:manualLayout>
                  <c:x val="-2.8602860286028604E-2"/>
                  <c:y val="4.1666666666666664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39-8E6A-4761-9261-8A80128E539F}"/>
                </c:ext>
              </c:extLst>
            </c:dLbl>
            <c:dLbl>
              <c:idx val="29"/>
              <c:layout>
                <c:manualLayout>
                  <c:x val="-6.6006600660066007E-3"/>
                  <c:y val="-2.7777777777777776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3A-8E6A-4761-9261-8A80128E539F}"/>
                </c:ext>
              </c:extLst>
            </c:dLbl>
            <c:dLbl>
              <c:idx val="30"/>
              <c:delete val="1"/>
              <c:extLst>
                <c:ext xmlns:c15="http://schemas.microsoft.com/office/drawing/2012/chart" uri="{CE6537A1-D6FC-4f65-9D91-7224C49458BB}"/>
                <c:ext xmlns:c16="http://schemas.microsoft.com/office/drawing/2014/chart" uri="{C3380CC4-5D6E-409C-BE32-E72D297353CC}">
                  <c16:uniqueId val="{0000003B-8E6A-4761-9261-8A80128E539F}"/>
                </c:ext>
              </c:extLst>
            </c:dLbl>
            <c:dLbl>
              <c:idx val="31"/>
              <c:delete val="1"/>
              <c:extLst>
                <c:ext xmlns:c15="http://schemas.microsoft.com/office/drawing/2012/chart" uri="{CE6537A1-D6FC-4f65-9D91-7224C49458BB}"/>
                <c:ext xmlns:c16="http://schemas.microsoft.com/office/drawing/2014/chart" uri="{C3380CC4-5D6E-409C-BE32-E72D297353CC}">
                  <c16:uniqueId val="{0000003C-8E6A-4761-9261-8A80128E539F}"/>
                </c:ext>
              </c:extLst>
            </c:dLbl>
            <c:dLbl>
              <c:idx val="32"/>
              <c:delete val="1"/>
              <c:extLst>
                <c:ext xmlns:c15="http://schemas.microsoft.com/office/drawing/2012/chart" uri="{CE6537A1-D6FC-4f65-9D91-7224C49458BB}"/>
                <c:ext xmlns:c16="http://schemas.microsoft.com/office/drawing/2014/chart" uri="{C3380CC4-5D6E-409C-BE32-E72D297353CC}">
                  <c16:uniqueId val="{0000003D-8E6A-4761-9261-8A80128E539F}"/>
                </c:ext>
              </c:extLst>
            </c:dLbl>
            <c:dLbl>
              <c:idx val="33"/>
              <c:delete val="1"/>
              <c:extLst>
                <c:ext xmlns:c15="http://schemas.microsoft.com/office/drawing/2012/chart" uri="{CE6537A1-D6FC-4f65-9D91-7224C49458BB}"/>
                <c:ext xmlns:c16="http://schemas.microsoft.com/office/drawing/2014/chart" uri="{C3380CC4-5D6E-409C-BE32-E72D297353CC}">
                  <c16:uniqueId val="{0000003E-8E6A-4761-9261-8A80128E539F}"/>
                </c:ext>
              </c:extLst>
            </c:dLbl>
            <c:dLbl>
              <c:idx val="34"/>
              <c:delete val="1"/>
              <c:extLst>
                <c:ext xmlns:c15="http://schemas.microsoft.com/office/drawing/2012/chart" uri="{CE6537A1-D6FC-4f65-9D91-7224C49458BB}"/>
                <c:ext xmlns:c16="http://schemas.microsoft.com/office/drawing/2014/chart" uri="{C3380CC4-5D6E-409C-BE32-E72D297353CC}">
                  <c16:uniqueId val="{0000003F-8E6A-4761-9261-8A80128E539F}"/>
                </c:ext>
              </c:extLst>
            </c:dLbl>
            <c:dLbl>
              <c:idx val="35"/>
              <c:layout>
                <c:manualLayout>
                  <c:x val="-2.8602860286028712E-2"/>
                  <c:y val="4.8611111111111112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40-8E6A-4761-9261-8A80128E539F}"/>
                </c:ext>
              </c:extLst>
            </c:dLbl>
            <c:spPr>
              <a:solidFill>
                <a:srgbClr val="E2EFDA"/>
              </a:solidFill>
              <a:ln>
                <a:noFill/>
              </a:ln>
              <a:effectLst/>
            </c:spPr>
            <c:txPr>
              <a:bodyPr rot="0" spcFirstLastPara="1" vertOverflow="ellipsis" vert="horz" wrap="square" lIns="38100" tIns="19050" rIns="38100" bIns="19050" anchor="ctr" anchorCtr="1">
                <a:spAutoFit/>
              </a:bodyPr>
              <a:lstStyle/>
              <a:p>
                <a:pPr>
                  <a:defRPr sz="800" b="0" i="0" u="none" strike="noStrike" kern="1200" baseline="0">
                    <a:solidFill>
                      <a:srgbClr val="000000"/>
                    </a:solidFill>
                    <a:latin typeface="Aptos Display"/>
                    <a:ea typeface="Aptos Display"/>
                    <a:cs typeface="Aptos Display"/>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multiLvlStrRef>
              <c:f>'https://d.docs.live.net/5379BB5AC236F65F/[Charts.xlsx]TJ'!$A$32:$A$67,'https://d.docs.live.net/5379BB5AC236F65F/[Charts.xlsx]TJ'!$B$32:$B$67</c:f>
              <c:multiLvlStrCache>
                <c:ptCount val="36"/>
                <c:lvl>
                  <c:pt idx="0">
                    <c:v>Summer Vacation</c:v>
                  </c:pt>
                  <c:pt idx="3">
                    <c:v>Regular </c:v>
                  </c:pt>
                  <c:pt idx="4">
                    <c:v>Back to School </c:v>
                  </c:pt>
                  <c:pt idx="5">
                    <c:v>Festive</c:v>
                  </c:pt>
                  <c:pt idx="8">
                    <c:v>Christmas &amp; New Year </c:v>
                  </c:pt>
                  <c:pt idx="9">
                    <c:v>Regular </c:v>
                  </c:pt>
                  <c:pt idx="11">
                    <c:v>Financial Year End </c:v>
                  </c:pt>
                  <c:pt idx="12">
                    <c:v>Summer Vacation</c:v>
                  </c:pt>
                  <c:pt idx="15">
                    <c:v>Regular </c:v>
                  </c:pt>
                  <c:pt idx="16">
                    <c:v>Back to School </c:v>
                  </c:pt>
                  <c:pt idx="17">
                    <c:v>Festive</c:v>
                  </c:pt>
                  <c:pt idx="20">
                    <c:v>Christmas &amp; New Year </c:v>
                  </c:pt>
                  <c:pt idx="21">
                    <c:v>Regular </c:v>
                  </c:pt>
                  <c:pt idx="23">
                    <c:v>Financial Year End </c:v>
                  </c:pt>
                  <c:pt idx="24">
                    <c:v>Summer Vacation</c:v>
                  </c:pt>
                  <c:pt idx="27">
                    <c:v>Regular </c:v>
                  </c:pt>
                  <c:pt idx="28">
                    <c:v>Back to School </c:v>
                  </c:pt>
                  <c:pt idx="29">
                    <c:v>Festive</c:v>
                  </c:pt>
                  <c:pt idx="32">
                    <c:v>Christmas &amp; New Year </c:v>
                  </c:pt>
                  <c:pt idx="33">
                    <c:v>Regular </c:v>
                  </c:pt>
                  <c:pt idx="35">
                    <c:v>Financial Year End</c:v>
                  </c:pt>
                </c:lvl>
                <c:lvl>
                  <c:pt idx="0">
                    <c:v>Apr-23</c:v>
                  </c:pt>
                  <c:pt idx="1">
                    <c:v>May-23</c:v>
                  </c:pt>
                  <c:pt idx="2">
                    <c:v>Jun-23</c:v>
                  </c:pt>
                  <c:pt idx="3">
                    <c:v>Jul-23</c:v>
                  </c:pt>
                  <c:pt idx="4">
                    <c:v>Aug-23</c:v>
                  </c:pt>
                  <c:pt idx="5">
                    <c:v>Sep-23</c:v>
                  </c:pt>
                  <c:pt idx="6">
                    <c:v>Oct-23</c:v>
                  </c:pt>
                  <c:pt idx="7">
                    <c:v>Nov-23</c:v>
                  </c:pt>
                  <c:pt idx="8">
                    <c:v>Dec-23</c:v>
                  </c:pt>
                  <c:pt idx="9">
                    <c:v>Jan-24</c:v>
                  </c:pt>
                  <c:pt idx="10">
                    <c:v>Feb-24</c:v>
                  </c:pt>
                  <c:pt idx="11">
                    <c:v>Mar-24</c:v>
                  </c:pt>
                  <c:pt idx="12">
                    <c:v>Apr-24</c:v>
                  </c:pt>
                  <c:pt idx="13">
                    <c:v>May-24</c:v>
                  </c:pt>
                  <c:pt idx="14">
                    <c:v>Jun-24</c:v>
                  </c:pt>
                  <c:pt idx="15">
                    <c:v>Jul-24</c:v>
                  </c:pt>
                  <c:pt idx="16">
                    <c:v>Aug-24</c:v>
                  </c:pt>
                  <c:pt idx="17">
                    <c:v>Sep-24</c:v>
                  </c:pt>
                  <c:pt idx="18">
                    <c:v>Oct-24</c:v>
                  </c:pt>
                  <c:pt idx="19">
                    <c:v>Nov-24</c:v>
                  </c:pt>
                  <c:pt idx="20">
                    <c:v>Dec-24</c:v>
                  </c:pt>
                  <c:pt idx="21">
                    <c:v>Jan-25</c:v>
                  </c:pt>
                  <c:pt idx="22">
                    <c:v>Feb-25</c:v>
                  </c:pt>
                  <c:pt idx="23">
                    <c:v>Mar-25</c:v>
                  </c:pt>
                  <c:pt idx="24">
                    <c:v>Apr-25</c:v>
                  </c:pt>
                  <c:pt idx="25">
                    <c:v>May-25</c:v>
                  </c:pt>
                  <c:pt idx="26">
                    <c:v>Jun-25</c:v>
                  </c:pt>
                  <c:pt idx="27">
                    <c:v>Jul-25</c:v>
                  </c:pt>
                  <c:pt idx="28">
                    <c:v>Aug-25</c:v>
                  </c:pt>
                  <c:pt idx="29">
                    <c:v>Sep-25</c:v>
                  </c:pt>
                  <c:pt idx="30">
                    <c:v>Oct-25</c:v>
                  </c:pt>
                  <c:pt idx="31">
                    <c:v>Nov-25</c:v>
                  </c:pt>
                  <c:pt idx="32">
                    <c:v>Dec-25</c:v>
                  </c:pt>
                  <c:pt idx="33">
                    <c:v>Jan-26</c:v>
                  </c:pt>
                  <c:pt idx="34">
                    <c:v>Feb-26</c:v>
                  </c:pt>
                  <c:pt idx="35">
                    <c:v>Mar-26</c:v>
                  </c:pt>
                </c:lvl>
              </c:multiLvlStrCache>
            </c:multiLvlStrRef>
          </c:cat>
          <c:val>
            <c:numRef>
              <c:f>TJ!$D$32:$D$67</c:f>
              <c:numCache>
                <c:formatCode>[$₹-4009]#,##0.00,,"M"</c:formatCode>
                <c:ptCount val="36"/>
                <c:pt idx="0">
                  <c:v>778542</c:v>
                </c:pt>
                <c:pt idx="1">
                  <c:v>772005</c:v>
                </c:pt>
                <c:pt idx="2">
                  <c:v>769101</c:v>
                </c:pt>
                <c:pt idx="3">
                  <c:v>851960</c:v>
                </c:pt>
                <c:pt idx="4">
                  <c:v>739390</c:v>
                </c:pt>
                <c:pt idx="5">
                  <c:v>1472588</c:v>
                </c:pt>
                <c:pt idx="6">
                  <c:v>1449188</c:v>
                </c:pt>
                <c:pt idx="7">
                  <c:v>1361199</c:v>
                </c:pt>
                <c:pt idx="8">
                  <c:v>712708</c:v>
                </c:pt>
                <c:pt idx="9">
                  <c:v>617703</c:v>
                </c:pt>
                <c:pt idx="10">
                  <c:v>734974</c:v>
                </c:pt>
                <c:pt idx="11">
                  <c:v>683094</c:v>
                </c:pt>
                <c:pt idx="12">
                  <c:v>640030</c:v>
                </c:pt>
                <c:pt idx="13">
                  <c:v>805979</c:v>
                </c:pt>
                <c:pt idx="14">
                  <c:v>763517</c:v>
                </c:pt>
                <c:pt idx="15">
                  <c:v>761725</c:v>
                </c:pt>
                <c:pt idx="16">
                  <c:v>801769</c:v>
                </c:pt>
                <c:pt idx="17">
                  <c:v>1233584</c:v>
                </c:pt>
                <c:pt idx="18">
                  <c:v>1091036</c:v>
                </c:pt>
                <c:pt idx="19">
                  <c:v>1363248</c:v>
                </c:pt>
                <c:pt idx="20">
                  <c:v>794547</c:v>
                </c:pt>
                <c:pt idx="21">
                  <c:v>714668</c:v>
                </c:pt>
                <c:pt idx="22">
                  <c:v>730025</c:v>
                </c:pt>
                <c:pt idx="23">
                  <c:v>807503</c:v>
                </c:pt>
                <c:pt idx="24">
                  <c:v>886227</c:v>
                </c:pt>
                <c:pt idx="25">
                  <c:v>750939</c:v>
                </c:pt>
                <c:pt idx="26">
                  <c:v>712848</c:v>
                </c:pt>
                <c:pt idx="27">
                  <c:v>764063</c:v>
                </c:pt>
                <c:pt idx="28">
                  <c:v>600870</c:v>
                </c:pt>
                <c:pt idx="29">
                  <c:v>1491654</c:v>
                </c:pt>
                <c:pt idx="30">
                  <c:v>1254010</c:v>
                </c:pt>
                <c:pt idx="31">
                  <c:v>1356056</c:v>
                </c:pt>
                <c:pt idx="32">
                  <c:v>700274</c:v>
                </c:pt>
                <c:pt idx="33">
                  <c:v>775974</c:v>
                </c:pt>
                <c:pt idx="34">
                  <c:v>666958</c:v>
                </c:pt>
                <c:pt idx="35">
                  <c:v>722843</c:v>
                </c:pt>
              </c:numCache>
            </c:numRef>
          </c:val>
          <c:smooth val="0"/>
          <c:extLst>
            <c:ext xmlns:c16="http://schemas.microsoft.com/office/drawing/2014/chart" uri="{C3380CC4-5D6E-409C-BE32-E72D297353CC}">
              <c16:uniqueId val="{00000041-8E6A-4761-9261-8A80128E539F}"/>
            </c:ext>
          </c:extLst>
        </c:ser>
        <c:dLbls>
          <c:showLegendKey val="0"/>
          <c:showVal val="0"/>
          <c:showCatName val="0"/>
          <c:showSerName val="0"/>
          <c:showPercent val="0"/>
          <c:showBubbleSize val="0"/>
        </c:dLbls>
        <c:marker val="1"/>
        <c:smooth val="0"/>
        <c:axId val="1268177416"/>
        <c:axId val="1257579016"/>
      </c:lineChart>
      <c:lineChart>
        <c:grouping val="standard"/>
        <c:varyColors val="0"/>
        <c:ser>
          <c:idx val="2"/>
          <c:order val="2"/>
          <c:tx>
            <c:strRef>
              <c:f>TJ!$E$31</c:f>
              <c:strCache>
                <c:ptCount val="1"/>
                <c:pt idx="0">
                  <c:v>Total Units Sold</c:v>
                </c:pt>
              </c:strCache>
            </c:strRef>
          </c:tx>
          <c:spPr>
            <a:ln w="19050" cap="rnd">
              <a:solidFill>
                <a:srgbClr val="806000"/>
              </a:solidFill>
              <a:prstDash val="sysDot"/>
              <a:round/>
            </a:ln>
            <a:effectLst/>
          </c:spPr>
          <c:marker>
            <c:symbol val="circle"/>
            <c:size val="5"/>
            <c:spPr>
              <a:solidFill>
                <a:srgbClr val="BF8F00"/>
              </a:solidFill>
              <a:ln w="9525">
                <a:solidFill>
                  <a:srgbClr val="BF8F00"/>
                </a:solidFill>
                <a:prstDash val="solid"/>
              </a:ln>
              <a:effectLst/>
            </c:spPr>
          </c:marker>
          <c:dLbls>
            <c:dLbl>
              <c:idx val="0"/>
              <c:layout>
                <c:manualLayout>
                  <c:x val="-2.5302530253025302E-2"/>
                  <c:y val="-7.2916666666666671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42-8E6A-4761-9261-8A80128E539F}"/>
                </c:ext>
              </c:extLst>
            </c:dLbl>
            <c:dLbl>
              <c:idx val="1"/>
              <c:delete val="1"/>
              <c:extLst>
                <c:ext xmlns:c15="http://schemas.microsoft.com/office/drawing/2012/chart" uri="{CE6537A1-D6FC-4f65-9D91-7224C49458BB}"/>
                <c:ext xmlns:c16="http://schemas.microsoft.com/office/drawing/2014/chart" uri="{C3380CC4-5D6E-409C-BE32-E72D297353CC}">
                  <c16:uniqueId val="{00000043-8E6A-4761-9261-8A80128E539F}"/>
                </c:ext>
              </c:extLst>
            </c:dLbl>
            <c:dLbl>
              <c:idx val="2"/>
              <c:delete val="1"/>
              <c:extLst>
                <c:ext xmlns:c15="http://schemas.microsoft.com/office/drawing/2012/chart" uri="{CE6537A1-D6FC-4f65-9D91-7224C49458BB}"/>
                <c:ext xmlns:c16="http://schemas.microsoft.com/office/drawing/2014/chart" uri="{C3380CC4-5D6E-409C-BE32-E72D297353CC}">
                  <c16:uniqueId val="{00000044-8E6A-4761-9261-8A80128E539F}"/>
                </c:ext>
              </c:extLst>
            </c:dLbl>
            <c:dLbl>
              <c:idx val="3"/>
              <c:delete val="1"/>
              <c:extLst>
                <c:ext xmlns:c15="http://schemas.microsoft.com/office/drawing/2012/chart" uri="{CE6537A1-D6FC-4f65-9D91-7224C49458BB}"/>
                <c:ext xmlns:c16="http://schemas.microsoft.com/office/drawing/2014/chart" uri="{C3380CC4-5D6E-409C-BE32-E72D297353CC}">
                  <c16:uniqueId val="{00000045-8E6A-4761-9261-8A80128E539F}"/>
                </c:ext>
              </c:extLst>
            </c:dLbl>
            <c:dLbl>
              <c:idx val="4"/>
              <c:layout>
                <c:manualLayout>
                  <c:x val="-4.4004400440044007E-2"/>
                  <c:y val="-0.10069444444444445"/>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46-8E6A-4761-9261-8A80128E539F}"/>
                </c:ext>
              </c:extLst>
            </c:dLbl>
            <c:dLbl>
              <c:idx val="5"/>
              <c:layout>
                <c:manualLayout>
                  <c:x val="-2.8602860286028629E-2"/>
                  <c:y val="-4.8611111111111112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47-8E6A-4761-9261-8A80128E539F}"/>
                </c:ext>
              </c:extLst>
            </c:dLbl>
            <c:dLbl>
              <c:idx val="6"/>
              <c:layout>
                <c:manualLayout>
                  <c:x val="8.8008800880088004E-3"/>
                  <c:y val="-1.0416666666666666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48-8E6A-4761-9261-8A80128E539F}"/>
                </c:ext>
              </c:extLst>
            </c:dLbl>
            <c:dLbl>
              <c:idx val="7"/>
              <c:delete val="1"/>
              <c:extLst>
                <c:ext xmlns:c15="http://schemas.microsoft.com/office/drawing/2012/chart" uri="{CE6537A1-D6FC-4f65-9D91-7224C49458BB}"/>
                <c:ext xmlns:c16="http://schemas.microsoft.com/office/drawing/2014/chart" uri="{C3380CC4-5D6E-409C-BE32-E72D297353CC}">
                  <c16:uniqueId val="{00000049-8E6A-4761-9261-8A80128E539F}"/>
                </c:ext>
              </c:extLst>
            </c:dLbl>
            <c:dLbl>
              <c:idx val="8"/>
              <c:delete val="1"/>
              <c:extLst>
                <c:ext xmlns:c15="http://schemas.microsoft.com/office/drawing/2012/chart" uri="{CE6537A1-D6FC-4f65-9D91-7224C49458BB}"/>
                <c:ext xmlns:c16="http://schemas.microsoft.com/office/drawing/2014/chart" uri="{C3380CC4-5D6E-409C-BE32-E72D297353CC}">
                  <c16:uniqueId val="{0000004A-8E6A-4761-9261-8A80128E539F}"/>
                </c:ext>
              </c:extLst>
            </c:dLbl>
            <c:dLbl>
              <c:idx val="9"/>
              <c:layout>
                <c:manualLayout>
                  <c:x val="-2.4202420242024202E-2"/>
                  <c:y val="-0.1111111111111110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4B-8E6A-4761-9261-8A80128E539F}"/>
                </c:ext>
              </c:extLst>
            </c:dLbl>
            <c:dLbl>
              <c:idx val="10"/>
              <c:delete val="1"/>
              <c:extLst>
                <c:ext xmlns:c15="http://schemas.microsoft.com/office/drawing/2012/chart" uri="{CE6537A1-D6FC-4f65-9D91-7224C49458BB}"/>
                <c:ext xmlns:c16="http://schemas.microsoft.com/office/drawing/2014/chart" uri="{C3380CC4-5D6E-409C-BE32-E72D297353CC}">
                  <c16:uniqueId val="{0000004C-8E6A-4761-9261-8A80128E539F}"/>
                </c:ext>
              </c:extLst>
            </c:dLbl>
            <c:dLbl>
              <c:idx val="11"/>
              <c:delete val="1"/>
              <c:extLst>
                <c:ext xmlns:c15="http://schemas.microsoft.com/office/drawing/2012/chart" uri="{CE6537A1-D6FC-4f65-9D91-7224C49458BB}"/>
                <c:ext xmlns:c16="http://schemas.microsoft.com/office/drawing/2014/chart" uri="{C3380CC4-5D6E-409C-BE32-E72D297353CC}">
                  <c16:uniqueId val="{0000004D-8E6A-4761-9261-8A80128E539F}"/>
                </c:ext>
              </c:extLst>
            </c:dLbl>
            <c:dLbl>
              <c:idx val="12"/>
              <c:layout>
                <c:manualLayout>
                  <c:x val="-2.6402640264026403E-2"/>
                  <c:y val="-0.12152777777777778"/>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4E-8E6A-4761-9261-8A80128E539F}"/>
                </c:ext>
              </c:extLst>
            </c:dLbl>
            <c:dLbl>
              <c:idx val="13"/>
              <c:delete val="1"/>
              <c:extLst>
                <c:ext xmlns:c15="http://schemas.microsoft.com/office/drawing/2012/chart" uri="{CE6537A1-D6FC-4f65-9D91-7224C49458BB}"/>
                <c:ext xmlns:c16="http://schemas.microsoft.com/office/drawing/2014/chart" uri="{C3380CC4-5D6E-409C-BE32-E72D297353CC}">
                  <c16:uniqueId val="{0000004F-8E6A-4761-9261-8A80128E539F}"/>
                </c:ext>
              </c:extLst>
            </c:dLbl>
            <c:dLbl>
              <c:idx val="14"/>
              <c:delete val="1"/>
              <c:extLst>
                <c:ext xmlns:c15="http://schemas.microsoft.com/office/drawing/2012/chart" uri="{CE6537A1-D6FC-4f65-9D91-7224C49458BB}"/>
                <c:ext xmlns:c16="http://schemas.microsoft.com/office/drawing/2014/chart" uri="{C3380CC4-5D6E-409C-BE32-E72D297353CC}">
                  <c16:uniqueId val="{00000050-8E6A-4761-9261-8A80128E539F}"/>
                </c:ext>
              </c:extLst>
            </c:dLbl>
            <c:dLbl>
              <c:idx val="15"/>
              <c:delete val="1"/>
              <c:extLst>
                <c:ext xmlns:c15="http://schemas.microsoft.com/office/drawing/2012/chart" uri="{CE6537A1-D6FC-4f65-9D91-7224C49458BB}"/>
                <c:ext xmlns:c16="http://schemas.microsoft.com/office/drawing/2014/chart" uri="{C3380CC4-5D6E-409C-BE32-E72D297353CC}">
                  <c16:uniqueId val="{00000051-8E6A-4761-9261-8A80128E539F}"/>
                </c:ext>
              </c:extLst>
            </c:dLbl>
            <c:dLbl>
              <c:idx val="16"/>
              <c:delete val="1"/>
              <c:extLst>
                <c:ext xmlns:c15="http://schemas.microsoft.com/office/drawing/2012/chart" uri="{CE6537A1-D6FC-4f65-9D91-7224C49458BB}"/>
                <c:ext xmlns:c16="http://schemas.microsoft.com/office/drawing/2014/chart" uri="{C3380CC4-5D6E-409C-BE32-E72D297353CC}">
                  <c16:uniqueId val="{00000052-8E6A-4761-9261-8A80128E539F}"/>
                </c:ext>
              </c:extLst>
            </c:dLbl>
            <c:dLbl>
              <c:idx val="17"/>
              <c:delete val="1"/>
              <c:extLst>
                <c:ext xmlns:c15="http://schemas.microsoft.com/office/drawing/2012/chart" uri="{CE6537A1-D6FC-4f65-9D91-7224C49458BB}"/>
                <c:ext xmlns:c16="http://schemas.microsoft.com/office/drawing/2014/chart" uri="{C3380CC4-5D6E-409C-BE32-E72D297353CC}">
                  <c16:uniqueId val="{00000053-8E6A-4761-9261-8A80128E539F}"/>
                </c:ext>
              </c:extLst>
            </c:dLbl>
            <c:dLbl>
              <c:idx val="18"/>
              <c:delete val="1"/>
              <c:extLst>
                <c:ext xmlns:c15="http://schemas.microsoft.com/office/drawing/2012/chart" uri="{CE6537A1-D6FC-4f65-9D91-7224C49458BB}"/>
                <c:ext xmlns:c16="http://schemas.microsoft.com/office/drawing/2014/chart" uri="{C3380CC4-5D6E-409C-BE32-E72D297353CC}">
                  <c16:uniqueId val="{00000054-8E6A-4761-9261-8A80128E539F}"/>
                </c:ext>
              </c:extLst>
            </c:dLbl>
            <c:dLbl>
              <c:idx val="20"/>
              <c:delete val="1"/>
              <c:extLst>
                <c:ext xmlns:c15="http://schemas.microsoft.com/office/drawing/2012/chart" uri="{CE6537A1-D6FC-4f65-9D91-7224C49458BB}"/>
                <c:ext xmlns:c16="http://schemas.microsoft.com/office/drawing/2014/chart" uri="{C3380CC4-5D6E-409C-BE32-E72D297353CC}">
                  <c16:uniqueId val="{00000055-8E6A-4761-9261-8A80128E539F}"/>
                </c:ext>
              </c:extLst>
            </c:dLbl>
            <c:dLbl>
              <c:idx val="21"/>
              <c:delete val="1"/>
              <c:extLst>
                <c:ext xmlns:c15="http://schemas.microsoft.com/office/drawing/2012/chart" uri="{CE6537A1-D6FC-4f65-9D91-7224C49458BB}"/>
                <c:ext xmlns:c16="http://schemas.microsoft.com/office/drawing/2014/chart" uri="{C3380CC4-5D6E-409C-BE32-E72D297353CC}">
                  <c16:uniqueId val="{00000056-8E6A-4761-9261-8A80128E539F}"/>
                </c:ext>
              </c:extLst>
            </c:dLbl>
            <c:dLbl>
              <c:idx val="22"/>
              <c:delete val="1"/>
              <c:extLst>
                <c:ext xmlns:c15="http://schemas.microsoft.com/office/drawing/2012/chart" uri="{CE6537A1-D6FC-4f65-9D91-7224C49458BB}"/>
                <c:ext xmlns:c16="http://schemas.microsoft.com/office/drawing/2014/chart" uri="{C3380CC4-5D6E-409C-BE32-E72D297353CC}">
                  <c16:uniqueId val="{00000057-8E6A-4761-9261-8A80128E539F}"/>
                </c:ext>
              </c:extLst>
            </c:dLbl>
            <c:dLbl>
              <c:idx val="23"/>
              <c:delete val="1"/>
              <c:extLst>
                <c:ext xmlns:c15="http://schemas.microsoft.com/office/drawing/2012/chart" uri="{CE6537A1-D6FC-4f65-9D91-7224C49458BB}"/>
                <c:ext xmlns:c16="http://schemas.microsoft.com/office/drawing/2014/chart" uri="{C3380CC4-5D6E-409C-BE32-E72D297353CC}">
                  <c16:uniqueId val="{00000058-8E6A-4761-9261-8A80128E539F}"/>
                </c:ext>
              </c:extLst>
            </c:dLbl>
            <c:dLbl>
              <c:idx val="24"/>
              <c:delete val="1"/>
              <c:extLst>
                <c:ext xmlns:c15="http://schemas.microsoft.com/office/drawing/2012/chart" uri="{CE6537A1-D6FC-4f65-9D91-7224C49458BB}"/>
                <c:ext xmlns:c16="http://schemas.microsoft.com/office/drawing/2014/chart" uri="{C3380CC4-5D6E-409C-BE32-E72D297353CC}">
                  <c16:uniqueId val="{00000059-8E6A-4761-9261-8A80128E539F}"/>
                </c:ext>
              </c:extLst>
            </c:dLbl>
            <c:dLbl>
              <c:idx val="25"/>
              <c:delete val="1"/>
              <c:extLst>
                <c:ext xmlns:c15="http://schemas.microsoft.com/office/drawing/2012/chart" uri="{CE6537A1-D6FC-4f65-9D91-7224C49458BB}"/>
                <c:ext xmlns:c16="http://schemas.microsoft.com/office/drawing/2014/chart" uri="{C3380CC4-5D6E-409C-BE32-E72D297353CC}">
                  <c16:uniqueId val="{0000005A-8E6A-4761-9261-8A80128E539F}"/>
                </c:ext>
              </c:extLst>
            </c:dLbl>
            <c:dLbl>
              <c:idx val="26"/>
              <c:delete val="1"/>
              <c:extLst>
                <c:ext xmlns:c15="http://schemas.microsoft.com/office/drawing/2012/chart" uri="{CE6537A1-D6FC-4f65-9D91-7224C49458BB}"/>
                <c:ext xmlns:c16="http://schemas.microsoft.com/office/drawing/2014/chart" uri="{C3380CC4-5D6E-409C-BE32-E72D297353CC}">
                  <c16:uniqueId val="{0000005B-8E6A-4761-9261-8A80128E539F}"/>
                </c:ext>
              </c:extLst>
            </c:dLbl>
            <c:dLbl>
              <c:idx val="27"/>
              <c:delete val="1"/>
              <c:extLst>
                <c:ext xmlns:c15="http://schemas.microsoft.com/office/drawing/2012/chart" uri="{CE6537A1-D6FC-4f65-9D91-7224C49458BB}"/>
                <c:ext xmlns:c16="http://schemas.microsoft.com/office/drawing/2014/chart" uri="{C3380CC4-5D6E-409C-BE32-E72D297353CC}">
                  <c16:uniqueId val="{0000005C-8E6A-4761-9261-8A80128E539F}"/>
                </c:ext>
              </c:extLst>
            </c:dLbl>
            <c:dLbl>
              <c:idx val="28"/>
              <c:layout>
                <c:manualLayout>
                  <c:x val="-4.1804180418041806E-2"/>
                  <c:y val="-0.1875"/>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5D-8E6A-4761-9261-8A80128E539F}"/>
                </c:ext>
              </c:extLst>
            </c:dLbl>
            <c:dLbl>
              <c:idx val="30"/>
              <c:delete val="1"/>
              <c:extLst>
                <c:ext xmlns:c15="http://schemas.microsoft.com/office/drawing/2012/chart" uri="{CE6537A1-D6FC-4f65-9D91-7224C49458BB}"/>
                <c:ext xmlns:c16="http://schemas.microsoft.com/office/drawing/2014/chart" uri="{C3380CC4-5D6E-409C-BE32-E72D297353CC}">
                  <c16:uniqueId val="{0000005E-8E6A-4761-9261-8A80128E539F}"/>
                </c:ext>
              </c:extLst>
            </c:dLbl>
            <c:dLbl>
              <c:idx val="32"/>
              <c:delete val="1"/>
              <c:extLst>
                <c:ext xmlns:c15="http://schemas.microsoft.com/office/drawing/2012/chart" uri="{CE6537A1-D6FC-4f65-9D91-7224C49458BB}"/>
                <c:ext xmlns:c16="http://schemas.microsoft.com/office/drawing/2014/chart" uri="{C3380CC4-5D6E-409C-BE32-E72D297353CC}">
                  <c16:uniqueId val="{0000005F-8E6A-4761-9261-8A80128E539F}"/>
                </c:ext>
              </c:extLst>
            </c:dLbl>
            <c:dLbl>
              <c:idx val="33"/>
              <c:delete val="1"/>
              <c:extLst>
                <c:ext xmlns:c15="http://schemas.microsoft.com/office/drawing/2012/chart" uri="{CE6537A1-D6FC-4f65-9D91-7224C49458BB}"/>
                <c:ext xmlns:c16="http://schemas.microsoft.com/office/drawing/2014/chart" uri="{C3380CC4-5D6E-409C-BE32-E72D297353CC}">
                  <c16:uniqueId val="{00000060-8E6A-4761-9261-8A80128E539F}"/>
                </c:ext>
              </c:extLst>
            </c:dLbl>
            <c:dLbl>
              <c:idx val="34"/>
              <c:delete val="1"/>
              <c:extLst>
                <c:ext xmlns:c15="http://schemas.microsoft.com/office/drawing/2012/chart" uri="{CE6537A1-D6FC-4f65-9D91-7224C49458BB}"/>
                <c:ext xmlns:c16="http://schemas.microsoft.com/office/drawing/2014/chart" uri="{C3380CC4-5D6E-409C-BE32-E72D297353CC}">
                  <c16:uniqueId val="{00000061-8E6A-4761-9261-8A80128E539F}"/>
                </c:ext>
              </c:extLst>
            </c:dLbl>
            <c:dLbl>
              <c:idx val="35"/>
              <c:layout>
                <c:manualLayout>
                  <c:x val="-2.7479091995221028E-2"/>
                  <c:y val="-3.4129692832764506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62-8E6A-4761-9261-8A80128E539F}"/>
                </c:ext>
              </c:extLst>
            </c:dLbl>
            <c:spPr>
              <a:solidFill>
                <a:srgbClr val="FFF2CC"/>
              </a:solidFill>
              <a:ln>
                <a:noFill/>
              </a:ln>
              <a:effectLst/>
            </c:spPr>
            <c:txPr>
              <a:bodyPr rot="0" spcFirstLastPara="1" vertOverflow="ellipsis" vert="horz" wrap="square" lIns="38100" tIns="19050" rIns="38100" bIns="19050" anchor="ctr" anchorCtr="1">
                <a:spAutoFit/>
              </a:bodyPr>
              <a:lstStyle/>
              <a:p>
                <a:pPr>
                  <a:defRPr sz="800" b="0" i="0" u="none" strike="noStrike" kern="1200" baseline="0">
                    <a:solidFill>
                      <a:srgbClr val="000000"/>
                    </a:solidFill>
                    <a:latin typeface="Aptos Display"/>
                    <a:ea typeface="Aptos Display"/>
                    <a:cs typeface="Aptos Display"/>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multiLvlStrRef>
              <c:f>'https://d.docs.live.net/5379BB5AC236F65F/[Charts.xlsx]TJ'!$A$32:$A$67,'https://d.docs.live.net/5379BB5AC236F65F/[Charts.xlsx]TJ'!$B$32:$B$67</c:f>
              <c:multiLvlStrCache>
                <c:ptCount val="36"/>
                <c:lvl>
                  <c:pt idx="0">
                    <c:v>Summer Vacation</c:v>
                  </c:pt>
                  <c:pt idx="3">
                    <c:v>Regular </c:v>
                  </c:pt>
                  <c:pt idx="4">
                    <c:v>Back to School </c:v>
                  </c:pt>
                  <c:pt idx="5">
                    <c:v>Festive</c:v>
                  </c:pt>
                  <c:pt idx="8">
                    <c:v>Christmas &amp; New Year </c:v>
                  </c:pt>
                  <c:pt idx="9">
                    <c:v>Regular </c:v>
                  </c:pt>
                  <c:pt idx="11">
                    <c:v>Financial Year End </c:v>
                  </c:pt>
                  <c:pt idx="12">
                    <c:v>Summer Vacation</c:v>
                  </c:pt>
                  <c:pt idx="15">
                    <c:v>Regular </c:v>
                  </c:pt>
                  <c:pt idx="16">
                    <c:v>Back to School </c:v>
                  </c:pt>
                  <c:pt idx="17">
                    <c:v>Festive</c:v>
                  </c:pt>
                  <c:pt idx="20">
                    <c:v>Christmas &amp; New Year </c:v>
                  </c:pt>
                  <c:pt idx="21">
                    <c:v>Regular </c:v>
                  </c:pt>
                  <c:pt idx="23">
                    <c:v>Financial Year End </c:v>
                  </c:pt>
                  <c:pt idx="24">
                    <c:v>Summer Vacation</c:v>
                  </c:pt>
                  <c:pt idx="27">
                    <c:v>Regular </c:v>
                  </c:pt>
                  <c:pt idx="28">
                    <c:v>Back to School </c:v>
                  </c:pt>
                  <c:pt idx="29">
                    <c:v>Festive</c:v>
                  </c:pt>
                  <c:pt idx="32">
                    <c:v>Christmas &amp; New Year </c:v>
                  </c:pt>
                  <c:pt idx="33">
                    <c:v>Regular </c:v>
                  </c:pt>
                  <c:pt idx="35">
                    <c:v>Financial Year End</c:v>
                  </c:pt>
                </c:lvl>
                <c:lvl>
                  <c:pt idx="0">
                    <c:v>Apr-23</c:v>
                  </c:pt>
                  <c:pt idx="1">
                    <c:v>May-23</c:v>
                  </c:pt>
                  <c:pt idx="2">
                    <c:v>Jun-23</c:v>
                  </c:pt>
                  <c:pt idx="3">
                    <c:v>Jul-23</c:v>
                  </c:pt>
                  <c:pt idx="4">
                    <c:v>Aug-23</c:v>
                  </c:pt>
                  <c:pt idx="5">
                    <c:v>Sep-23</c:v>
                  </c:pt>
                  <c:pt idx="6">
                    <c:v>Oct-23</c:v>
                  </c:pt>
                  <c:pt idx="7">
                    <c:v>Nov-23</c:v>
                  </c:pt>
                  <c:pt idx="8">
                    <c:v>Dec-23</c:v>
                  </c:pt>
                  <c:pt idx="9">
                    <c:v>Jan-24</c:v>
                  </c:pt>
                  <c:pt idx="10">
                    <c:v>Feb-24</c:v>
                  </c:pt>
                  <c:pt idx="11">
                    <c:v>Mar-24</c:v>
                  </c:pt>
                  <c:pt idx="12">
                    <c:v>Apr-24</c:v>
                  </c:pt>
                  <c:pt idx="13">
                    <c:v>May-24</c:v>
                  </c:pt>
                  <c:pt idx="14">
                    <c:v>Jun-24</c:v>
                  </c:pt>
                  <c:pt idx="15">
                    <c:v>Jul-24</c:v>
                  </c:pt>
                  <c:pt idx="16">
                    <c:v>Aug-24</c:v>
                  </c:pt>
                  <c:pt idx="17">
                    <c:v>Sep-24</c:v>
                  </c:pt>
                  <c:pt idx="18">
                    <c:v>Oct-24</c:v>
                  </c:pt>
                  <c:pt idx="19">
                    <c:v>Nov-24</c:v>
                  </c:pt>
                  <c:pt idx="20">
                    <c:v>Dec-24</c:v>
                  </c:pt>
                  <c:pt idx="21">
                    <c:v>Jan-25</c:v>
                  </c:pt>
                  <c:pt idx="22">
                    <c:v>Feb-25</c:v>
                  </c:pt>
                  <c:pt idx="23">
                    <c:v>Mar-25</c:v>
                  </c:pt>
                  <c:pt idx="24">
                    <c:v>Apr-25</c:v>
                  </c:pt>
                  <c:pt idx="25">
                    <c:v>May-25</c:v>
                  </c:pt>
                  <c:pt idx="26">
                    <c:v>Jun-25</c:v>
                  </c:pt>
                  <c:pt idx="27">
                    <c:v>Jul-25</c:v>
                  </c:pt>
                  <c:pt idx="28">
                    <c:v>Aug-25</c:v>
                  </c:pt>
                  <c:pt idx="29">
                    <c:v>Sep-25</c:v>
                  </c:pt>
                  <c:pt idx="30">
                    <c:v>Oct-25</c:v>
                  </c:pt>
                  <c:pt idx="31">
                    <c:v>Nov-25</c:v>
                  </c:pt>
                  <c:pt idx="32">
                    <c:v>Dec-25</c:v>
                  </c:pt>
                  <c:pt idx="33">
                    <c:v>Jan-26</c:v>
                  </c:pt>
                  <c:pt idx="34">
                    <c:v>Feb-26</c:v>
                  </c:pt>
                  <c:pt idx="35">
                    <c:v>Mar-26</c:v>
                  </c:pt>
                </c:lvl>
              </c:multiLvlStrCache>
            </c:multiLvlStrRef>
          </c:cat>
          <c:val>
            <c:numRef>
              <c:f>TJ!$E$32:$E$67</c:f>
              <c:numCache>
                <c:formatCode>#,##0</c:formatCode>
                <c:ptCount val="36"/>
                <c:pt idx="0">
                  <c:v>1258</c:v>
                </c:pt>
                <c:pt idx="1">
                  <c:v>1295</c:v>
                </c:pt>
                <c:pt idx="2">
                  <c:v>1299</c:v>
                </c:pt>
                <c:pt idx="3">
                  <c:v>1390</c:v>
                </c:pt>
                <c:pt idx="4">
                  <c:v>1260</c:v>
                </c:pt>
                <c:pt idx="5">
                  <c:v>2412</c:v>
                </c:pt>
                <c:pt idx="6">
                  <c:v>2362</c:v>
                </c:pt>
                <c:pt idx="7">
                  <c:v>2251</c:v>
                </c:pt>
                <c:pt idx="8">
                  <c:v>1192</c:v>
                </c:pt>
                <c:pt idx="9">
                  <c:v>1047</c:v>
                </c:pt>
                <c:pt idx="10">
                  <c:v>1276</c:v>
                </c:pt>
                <c:pt idx="11">
                  <c:v>1206</c:v>
                </c:pt>
                <c:pt idx="12">
                  <c:v>1120</c:v>
                </c:pt>
                <c:pt idx="13">
                  <c:v>1321</c:v>
                </c:pt>
                <c:pt idx="14">
                  <c:v>1283</c:v>
                </c:pt>
                <c:pt idx="15">
                  <c:v>1325</c:v>
                </c:pt>
                <c:pt idx="16">
                  <c:v>1431</c:v>
                </c:pt>
                <c:pt idx="17">
                  <c:v>1966</c:v>
                </c:pt>
                <c:pt idx="18">
                  <c:v>1814</c:v>
                </c:pt>
                <c:pt idx="19">
                  <c:v>2152</c:v>
                </c:pt>
                <c:pt idx="20">
                  <c:v>1353</c:v>
                </c:pt>
                <c:pt idx="21">
                  <c:v>1182</c:v>
                </c:pt>
                <c:pt idx="22">
                  <c:v>1225</c:v>
                </c:pt>
                <c:pt idx="23">
                  <c:v>1347</c:v>
                </c:pt>
                <c:pt idx="24">
                  <c:v>1473</c:v>
                </c:pt>
                <c:pt idx="25">
                  <c:v>1311</c:v>
                </c:pt>
                <c:pt idx="26">
                  <c:v>1202</c:v>
                </c:pt>
                <c:pt idx="27">
                  <c:v>1287</c:v>
                </c:pt>
                <c:pt idx="28">
                  <c:v>1030</c:v>
                </c:pt>
                <c:pt idx="29">
                  <c:v>2396</c:v>
                </c:pt>
                <c:pt idx="30">
                  <c:v>2040</c:v>
                </c:pt>
                <c:pt idx="31">
                  <c:v>2144</c:v>
                </c:pt>
                <c:pt idx="32">
                  <c:v>1276</c:v>
                </c:pt>
                <c:pt idx="33">
                  <c:v>1276</c:v>
                </c:pt>
                <c:pt idx="34">
                  <c:v>1142</c:v>
                </c:pt>
                <c:pt idx="35">
                  <c:v>1257</c:v>
                </c:pt>
              </c:numCache>
            </c:numRef>
          </c:val>
          <c:smooth val="0"/>
          <c:extLst>
            <c:ext xmlns:c16="http://schemas.microsoft.com/office/drawing/2014/chart" uri="{C3380CC4-5D6E-409C-BE32-E72D297353CC}">
              <c16:uniqueId val="{00000063-8E6A-4761-9261-8A80128E539F}"/>
            </c:ext>
          </c:extLst>
        </c:ser>
        <c:dLbls>
          <c:showLegendKey val="0"/>
          <c:showVal val="0"/>
          <c:showCatName val="0"/>
          <c:showSerName val="0"/>
          <c:showPercent val="0"/>
          <c:showBubbleSize val="0"/>
        </c:dLbls>
        <c:marker val="1"/>
        <c:smooth val="0"/>
        <c:axId val="1287033352"/>
        <c:axId val="1287022088"/>
      </c:lineChart>
      <c:catAx>
        <c:axId val="126817741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800" b="0" i="0" u="none" strike="noStrike" kern="1200" baseline="0">
                <a:solidFill>
                  <a:srgbClr val="000000"/>
                </a:solidFill>
                <a:latin typeface="Aptos Display"/>
                <a:ea typeface="Aptos Display"/>
                <a:cs typeface="Aptos Display"/>
              </a:defRPr>
            </a:pPr>
            <a:endParaRPr lang="en-US"/>
          </a:p>
        </c:txPr>
        <c:crossAx val="1257579016"/>
        <c:crosses val="autoZero"/>
        <c:auto val="1"/>
        <c:lblAlgn val="ctr"/>
        <c:lblOffset val="100"/>
        <c:tickLblSkip val="1"/>
        <c:noMultiLvlLbl val="1"/>
      </c:catAx>
      <c:valAx>
        <c:axId val="1257579016"/>
        <c:scaling>
          <c:orientation val="minMax"/>
        </c:scaling>
        <c:delete val="0"/>
        <c:axPos val="l"/>
        <c:numFmt formatCode="[$₹-4009]#,##0,,&quot;M&quot;" sourceLinked="0"/>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rgbClr val="000000"/>
                </a:solidFill>
                <a:latin typeface="Aptos Display"/>
                <a:ea typeface="Aptos Display"/>
                <a:cs typeface="Aptos Display"/>
              </a:defRPr>
            </a:pPr>
            <a:endParaRPr lang="en-US"/>
          </a:p>
        </c:txPr>
        <c:crossAx val="1268177416"/>
        <c:crossesAt val="1"/>
        <c:crossBetween val="between"/>
      </c:valAx>
      <c:valAx>
        <c:axId val="1287022088"/>
        <c:scaling>
          <c:orientation val="minMax"/>
          <c:max val="4000"/>
          <c:min val="500"/>
        </c:scaling>
        <c:delete val="0"/>
        <c:axPos val="r"/>
        <c:numFmt formatCode="#,##0" sourceLinked="1"/>
        <c:majorTickMark val="out"/>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rgbClr val="000000"/>
                </a:solidFill>
                <a:latin typeface="Aptos Display"/>
                <a:ea typeface="Aptos Display"/>
                <a:cs typeface="Aptos Display"/>
              </a:defRPr>
            </a:pPr>
            <a:endParaRPr lang="en-US"/>
          </a:p>
        </c:txPr>
        <c:crossAx val="1287033352"/>
        <c:crosses val="max"/>
        <c:crossBetween val="between"/>
      </c:valAx>
      <c:catAx>
        <c:axId val="1287033352"/>
        <c:scaling>
          <c:orientation val="minMax"/>
        </c:scaling>
        <c:delete val="1"/>
        <c:axPos val="b"/>
        <c:numFmt formatCode="General" sourceLinked="1"/>
        <c:majorTickMark val="out"/>
        <c:minorTickMark val="none"/>
        <c:tickLblPos val="nextTo"/>
        <c:crossAx val="1287022088"/>
        <c:crosses val="autoZero"/>
        <c:auto val="1"/>
        <c:lblAlgn val="ctr"/>
        <c:lblOffset val="100"/>
        <c:noMultiLvlLbl val="1"/>
      </c:catAx>
      <c:spPr>
        <a:noFill/>
        <a:ln>
          <a:noFill/>
        </a:ln>
        <a:effectLst/>
      </c:spPr>
    </c:plotArea>
    <c:legend>
      <c:legendPos val="t"/>
      <c:layout>
        <c:manualLayout>
          <c:xMode val="edge"/>
          <c:yMode val="edge"/>
          <c:x val="0.11626011254765994"/>
          <c:y val="1.0416681785744522E-2"/>
          <c:w val="0.45578187215046961"/>
          <c:h val="7.2533902012248463E-2"/>
        </c:manualLayout>
      </c:layout>
      <c:overlay val="1"/>
      <c:spPr>
        <a:noFill/>
        <a:ln>
          <a:noFill/>
        </a:ln>
        <a:effectLst/>
      </c:spPr>
      <c:txPr>
        <a:bodyPr rot="0" spcFirstLastPara="1" vertOverflow="ellipsis" vert="horz" wrap="square" anchor="ctr" anchorCtr="1"/>
        <a:lstStyle/>
        <a:p>
          <a:pPr>
            <a:defRPr sz="800" b="0" i="0" u="none" strike="noStrike" kern="1200" baseline="0">
              <a:solidFill>
                <a:srgbClr val="000000"/>
              </a:solidFill>
              <a:latin typeface="Aptos Display"/>
              <a:ea typeface="Aptos Display"/>
              <a:cs typeface="Aptos Display"/>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TJ!$B$103</c:f>
              <c:strCache>
                <c:ptCount val="1"/>
                <c:pt idx="0">
                  <c:v>Total Units Sold</c:v>
                </c:pt>
              </c:strCache>
            </c:strRef>
          </c:tx>
          <c:spPr>
            <a:solidFill>
              <a:srgbClr val="94A3B8"/>
            </a:solidFill>
            <a:ln>
              <a:noFill/>
            </a:ln>
            <a:effectLst/>
          </c:spPr>
          <c:invertIfNegative val="0"/>
          <c:dPt>
            <c:idx val="0"/>
            <c:invertIfNegative val="0"/>
            <c:bubble3D val="0"/>
            <c:spPr>
              <a:solidFill>
                <a:srgbClr val="2766EC"/>
              </a:solidFill>
              <a:ln>
                <a:noFill/>
              </a:ln>
              <a:effectLst/>
            </c:spPr>
            <c:extLst>
              <c:ext xmlns:c16="http://schemas.microsoft.com/office/drawing/2014/chart" uri="{C3380CC4-5D6E-409C-BE32-E72D297353CC}">
                <c16:uniqueId val="{00000001-FC1D-44F8-B87C-8543E8D2E280}"/>
              </c:ext>
            </c:extLst>
          </c:dPt>
          <c:dPt>
            <c:idx val="1"/>
            <c:invertIfNegative val="0"/>
            <c:bubble3D val="0"/>
            <c:spPr>
              <a:solidFill>
                <a:srgbClr val="0587CA"/>
              </a:solidFill>
              <a:ln>
                <a:noFill/>
              </a:ln>
              <a:effectLst/>
            </c:spPr>
            <c:extLst>
              <c:ext xmlns:c16="http://schemas.microsoft.com/office/drawing/2014/chart" uri="{C3380CC4-5D6E-409C-BE32-E72D297353CC}">
                <c16:uniqueId val="{00000003-FC1D-44F8-B87C-8543E8D2E280}"/>
              </c:ext>
            </c:extLst>
          </c:dPt>
          <c:dPt>
            <c:idx val="2"/>
            <c:invertIfNegative val="0"/>
            <c:bubble3D val="0"/>
            <c:spPr>
              <a:solidFill>
                <a:srgbClr val="129E90"/>
              </a:solidFill>
              <a:ln>
                <a:noFill/>
              </a:ln>
              <a:effectLst/>
            </c:spPr>
            <c:extLst>
              <c:ext xmlns:c16="http://schemas.microsoft.com/office/drawing/2014/chart" uri="{C3380CC4-5D6E-409C-BE32-E72D297353CC}">
                <c16:uniqueId val="{00000005-FC1D-44F8-B87C-8543E8D2E280}"/>
              </c:ext>
            </c:extLst>
          </c:dPt>
          <c:dLbls>
            <c:spPr>
              <a:noFill/>
              <a:ln>
                <a:noFill/>
              </a:ln>
              <a:effectLst/>
            </c:spPr>
            <c:txPr>
              <a:bodyPr rot="0" spcFirstLastPara="1" vertOverflow="ellipsis" vert="horz" wrap="square" lIns="38100" tIns="19050" rIns="38100" bIns="19050" anchor="ctr" anchorCtr="1">
                <a:spAutoFit/>
              </a:bodyPr>
              <a:lstStyle/>
              <a:p>
                <a:pPr>
                  <a:defRPr sz="800" b="1" i="0" u="none" strike="noStrike" kern="1200" baseline="0">
                    <a:solidFill>
                      <a:srgbClr val="FFFFFF"/>
                    </a:solidFill>
                    <a:latin typeface="Aptos Display"/>
                    <a:ea typeface="Aptos Display"/>
                    <a:cs typeface="Aptos Display"/>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TJ!$A$104:$A$109</c:f>
              <c:strCache>
                <c:ptCount val="6"/>
                <c:pt idx="0">
                  <c:v>Festive</c:v>
                </c:pt>
                <c:pt idx="1">
                  <c:v>Summer Vacation</c:v>
                </c:pt>
                <c:pt idx="2">
                  <c:v>Regular</c:v>
                </c:pt>
                <c:pt idx="3">
                  <c:v>Christmas &amp; New Year</c:v>
                </c:pt>
                <c:pt idx="4">
                  <c:v>Financial Year End</c:v>
                </c:pt>
                <c:pt idx="5">
                  <c:v>Back to School</c:v>
                </c:pt>
              </c:strCache>
            </c:strRef>
          </c:cat>
          <c:val>
            <c:numRef>
              <c:f>TJ!$B$104:$B$109</c:f>
              <c:numCache>
                <c:formatCode>[&gt;=1000]#,##0.00,"K";0.00</c:formatCode>
                <c:ptCount val="6"/>
                <c:pt idx="0">
                  <c:v>19537</c:v>
                </c:pt>
                <c:pt idx="1">
                  <c:v>11562</c:v>
                </c:pt>
                <c:pt idx="2">
                  <c:v>11150</c:v>
                </c:pt>
                <c:pt idx="3">
                  <c:v>3821</c:v>
                </c:pt>
                <c:pt idx="4">
                  <c:v>3810</c:v>
                </c:pt>
                <c:pt idx="5">
                  <c:v>3721</c:v>
                </c:pt>
              </c:numCache>
            </c:numRef>
          </c:val>
          <c:extLst>
            <c:ext xmlns:c16="http://schemas.microsoft.com/office/drawing/2014/chart" uri="{C3380CC4-5D6E-409C-BE32-E72D297353CC}">
              <c16:uniqueId val="{00000006-FC1D-44F8-B87C-8543E8D2E280}"/>
            </c:ext>
          </c:extLst>
        </c:ser>
        <c:dLbls>
          <c:showLegendKey val="0"/>
          <c:showVal val="0"/>
          <c:showCatName val="0"/>
          <c:showSerName val="0"/>
          <c:showPercent val="0"/>
          <c:showBubbleSize val="0"/>
        </c:dLbls>
        <c:gapWidth val="17"/>
        <c:axId val="430371848"/>
        <c:axId val="430373896"/>
      </c:barChart>
      <c:catAx>
        <c:axId val="43037184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rgbClr val="000000"/>
                </a:solidFill>
                <a:latin typeface="Aptos Display"/>
                <a:ea typeface="Aptos Display"/>
                <a:cs typeface="Aptos Display"/>
              </a:defRPr>
            </a:pPr>
            <a:endParaRPr lang="en-US"/>
          </a:p>
        </c:txPr>
        <c:crossAx val="430373896"/>
        <c:crosses val="autoZero"/>
        <c:auto val="1"/>
        <c:lblAlgn val="ctr"/>
        <c:lblOffset val="100"/>
        <c:noMultiLvlLbl val="0"/>
      </c:catAx>
      <c:valAx>
        <c:axId val="430373896"/>
        <c:scaling>
          <c:orientation val="minMax"/>
          <c:max val="20000"/>
        </c:scaling>
        <c:delete val="1"/>
        <c:axPos val="l"/>
        <c:numFmt formatCode="[&gt;=1000]#,##0.00,&quot;K&quot;;0.00" sourceLinked="1"/>
        <c:majorTickMark val="none"/>
        <c:minorTickMark val="none"/>
        <c:tickLblPos val="nextTo"/>
        <c:crossAx val="430371848"/>
        <c:crosses val="autoZero"/>
        <c:crossBetween val="between"/>
        <c:majorUnit val="2000"/>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scatterChart>
        <c:scatterStyle val="lineMarker"/>
        <c:varyColors val="0"/>
        <c:ser>
          <c:idx val="0"/>
          <c:order val="0"/>
          <c:tx>
            <c:strRef>
              <c:f>TJ!B32</c:f>
              <c:strCache>
                <c:ptCount val="1"/>
                <c:pt idx="0">
                  <c:v>Action Figures</c:v>
                </c:pt>
              </c:strCache>
            </c:strRef>
          </c:tx>
          <c:spPr>
            <a:ln w="25400" cap="rnd">
              <a:noFill/>
              <a:round/>
            </a:ln>
            <a:effectLst/>
          </c:spPr>
          <c:marker>
            <c:symbol val="circle"/>
            <c:size val="10"/>
            <c:spPr>
              <a:solidFill>
                <a:srgbClr val="FFC000"/>
              </a:solidFill>
              <a:ln w="9525">
                <a:solidFill>
                  <a:srgbClr val="FFC000"/>
                </a:solidFill>
                <a:prstDash val="solid"/>
              </a:ln>
              <a:effectLst/>
            </c:spPr>
          </c:marker>
          <c:dLbls>
            <c:dLbl>
              <c:idx val="0"/>
              <c:tx>
                <c:rich>
                  <a:bodyPr/>
                  <a:lstStyle/>
                  <a:p>
                    <a:r>
                      <a:rPr lang="en-US"/>
                      <a:t>Robo Defender</a:t>
                    </a:r>
                  </a:p>
                </c:rich>
              </c:tx>
              <c:dLblPos val="b"/>
              <c:showLegendKey val="0"/>
              <c:showVal val="0"/>
              <c:showCatName val="0"/>
              <c:showSerName val="1"/>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0-0341-4C49-AA17-DBC730254415}"/>
                </c:ext>
              </c:extLst>
            </c:dLbl>
            <c:dLbl>
              <c:idx val="1"/>
              <c:tx>
                <c:rich>
                  <a:bodyPr/>
                  <a:lstStyle/>
                  <a:p>
                    <a:r>
                      <a:rPr lang="en-US"/>
                      <a:t>SuperHero Warrior</a:t>
                    </a:r>
                  </a:p>
                </c:rich>
              </c:tx>
              <c:dLblPos val="b"/>
              <c:showLegendKey val="0"/>
              <c:showVal val="0"/>
              <c:showCatName val="0"/>
              <c:showSerName val="1"/>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1-0341-4C49-AA17-DBC730254415}"/>
                </c:ext>
              </c:extLst>
            </c:dLbl>
            <c:spPr>
              <a:solidFill>
                <a:srgbClr val="F2F2F2"/>
              </a:solidFill>
              <a:ln>
                <a:noFill/>
              </a:ln>
              <a:effectLst/>
            </c:spPr>
            <c:txPr>
              <a:bodyPr rot="0" spcFirstLastPara="1" vertOverflow="ellipsis" vert="horz" wrap="square" lIns="38100" tIns="19050" rIns="38100" bIns="19050" anchor="ctr" anchorCtr="1">
                <a:spAutoFit/>
              </a:bodyPr>
              <a:lstStyle/>
              <a:p>
                <a:pPr>
                  <a:defRPr sz="800" b="0" i="0" u="none" strike="noStrike" kern="1200" baseline="0">
                    <a:solidFill>
                      <a:srgbClr val="000000"/>
                    </a:solidFill>
                    <a:latin typeface="Aptos Display"/>
                    <a:ea typeface="Aptos Display"/>
                    <a:cs typeface="Aptos Display"/>
                  </a:defRPr>
                </a:pPr>
                <a:endParaRPr lang="en-US"/>
              </a:p>
            </c:txPr>
            <c:dLblPos val="b"/>
            <c:showLegendKey val="0"/>
            <c:showVal val="0"/>
            <c:showCatName val="0"/>
            <c:showSerName val="1"/>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xVal>
            <c:numRef>
              <c:f>TJ!C32:C33</c:f>
              <c:numCache>
                <c:formatCode>[&gt;=1000]#,##0.00,"K";0.00</c:formatCode>
                <c:ptCount val="2"/>
                <c:pt idx="0">
                  <c:v>6273</c:v>
                </c:pt>
                <c:pt idx="1">
                  <c:v>5832</c:v>
                </c:pt>
              </c:numCache>
            </c:numRef>
          </c:xVal>
          <c:yVal>
            <c:numRef>
              <c:f>TJ!D32:D33</c:f>
              <c:numCache>
                <c:formatCode>[&gt;=1000]#,##0.00,"K";0.00</c:formatCode>
                <c:ptCount val="2"/>
                <c:pt idx="0">
                  <c:v>58290</c:v>
                </c:pt>
                <c:pt idx="1">
                  <c:v>52445</c:v>
                </c:pt>
              </c:numCache>
            </c:numRef>
          </c:yVal>
          <c:smooth val="0"/>
          <c:extLst>
            <c:ext xmlns:c16="http://schemas.microsoft.com/office/drawing/2014/chart" uri="{C3380CC4-5D6E-409C-BE32-E72D297353CC}">
              <c16:uniqueId val="{00000002-0341-4C49-AA17-DBC730254415}"/>
            </c:ext>
          </c:extLst>
        </c:ser>
        <c:ser>
          <c:idx val="1"/>
          <c:order val="1"/>
          <c:tx>
            <c:strRef>
              <c:f>TJ!B34</c:f>
              <c:strCache>
                <c:ptCount val="1"/>
                <c:pt idx="0">
                  <c:v>Board Games</c:v>
                </c:pt>
              </c:strCache>
            </c:strRef>
          </c:tx>
          <c:spPr>
            <a:ln w="25400" cap="rnd">
              <a:noFill/>
              <a:round/>
            </a:ln>
            <a:effectLst/>
          </c:spPr>
          <c:marker>
            <c:symbol val="circle"/>
            <c:size val="5"/>
            <c:spPr>
              <a:solidFill>
                <a:srgbClr val="00B050"/>
              </a:solidFill>
              <a:ln w="9525">
                <a:solidFill>
                  <a:srgbClr val="00B050"/>
                </a:solidFill>
                <a:prstDash val="solid"/>
              </a:ln>
              <a:effectLst/>
            </c:spPr>
          </c:marker>
          <c:dLbls>
            <c:dLbl>
              <c:idx val="0"/>
              <c:tx>
                <c:rich>
                  <a:bodyPr/>
                  <a:lstStyle/>
                  <a:p>
                    <a:r>
                      <a:rPr lang="en-US"/>
                      <a:t>Chess Master</a:t>
                    </a:r>
                  </a:p>
                </c:rich>
              </c:tx>
              <c:dLblPos val="b"/>
              <c:showLegendKey val="0"/>
              <c:showVal val="0"/>
              <c:showCatName val="0"/>
              <c:showSerName val="1"/>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3-0341-4C49-AA17-DBC730254415}"/>
                </c:ext>
              </c:extLst>
            </c:dLbl>
            <c:dLbl>
              <c:idx val="1"/>
              <c:layout>
                <c:manualLayout>
                  <c:x val="-0.12866251621928904"/>
                  <c:y val="2.3761665208515602E-2"/>
                </c:manualLayout>
              </c:layout>
              <c:tx>
                <c:rich>
                  <a:bodyPr/>
                  <a:lstStyle/>
                  <a:p>
                    <a:r>
                      <a:rPr lang="en-US"/>
                      <a:t>Family Ludo</a:t>
                    </a:r>
                  </a:p>
                </c:rich>
              </c:tx>
              <c:dLblPos val="r"/>
              <c:showLegendKey val="0"/>
              <c:showVal val="0"/>
              <c:showCatName val="0"/>
              <c:showSerName val="1"/>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4-0341-4C49-AA17-DBC730254415}"/>
                </c:ext>
              </c:extLst>
            </c:dLbl>
            <c:dLbl>
              <c:idx val="2"/>
              <c:layout>
                <c:manualLayout>
                  <c:x val="-0.1649930473666637"/>
                  <c:y val="-0.23318277923592884"/>
                </c:manualLayout>
              </c:layout>
              <c:tx>
                <c:rich>
                  <a:bodyPr/>
                  <a:lstStyle/>
                  <a:p>
                    <a:r>
                      <a:rPr lang="en-US"/>
                      <a:t>Monopoly Classic</a:t>
                    </a:r>
                  </a:p>
                </c:rich>
              </c:tx>
              <c:dLblPos val="r"/>
              <c:showLegendKey val="0"/>
              <c:showVal val="0"/>
              <c:showCatName val="0"/>
              <c:showSerName val="1"/>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5-0341-4C49-AA17-DBC730254415}"/>
                </c:ext>
              </c:extLst>
            </c:dLbl>
            <c:spPr>
              <a:solidFill>
                <a:srgbClr val="F2F2F2"/>
              </a:solidFill>
              <a:ln>
                <a:noFill/>
              </a:ln>
              <a:effectLst/>
            </c:spPr>
            <c:txPr>
              <a:bodyPr rot="0" spcFirstLastPara="1" vertOverflow="ellipsis" vert="horz" wrap="square" lIns="38100" tIns="19050" rIns="38100" bIns="19050" anchor="ctr" anchorCtr="1">
                <a:spAutoFit/>
              </a:bodyPr>
              <a:lstStyle/>
              <a:p>
                <a:pPr>
                  <a:defRPr sz="800" b="0" i="0" u="none" strike="noStrike" kern="1200" baseline="0">
                    <a:solidFill>
                      <a:srgbClr val="0D0D0D"/>
                    </a:solidFill>
                    <a:latin typeface="Aptos Display"/>
                    <a:ea typeface="Aptos Display"/>
                    <a:cs typeface="Aptos Display"/>
                  </a:defRPr>
                </a:pPr>
                <a:endParaRPr lang="en-US"/>
              </a:p>
            </c:txPr>
            <c:dLblPos val="b"/>
            <c:showLegendKey val="0"/>
            <c:showVal val="0"/>
            <c:showCatName val="0"/>
            <c:showSerName val="1"/>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xVal>
            <c:numRef>
              <c:f>TJ!C34:C36</c:f>
              <c:numCache>
                <c:formatCode>[&gt;=1000]#,##0.00,"K";0.00</c:formatCode>
                <c:ptCount val="3"/>
                <c:pt idx="0">
                  <c:v>4237</c:v>
                </c:pt>
                <c:pt idx="1">
                  <c:v>4620</c:v>
                </c:pt>
                <c:pt idx="2">
                  <c:v>4800</c:v>
                </c:pt>
              </c:numCache>
            </c:numRef>
          </c:xVal>
          <c:yVal>
            <c:numRef>
              <c:f>TJ!D34:D36</c:f>
              <c:numCache>
                <c:formatCode>[&gt;=1000]#,##0.00,"K";0.00</c:formatCode>
                <c:ptCount val="3"/>
                <c:pt idx="0">
                  <c:v>58998</c:v>
                </c:pt>
                <c:pt idx="1">
                  <c:v>61635</c:v>
                </c:pt>
                <c:pt idx="2">
                  <c:v>62707</c:v>
                </c:pt>
              </c:numCache>
            </c:numRef>
          </c:yVal>
          <c:smooth val="0"/>
          <c:extLst>
            <c:ext xmlns:c16="http://schemas.microsoft.com/office/drawing/2014/chart" uri="{C3380CC4-5D6E-409C-BE32-E72D297353CC}">
              <c16:uniqueId val="{00000006-0341-4C49-AA17-DBC730254415}"/>
            </c:ext>
          </c:extLst>
        </c:ser>
        <c:ser>
          <c:idx val="2"/>
          <c:order val="2"/>
          <c:tx>
            <c:strRef>
              <c:f>TJ!B37</c:f>
              <c:strCache>
                <c:ptCount val="1"/>
                <c:pt idx="0">
                  <c:v>Dolls</c:v>
                </c:pt>
              </c:strCache>
            </c:strRef>
          </c:tx>
          <c:spPr>
            <a:ln w="25400" cap="rnd">
              <a:noFill/>
              <a:round/>
            </a:ln>
            <a:effectLst/>
          </c:spPr>
          <c:marker>
            <c:symbol val="circle"/>
            <c:size val="8"/>
            <c:spPr>
              <a:solidFill>
                <a:srgbClr val="002060"/>
              </a:solidFill>
              <a:ln w="9525">
                <a:solidFill>
                  <a:srgbClr val="002060"/>
                </a:solidFill>
                <a:prstDash val="solid"/>
              </a:ln>
              <a:effectLst/>
            </c:spPr>
          </c:marker>
          <c:dLbls>
            <c:dLbl>
              <c:idx val="0"/>
              <c:tx>
                <c:rich>
                  <a:bodyPr/>
                  <a:lstStyle/>
                  <a:p>
                    <a:r>
                      <a:rPr lang="en-US"/>
                      <a:t>Baby Doll Deluxe</a:t>
                    </a:r>
                  </a:p>
                </c:rich>
              </c:tx>
              <c:dLblPos val="t"/>
              <c:showLegendKey val="0"/>
              <c:showVal val="0"/>
              <c:showCatName val="0"/>
              <c:showSerName val="1"/>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7-0341-4C49-AA17-DBC730254415}"/>
                </c:ext>
              </c:extLst>
            </c:dLbl>
            <c:dLbl>
              <c:idx val="1"/>
              <c:layout>
                <c:manualLayout>
                  <c:x val="-1.3860013860014877E-3"/>
                  <c:y val="-3.5335739282589679E-2"/>
                </c:manualLayout>
              </c:layout>
              <c:tx>
                <c:rich>
                  <a:bodyPr/>
                  <a:lstStyle/>
                  <a:p>
                    <a:r>
                      <a:rPr lang="en-US"/>
                      <a:t>Princess Doll</a:t>
                    </a:r>
                  </a:p>
                </c:rich>
              </c:tx>
              <c:dLblPos val="r"/>
              <c:showLegendKey val="0"/>
              <c:showVal val="0"/>
              <c:showCatName val="0"/>
              <c:showSerName val="1"/>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8-0341-4C49-AA17-DBC730254415}"/>
                </c:ext>
              </c:extLst>
            </c:dLbl>
            <c:spPr>
              <a:solidFill>
                <a:srgbClr val="F2F2F2"/>
              </a:solidFill>
              <a:ln>
                <a:noFill/>
              </a:ln>
              <a:effectLst/>
            </c:spPr>
            <c:txPr>
              <a:bodyPr rot="0" spcFirstLastPara="1" vertOverflow="ellipsis" vert="horz" wrap="square" lIns="38100" tIns="19050" rIns="38100" bIns="19050" anchor="ctr" anchorCtr="1">
                <a:spAutoFit/>
              </a:bodyPr>
              <a:lstStyle/>
              <a:p>
                <a:pPr>
                  <a:defRPr sz="800" b="0" i="0" u="none" strike="noStrike" kern="1200" baseline="0">
                    <a:solidFill>
                      <a:srgbClr val="000000"/>
                    </a:solidFill>
                    <a:latin typeface="Aptos Display"/>
                    <a:ea typeface="Aptos Display"/>
                    <a:cs typeface="Aptos Display"/>
                  </a:defRPr>
                </a:pPr>
                <a:endParaRPr lang="en-US"/>
              </a:p>
            </c:txPr>
            <c:dLblPos val="t"/>
            <c:showLegendKey val="0"/>
            <c:showVal val="0"/>
            <c:showCatName val="0"/>
            <c:showSerName val="1"/>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xVal>
            <c:numRef>
              <c:f>TJ!C37:C38</c:f>
              <c:numCache>
                <c:formatCode>[&gt;=1000]#,##0.00,"K";0.00</c:formatCode>
                <c:ptCount val="2"/>
                <c:pt idx="0">
                  <c:v>6845</c:v>
                </c:pt>
                <c:pt idx="1">
                  <c:v>6731</c:v>
                </c:pt>
              </c:numCache>
            </c:numRef>
          </c:xVal>
          <c:yVal>
            <c:numRef>
              <c:f>TJ!D37:D38</c:f>
              <c:numCache>
                <c:formatCode>[&gt;=1000]#,##0.00,"K";0.00</c:formatCode>
                <c:ptCount val="2"/>
                <c:pt idx="0">
                  <c:v>59157</c:v>
                </c:pt>
                <c:pt idx="1">
                  <c:v>56236</c:v>
                </c:pt>
              </c:numCache>
            </c:numRef>
          </c:yVal>
          <c:smooth val="0"/>
          <c:extLst>
            <c:ext xmlns:c16="http://schemas.microsoft.com/office/drawing/2014/chart" uri="{C3380CC4-5D6E-409C-BE32-E72D297353CC}">
              <c16:uniqueId val="{00000009-0341-4C49-AA17-DBC730254415}"/>
            </c:ext>
          </c:extLst>
        </c:ser>
        <c:ser>
          <c:idx val="3"/>
          <c:order val="3"/>
          <c:tx>
            <c:strRef>
              <c:f>TJ!B39</c:f>
              <c:strCache>
                <c:ptCount val="1"/>
                <c:pt idx="0">
                  <c:v>Puzzles</c:v>
                </c:pt>
              </c:strCache>
            </c:strRef>
          </c:tx>
          <c:spPr>
            <a:ln w="25400" cap="rnd">
              <a:noFill/>
              <a:round/>
            </a:ln>
            <a:effectLst/>
          </c:spPr>
          <c:marker>
            <c:symbol val="circle"/>
            <c:size val="8"/>
            <c:spPr>
              <a:solidFill>
                <a:srgbClr val="0070C0"/>
              </a:solidFill>
              <a:ln w="9525">
                <a:solidFill>
                  <a:srgbClr val="0070C0"/>
                </a:solidFill>
                <a:prstDash val="solid"/>
              </a:ln>
              <a:effectLst/>
            </c:spPr>
          </c:marker>
          <c:dLbls>
            <c:dLbl>
              <c:idx val="0"/>
              <c:layout>
                <c:manualLayout>
                  <c:x val="6.6981965418573888E-3"/>
                  <c:y val="2.8321668124817647E-2"/>
                </c:manualLayout>
              </c:layout>
              <c:tx>
                <c:rich>
                  <a:bodyPr/>
                  <a:lstStyle/>
                  <a:p>
                    <a:r>
                      <a:rPr lang="en-US"/>
                      <a:t>Adventure Puzzle</a:t>
                    </a:r>
                  </a:p>
                </c:rich>
              </c:tx>
              <c:dLblPos val="r"/>
              <c:showLegendKey val="0"/>
              <c:showVal val="0"/>
              <c:showCatName val="0"/>
              <c:showSerName val="1"/>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A-0341-4C49-AA17-DBC730254415}"/>
                </c:ext>
              </c:extLst>
            </c:dLbl>
            <c:dLbl>
              <c:idx val="1"/>
              <c:layout>
                <c:manualLayout>
                  <c:x val="2.4361689088376926E-4"/>
                  <c:y val="1.4432779235928842E-2"/>
                </c:manualLayout>
              </c:layout>
              <c:tx>
                <c:rich>
                  <a:bodyPr/>
                  <a:lstStyle/>
                  <a:p>
                    <a:r>
                      <a:rPr lang="en-US"/>
                      <a:t>Animal Puzzle</a:t>
                    </a:r>
                  </a:p>
                </c:rich>
              </c:tx>
              <c:dLblPos val="r"/>
              <c:showLegendKey val="0"/>
              <c:showVal val="0"/>
              <c:showCatName val="0"/>
              <c:showSerName val="1"/>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B-0341-4C49-AA17-DBC730254415}"/>
                </c:ext>
              </c:extLst>
            </c:dLbl>
            <c:dLbl>
              <c:idx val="2"/>
              <c:layout>
                <c:manualLayout>
                  <c:x val="-6.9009513907379971E-2"/>
                  <c:y val="-0.14876166520851561"/>
                </c:manualLayout>
              </c:layout>
              <c:tx>
                <c:rich>
                  <a:bodyPr/>
                  <a:lstStyle/>
                  <a:p>
                    <a:r>
                      <a:rPr lang="en-US"/>
                      <a:t>Jigsaw Puzzle 500</a:t>
                    </a:r>
                  </a:p>
                </c:rich>
              </c:tx>
              <c:dLblPos val="r"/>
              <c:showLegendKey val="0"/>
              <c:showVal val="0"/>
              <c:showCatName val="0"/>
              <c:showSerName val="1"/>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C-0341-4C49-AA17-DBC730254415}"/>
                </c:ext>
              </c:extLst>
            </c:dLbl>
            <c:spPr>
              <a:solidFill>
                <a:srgbClr val="F2F2F2"/>
              </a:solidFill>
              <a:ln>
                <a:noFill/>
              </a:ln>
              <a:effectLst/>
            </c:spPr>
            <c:txPr>
              <a:bodyPr rot="0" spcFirstLastPara="1" vertOverflow="ellipsis" vert="horz" wrap="square" lIns="38100" tIns="19050" rIns="38100" bIns="19050" anchor="ctr" anchorCtr="1">
                <a:spAutoFit/>
              </a:bodyPr>
              <a:lstStyle/>
              <a:p>
                <a:pPr>
                  <a:defRPr sz="800" b="0" i="0" u="none" strike="noStrike" kern="1200" baseline="0">
                    <a:solidFill>
                      <a:srgbClr val="000000"/>
                    </a:solidFill>
                    <a:latin typeface="Aptos Display"/>
                    <a:ea typeface="Aptos Display"/>
                    <a:cs typeface="Aptos Display"/>
                  </a:defRPr>
                </a:pPr>
                <a:endParaRPr lang="en-US"/>
              </a:p>
            </c:txPr>
            <c:dLblPos val="t"/>
            <c:showLegendKey val="0"/>
            <c:showVal val="0"/>
            <c:showCatName val="0"/>
            <c:showSerName val="1"/>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xVal>
            <c:numRef>
              <c:f>TJ!C39:C41</c:f>
              <c:numCache>
                <c:formatCode>[&gt;=1000]#,##0.00,"K";0.00</c:formatCode>
                <c:ptCount val="3"/>
                <c:pt idx="0">
                  <c:v>4680</c:v>
                </c:pt>
                <c:pt idx="1">
                  <c:v>4688</c:v>
                </c:pt>
                <c:pt idx="2">
                  <c:v>4895</c:v>
                </c:pt>
              </c:numCache>
            </c:numRef>
          </c:xVal>
          <c:yVal>
            <c:numRef>
              <c:f>TJ!D39:D41</c:f>
              <c:numCache>
                <c:formatCode>[&gt;=1000]#,##0.00,"K";0.00</c:formatCode>
                <c:ptCount val="3"/>
                <c:pt idx="0">
                  <c:v>57899</c:v>
                </c:pt>
                <c:pt idx="1">
                  <c:v>60658</c:v>
                </c:pt>
                <c:pt idx="2">
                  <c:v>62692</c:v>
                </c:pt>
              </c:numCache>
            </c:numRef>
          </c:yVal>
          <c:smooth val="0"/>
          <c:extLst>
            <c:ext xmlns:c16="http://schemas.microsoft.com/office/drawing/2014/chart" uri="{C3380CC4-5D6E-409C-BE32-E72D297353CC}">
              <c16:uniqueId val="{0000000D-0341-4C49-AA17-DBC730254415}"/>
            </c:ext>
          </c:extLst>
        </c:ser>
        <c:ser>
          <c:idx val="4"/>
          <c:order val="4"/>
          <c:tx>
            <c:strRef>
              <c:f>{"Avg. Line Units Sold"}</c:f>
              <c:strCache>
                <c:ptCount val="1"/>
                <c:pt idx="0">
                  <c:v>Avg. Line Units Sold</c:v>
                </c:pt>
              </c:strCache>
            </c:strRef>
          </c:tx>
          <c:spPr>
            <a:ln w="19050" cap="rnd">
              <a:solidFill>
                <a:schemeClr val="accent5">
                  <a:alpha val="50000"/>
                </a:schemeClr>
              </a:solidFill>
              <a:round/>
            </a:ln>
            <a:effectLst/>
          </c:spPr>
          <c:marker>
            <c:symbol val="circle"/>
            <c:size val="2"/>
            <c:spPr>
              <a:noFill/>
              <a:ln w="25400">
                <a:noFill/>
              </a:ln>
              <a:effectLst/>
            </c:spPr>
          </c:marker>
          <c:dLbls>
            <c:dLbl>
              <c:idx val="0"/>
              <c:delete val="1"/>
              <c:extLst>
                <c:ext xmlns:c15="http://schemas.microsoft.com/office/drawing/2012/chart" uri="{CE6537A1-D6FC-4f65-9D91-7224C49458BB}"/>
                <c:ext xmlns:c16="http://schemas.microsoft.com/office/drawing/2014/chart" uri="{C3380CC4-5D6E-409C-BE32-E72D297353CC}">
                  <c16:uniqueId val="{0000000E-0341-4C49-AA17-DBC730254415}"/>
                </c:ext>
              </c:extLst>
            </c:dLbl>
            <c:dLbl>
              <c:idx val="1"/>
              <c:layout>
                <c:manualLayout>
                  <c:x val="1.1272141706924237E-2"/>
                  <c:y val="4.1666666666666657E-2"/>
                </c:manualLayout>
              </c:layout>
              <c:tx>
                <c:rich>
                  <a:bodyPr/>
                  <a:lstStyle/>
                  <a:p>
                    <a:r>
                      <a:rPr lang="en-US"/>
                      <a:t>Avg. Units Sold: 5,360</a:t>
                    </a:r>
                  </a:p>
                </c:rich>
              </c:tx>
              <c:showLegendKey val="0"/>
              <c:showVal val="1"/>
              <c:showCatName val="1"/>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F-0341-4C49-AA17-DBC730254415}"/>
                </c:ext>
              </c:extLst>
            </c:dLbl>
            <c:spPr>
              <a:noFill/>
              <a:ln>
                <a:noFill/>
              </a:ln>
              <a:effectLst/>
            </c:spPr>
            <c:txPr>
              <a:bodyPr rot="0" spcFirstLastPara="1" vertOverflow="ellipsis" vert="horz" wrap="square" lIns="38100" tIns="19050" rIns="38100" bIns="19050" anchor="ctr" anchorCtr="1">
                <a:spAutoFit/>
              </a:bodyPr>
              <a:lstStyle/>
              <a:p>
                <a:pPr>
                  <a:defRPr sz="800" b="1" i="0" u="none" strike="noStrike" kern="1200" baseline="0">
                    <a:solidFill>
                      <a:schemeClr val="tx1">
                        <a:lumMod val="75000"/>
                        <a:lumOff val="25000"/>
                      </a:schemeClr>
                    </a:solidFill>
                    <a:latin typeface="Aptos Display"/>
                    <a:ea typeface="Aptos Display"/>
                    <a:cs typeface="Aptos Display"/>
                  </a:defRPr>
                </a:pPr>
                <a:endParaRPr lang="en-US"/>
              </a:p>
            </c:txPr>
            <c:showLegendKey val="0"/>
            <c:showVal val="1"/>
            <c:showCatName val="1"/>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xVal>
            <c:numRef>
              <c:f>TJ!F33:F34</c:f>
              <c:numCache>
                <c:formatCode>[&gt;=1000]#,##0.00,"K";0.00</c:formatCode>
                <c:ptCount val="2"/>
                <c:pt idx="0">
                  <c:v>5360.1</c:v>
                </c:pt>
                <c:pt idx="1">
                  <c:v>5360.1</c:v>
                </c:pt>
              </c:numCache>
            </c:numRef>
          </c:xVal>
          <c:yVal>
            <c:numRef>
              <c:f>TJ!G33:G34</c:f>
              <c:numCache>
                <c:formatCode>[&gt;=1000]#,##0.00,"K";0.00</c:formatCode>
                <c:ptCount val="2"/>
                <c:pt idx="0">
                  <c:v>50000</c:v>
                </c:pt>
                <c:pt idx="1">
                  <c:v>70000</c:v>
                </c:pt>
              </c:numCache>
            </c:numRef>
          </c:yVal>
          <c:smooth val="0"/>
          <c:extLst>
            <c:ext xmlns:c16="http://schemas.microsoft.com/office/drawing/2014/chart" uri="{C3380CC4-5D6E-409C-BE32-E72D297353CC}">
              <c16:uniqueId val="{00000010-0341-4C49-AA17-DBC730254415}"/>
            </c:ext>
          </c:extLst>
        </c:ser>
        <c:ser>
          <c:idx val="5"/>
          <c:order val="5"/>
          <c:tx>
            <c:strRef>
              <c:f>{"Avg. Units in Stock"}</c:f>
              <c:strCache>
                <c:ptCount val="1"/>
                <c:pt idx="0">
                  <c:v>Avg. Units in Stock</c:v>
                </c:pt>
              </c:strCache>
            </c:strRef>
          </c:tx>
          <c:spPr>
            <a:ln w="19050" cap="rnd">
              <a:solidFill>
                <a:schemeClr val="accent6">
                  <a:alpha val="50000"/>
                </a:schemeClr>
              </a:solidFill>
              <a:round/>
            </a:ln>
            <a:effectLst/>
          </c:spPr>
          <c:marker>
            <c:symbol val="circle"/>
            <c:size val="2"/>
            <c:spPr>
              <a:noFill/>
              <a:ln w="25400">
                <a:noFill/>
              </a:ln>
              <a:effectLst/>
            </c:spPr>
          </c:marker>
          <c:dLbls>
            <c:dLbl>
              <c:idx val="0"/>
              <c:layout>
                <c:manualLayout>
                  <c:x val="2.5764895330112721E-2"/>
                  <c:y val="0.18402777777777779"/>
                </c:manualLayout>
              </c:layout>
              <c:tx>
                <c:rich>
                  <a:bodyPr/>
                  <a:lstStyle/>
                  <a:p>
                    <a:r>
                      <a:rPr lang="en-US"/>
                      <a:t>Avg. Units In Stock: 59,072 units</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11-0341-4C49-AA17-DBC730254415}"/>
                </c:ext>
              </c:extLst>
            </c:dLbl>
            <c:dLbl>
              <c:idx val="1"/>
              <c:delete val="1"/>
              <c:extLst>
                <c:ext xmlns:c15="http://schemas.microsoft.com/office/drawing/2012/chart" uri="{CE6537A1-D6FC-4f65-9D91-7224C49458BB}"/>
                <c:ext xmlns:c16="http://schemas.microsoft.com/office/drawing/2014/chart" uri="{C3380CC4-5D6E-409C-BE32-E72D297353CC}">
                  <c16:uniqueId val="{00000012-0341-4C49-AA17-DBC730254415}"/>
                </c:ext>
              </c:extLst>
            </c:dLbl>
            <c:spPr>
              <a:noFill/>
              <a:ln>
                <a:noFill/>
              </a:ln>
              <a:effectLst/>
            </c:spPr>
            <c:txPr>
              <a:bodyPr rot="0" spcFirstLastPara="1" vertOverflow="ellipsis" vert="horz" wrap="square" lIns="38100" tIns="19050" rIns="38100" bIns="19050" anchor="ctr" anchorCtr="1">
                <a:spAutoFit/>
              </a:bodyPr>
              <a:lstStyle/>
              <a:p>
                <a:pPr>
                  <a:defRPr sz="800" b="1" i="0" u="none" strike="noStrike" kern="1200" baseline="0">
                    <a:solidFill>
                      <a:schemeClr val="tx1">
                        <a:lumMod val="75000"/>
                        <a:lumOff val="25000"/>
                      </a:schemeClr>
                    </a:solidFill>
                    <a:latin typeface="Aptos Display"/>
                    <a:ea typeface="Aptos Display"/>
                    <a:cs typeface="Aptos Display"/>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xVal>
            <c:numRef>
              <c:f>TJ!F37:F38</c:f>
              <c:numCache>
                <c:formatCode>[&gt;=1000]#,##0.00,"K";0.00</c:formatCode>
                <c:ptCount val="2"/>
                <c:pt idx="0">
                  <c:v>4000</c:v>
                </c:pt>
                <c:pt idx="1">
                  <c:v>7000</c:v>
                </c:pt>
              </c:numCache>
            </c:numRef>
          </c:xVal>
          <c:yVal>
            <c:numRef>
              <c:f>TJ!G37:G38</c:f>
              <c:numCache>
                <c:formatCode>[&gt;=1000]#,##0.00,"K";0.00</c:formatCode>
                <c:ptCount val="2"/>
                <c:pt idx="0">
                  <c:v>59071.7</c:v>
                </c:pt>
                <c:pt idx="1">
                  <c:v>59071.7</c:v>
                </c:pt>
              </c:numCache>
            </c:numRef>
          </c:yVal>
          <c:smooth val="0"/>
          <c:extLst>
            <c:ext xmlns:c16="http://schemas.microsoft.com/office/drawing/2014/chart" uri="{C3380CC4-5D6E-409C-BE32-E72D297353CC}">
              <c16:uniqueId val="{00000013-0341-4C49-AA17-DBC730254415}"/>
            </c:ext>
          </c:extLst>
        </c:ser>
        <c:dLbls>
          <c:showLegendKey val="0"/>
          <c:showVal val="0"/>
          <c:showCatName val="0"/>
          <c:showSerName val="0"/>
          <c:showPercent val="0"/>
          <c:showBubbleSize val="0"/>
        </c:dLbls>
        <c:axId val="940002823"/>
        <c:axId val="940013575"/>
      </c:scatterChart>
      <c:valAx>
        <c:axId val="940002823"/>
        <c:scaling>
          <c:orientation val="minMax"/>
          <c:max val="7000"/>
          <c:min val="4000"/>
        </c:scaling>
        <c:delete val="0"/>
        <c:axPos val="b"/>
        <c:title>
          <c:tx>
            <c:rich>
              <a:bodyPr rot="0" spcFirstLastPara="1" vertOverflow="ellipsis" vert="horz" wrap="square" anchor="ctr" anchorCtr="1"/>
              <a:lstStyle/>
              <a:p>
                <a:pPr>
                  <a:defRPr sz="1000" b="1" i="0" u="none" strike="noStrike" kern="1200" baseline="0">
                    <a:solidFill>
                      <a:srgbClr val="000000"/>
                    </a:solidFill>
                    <a:latin typeface="Aptos Display"/>
                    <a:ea typeface="Aptos Display"/>
                    <a:cs typeface="Aptos Display"/>
                  </a:defRPr>
                </a:pPr>
                <a:r>
                  <a:rPr lang="en-US"/>
                  <a:t>Units Sold</a:t>
                </a:r>
              </a:p>
            </c:rich>
          </c:tx>
          <c:overlay val="0"/>
          <c:spPr>
            <a:noFill/>
            <a:ln>
              <a:noFill/>
            </a:ln>
            <a:effectLst/>
          </c:spPr>
          <c:txPr>
            <a:bodyPr rot="0" spcFirstLastPara="1" vertOverflow="ellipsis" vert="horz" wrap="square" anchor="ctr" anchorCtr="1"/>
            <a:lstStyle/>
            <a:p>
              <a:pPr>
                <a:defRPr sz="1000" b="1" i="0" u="none" strike="noStrike" kern="1200" baseline="0">
                  <a:solidFill>
                    <a:srgbClr val="000000"/>
                  </a:solidFill>
                  <a:latin typeface="Aptos Display"/>
                  <a:ea typeface="Aptos Display"/>
                  <a:cs typeface="Aptos Display"/>
                </a:defRPr>
              </a:pPr>
              <a:endParaRPr lang="en-US"/>
            </a:p>
          </c:txPr>
        </c:title>
        <c:numFmt formatCode="[&gt;=1000]#,##0.0,&quot;K&quot;;0.00" sourceLinked="0"/>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rgbClr val="000000"/>
                </a:solidFill>
                <a:latin typeface="Aptos Display"/>
                <a:ea typeface="Aptos Display"/>
                <a:cs typeface="Aptos Display"/>
              </a:defRPr>
            </a:pPr>
            <a:endParaRPr lang="en-US"/>
          </a:p>
        </c:txPr>
        <c:crossAx val="940013575"/>
        <c:crosses val="autoZero"/>
        <c:crossBetween val="midCat"/>
        <c:majorUnit val="500"/>
      </c:valAx>
      <c:valAx>
        <c:axId val="940013575"/>
        <c:scaling>
          <c:orientation val="minMax"/>
          <c:max val="70000"/>
          <c:min val="50000"/>
        </c:scaling>
        <c:delete val="0"/>
        <c:axPos val="l"/>
        <c:title>
          <c:tx>
            <c:rich>
              <a:bodyPr rot="-5400000" spcFirstLastPara="1" vertOverflow="ellipsis" vert="horz" wrap="square" anchor="ctr" anchorCtr="1"/>
              <a:lstStyle/>
              <a:p>
                <a:pPr>
                  <a:defRPr sz="1000" b="1" i="0" u="none" strike="noStrike" kern="1200" baseline="0">
                    <a:solidFill>
                      <a:srgbClr val="000000"/>
                    </a:solidFill>
                    <a:latin typeface="Aptos Display"/>
                    <a:ea typeface="Aptos Display"/>
                    <a:cs typeface="Aptos Display"/>
                  </a:defRPr>
                </a:pPr>
                <a:r>
                  <a:rPr lang="en-US"/>
                  <a:t>Units in Stock</a:t>
                </a:r>
              </a:p>
            </c:rich>
          </c:tx>
          <c:overlay val="0"/>
          <c:spPr>
            <a:noFill/>
            <a:ln>
              <a:noFill/>
            </a:ln>
            <a:effectLst/>
          </c:spPr>
          <c:txPr>
            <a:bodyPr rot="-5400000" spcFirstLastPara="1" vertOverflow="ellipsis" vert="horz" wrap="square" anchor="ctr" anchorCtr="1"/>
            <a:lstStyle/>
            <a:p>
              <a:pPr>
                <a:defRPr sz="1000" b="1" i="0" u="none" strike="noStrike" kern="1200" baseline="0">
                  <a:solidFill>
                    <a:srgbClr val="000000"/>
                  </a:solidFill>
                  <a:latin typeface="Aptos Display"/>
                  <a:ea typeface="Aptos Display"/>
                  <a:cs typeface="Aptos Display"/>
                </a:defRPr>
              </a:pPr>
              <a:endParaRPr lang="en-US"/>
            </a:p>
          </c:txPr>
        </c:title>
        <c:numFmt formatCode="[&gt;=1000]#,##0,&quot;K&quot;;0.00" sourceLinked="0"/>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rgbClr val="000000"/>
                </a:solidFill>
                <a:latin typeface="Aptos Display"/>
                <a:ea typeface="Aptos Display"/>
                <a:cs typeface="Aptos Display"/>
              </a:defRPr>
            </a:pPr>
            <a:endParaRPr lang="en-US"/>
          </a:p>
        </c:txPr>
        <c:crossAx val="940002823"/>
        <c:crosses val="autoZero"/>
        <c:crossBetween val="midCat"/>
        <c:majorUnit val="5000"/>
        <c:minorUnit val="500"/>
      </c:valAx>
      <c:spPr>
        <a:noFill/>
        <a:ln>
          <a:noFill/>
        </a:ln>
        <a:effectLst/>
      </c:spPr>
    </c:plotArea>
    <c:legend>
      <c:legendPos val="b"/>
      <c:overlay val="0"/>
      <c:spPr>
        <a:noFill/>
        <a:ln>
          <a:noFill/>
        </a:ln>
        <a:effectLst/>
      </c:spPr>
      <c:txPr>
        <a:bodyPr rot="0" spcFirstLastPara="1" vertOverflow="ellipsis" vert="horz" wrap="square" anchor="ctr" anchorCtr="1"/>
        <a:lstStyle/>
        <a:p>
          <a:pPr>
            <a:defRPr sz="800" b="1" i="0" u="none" strike="noStrike" kern="1200" baseline="0">
              <a:solidFill>
                <a:srgbClr val="000000"/>
              </a:solidFill>
              <a:latin typeface="Aptos Display"/>
              <a:ea typeface="Aptos Display"/>
              <a:cs typeface="Aptos Display"/>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stacked"/>
        <c:varyColors val="0"/>
        <c:ser>
          <c:idx val="0"/>
          <c:order val="0"/>
          <c:tx>
            <c:strRef>
              <c:f>TJ!$B$135</c:f>
              <c:strCache>
                <c:ptCount val="1"/>
                <c:pt idx="0">
                  <c:v>Total Revenue</c:v>
                </c:pt>
              </c:strCache>
            </c:strRef>
          </c:tx>
          <c:spPr>
            <a:solidFill>
              <a:srgbClr val="002060"/>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800" b="0" i="0" u="none" strike="noStrike" kern="1200" baseline="0">
                    <a:solidFill>
                      <a:srgbClr val="FFFFFF"/>
                    </a:solidFill>
                    <a:latin typeface="Aptos Display"/>
                    <a:ea typeface="Aptos Display"/>
                    <a:cs typeface="Aptos Display"/>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TJ!$A$136:$A$143</c:f>
              <c:strCache>
                <c:ptCount val="8"/>
                <c:pt idx="0">
                  <c:v>Store003</c:v>
                </c:pt>
                <c:pt idx="1">
                  <c:v>Store008</c:v>
                </c:pt>
                <c:pt idx="2">
                  <c:v>Store005</c:v>
                </c:pt>
                <c:pt idx="3">
                  <c:v>Store004</c:v>
                </c:pt>
                <c:pt idx="4">
                  <c:v>Store006</c:v>
                </c:pt>
                <c:pt idx="5">
                  <c:v>Store007</c:v>
                </c:pt>
                <c:pt idx="6">
                  <c:v>Store002</c:v>
                </c:pt>
                <c:pt idx="7">
                  <c:v>Store001</c:v>
                </c:pt>
              </c:strCache>
            </c:strRef>
          </c:cat>
          <c:val>
            <c:numRef>
              <c:f>TJ!$B$136:$B$143</c:f>
              <c:numCache>
                <c:formatCode>[$₹-4009]#,##0.00,,"M"</c:formatCode>
                <c:ptCount val="8"/>
                <c:pt idx="0">
                  <c:v>3805512</c:v>
                </c:pt>
                <c:pt idx="1">
                  <c:v>3899771</c:v>
                </c:pt>
                <c:pt idx="2">
                  <c:v>3973346</c:v>
                </c:pt>
                <c:pt idx="3">
                  <c:v>3993755</c:v>
                </c:pt>
                <c:pt idx="4">
                  <c:v>4021293</c:v>
                </c:pt>
                <c:pt idx="5">
                  <c:v>4080978</c:v>
                </c:pt>
                <c:pt idx="6">
                  <c:v>4122063</c:v>
                </c:pt>
                <c:pt idx="7">
                  <c:v>4236081</c:v>
                </c:pt>
              </c:numCache>
            </c:numRef>
          </c:val>
          <c:extLst>
            <c:ext xmlns:c16="http://schemas.microsoft.com/office/drawing/2014/chart" uri="{C3380CC4-5D6E-409C-BE32-E72D297353CC}">
              <c16:uniqueId val="{00000000-62BF-4E20-B885-69332EEB72AD}"/>
            </c:ext>
          </c:extLst>
        </c:ser>
        <c:ser>
          <c:idx val="1"/>
          <c:order val="1"/>
          <c:tx>
            <c:strRef>
              <c:f>TJ!$C$135</c:f>
              <c:strCache>
                <c:ptCount val="1"/>
                <c:pt idx="0">
                  <c:v>Excess Inventory Value</c:v>
                </c:pt>
              </c:strCache>
            </c:strRef>
          </c:tx>
          <c:spPr>
            <a:solidFill>
              <a:srgbClr val="2057E0"/>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800" b="0" i="0" u="none" strike="noStrike" kern="1200" baseline="0">
                    <a:solidFill>
                      <a:srgbClr val="FFFFFF"/>
                    </a:solidFill>
                    <a:latin typeface="Aptos Display"/>
                    <a:ea typeface="Aptos Display"/>
                    <a:cs typeface="Aptos Display"/>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TJ!$A$136:$A$143</c:f>
              <c:strCache>
                <c:ptCount val="8"/>
                <c:pt idx="0">
                  <c:v>Store003</c:v>
                </c:pt>
                <c:pt idx="1">
                  <c:v>Store008</c:v>
                </c:pt>
                <c:pt idx="2">
                  <c:v>Store005</c:v>
                </c:pt>
                <c:pt idx="3">
                  <c:v>Store004</c:v>
                </c:pt>
                <c:pt idx="4">
                  <c:v>Store006</c:v>
                </c:pt>
                <c:pt idx="5">
                  <c:v>Store007</c:v>
                </c:pt>
                <c:pt idx="6">
                  <c:v>Store002</c:v>
                </c:pt>
                <c:pt idx="7">
                  <c:v>Store001</c:v>
                </c:pt>
              </c:strCache>
            </c:strRef>
          </c:cat>
          <c:val>
            <c:numRef>
              <c:f>TJ!$C$136:$C$143</c:f>
              <c:numCache>
                <c:formatCode>[$₹-4009]#,##0.00,,"M"</c:formatCode>
                <c:ptCount val="8"/>
                <c:pt idx="0">
                  <c:v>23647590</c:v>
                </c:pt>
                <c:pt idx="1">
                  <c:v>25889410</c:v>
                </c:pt>
                <c:pt idx="2">
                  <c:v>27138970</c:v>
                </c:pt>
                <c:pt idx="3">
                  <c:v>26611160</c:v>
                </c:pt>
                <c:pt idx="4">
                  <c:v>24208300</c:v>
                </c:pt>
                <c:pt idx="5">
                  <c:v>26092240</c:v>
                </c:pt>
                <c:pt idx="6">
                  <c:v>26978730</c:v>
                </c:pt>
                <c:pt idx="7">
                  <c:v>27129440</c:v>
                </c:pt>
              </c:numCache>
            </c:numRef>
          </c:val>
          <c:extLst>
            <c:ext xmlns:c16="http://schemas.microsoft.com/office/drawing/2014/chart" uri="{C3380CC4-5D6E-409C-BE32-E72D297353CC}">
              <c16:uniqueId val="{00000001-62BF-4E20-B885-69332EEB72AD}"/>
            </c:ext>
          </c:extLst>
        </c:ser>
        <c:dLbls>
          <c:showLegendKey val="0"/>
          <c:showVal val="0"/>
          <c:showCatName val="0"/>
          <c:showSerName val="0"/>
          <c:showPercent val="0"/>
          <c:showBubbleSize val="0"/>
        </c:dLbls>
        <c:gapWidth val="50"/>
        <c:overlap val="100"/>
        <c:axId val="1087979527"/>
        <c:axId val="1087981575"/>
      </c:barChart>
      <c:catAx>
        <c:axId val="1087979527"/>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800" b="1" i="0" u="none" strike="noStrike" kern="1200" baseline="0">
                <a:solidFill>
                  <a:srgbClr val="222B35"/>
                </a:solidFill>
                <a:latin typeface="Aptos Narrow"/>
                <a:ea typeface="Aptos Narrow"/>
                <a:cs typeface="Aptos Narrow"/>
              </a:defRPr>
            </a:pPr>
            <a:endParaRPr lang="en-US"/>
          </a:p>
        </c:txPr>
        <c:crossAx val="1087981575"/>
        <c:crosses val="autoZero"/>
        <c:auto val="1"/>
        <c:lblAlgn val="ctr"/>
        <c:lblOffset val="100"/>
        <c:noMultiLvlLbl val="0"/>
      </c:catAx>
      <c:valAx>
        <c:axId val="1087981575"/>
        <c:scaling>
          <c:orientation val="minMax"/>
          <c:max val="30000000"/>
        </c:scaling>
        <c:delete val="0"/>
        <c:axPos val="b"/>
        <c:majorGridlines>
          <c:spPr>
            <a:ln w="9525" cap="flat" cmpd="sng" algn="ctr">
              <a:solidFill>
                <a:schemeClr val="tx1">
                  <a:lumMod val="15000"/>
                  <a:lumOff val="85000"/>
                </a:schemeClr>
              </a:solidFill>
              <a:round/>
            </a:ln>
            <a:effectLst/>
          </c:spPr>
        </c:majorGridlines>
        <c:numFmt formatCode="[$₹-4009]#,##0,,&quot;M&quot;" sourceLinked="0"/>
        <c:majorTickMark val="none"/>
        <c:minorTickMark val="none"/>
        <c:tickLblPos val="nextTo"/>
        <c:spPr>
          <a:noFill/>
          <a:ln>
            <a:noFill/>
          </a:ln>
          <a:effectLst/>
        </c:spPr>
        <c:txPr>
          <a:bodyPr rot="-60000000" spcFirstLastPara="1" vertOverflow="ellipsis" vert="horz" wrap="square" anchor="ctr" anchorCtr="1"/>
          <a:lstStyle/>
          <a:p>
            <a:pPr>
              <a:defRPr sz="800" b="1" i="0" u="none" strike="noStrike" kern="1200" baseline="0">
                <a:solidFill>
                  <a:srgbClr val="222B35"/>
                </a:solidFill>
                <a:latin typeface="Aptos Display"/>
                <a:ea typeface="Aptos Display"/>
                <a:cs typeface="Aptos Display"/>
              </a:defRPr>
            </a:pPr>
            <a:endParaRPr lang="en-US"/>
          </a:p>
        </c:txPr>
        <c:crossAx val="1087979527"/>
        <c:crosses val="autoZero"/>
        <c:crossBetween val="between"/>
      </c:valAx>
      <c:spPr>
        <a:noFill/>
        <a:ln>
          <a:noFill/>
        </a:ln>
        <a:effectLst/>
      </c:spPr>
    </c:plotArea>
    <c:legend>
      <c:legendPos val="b"/>
      <c:layout>
        <c:manualLayout>
          <c:xMode val="edge"/>
          <c:yMode val="edge"/>
          <c:x val="0.28245363079615049"/>
          <c:y val="0.88579943132108485"/>
          <c:w val="0.46009273840769904"/>
          <c:h val="7.2533902012248463E-2"/>
        </c:manualLayout>
      </c:layout>
      <c:overlay val="0"/>
      <c:spPr>
        <a:noFill/>
        <a:ln>
          <a:noFill/>
        </a:ln>
        <a:effectLst/>
      </c:spPr>
      <c:txPr>
        <a:bodyPr rot="0" spcFirstLastPara="1" vertOverflow="ellipsis" vert="horz" wrap="square" anchor="ctr" anchorCtr="1"/>
        <a:lstStyle/>
        <a:p>
          <a:pPr>
            <a:defRPr sz="800" b="0" i="0" u="none" strike="noStrike" kern="1200" baseline="0">
              <a:solidFill>
                <a:srgbClr val="000000"/>
              </a:solidFill>
              <a:latin typeface="Aptos Display"/>
              <a:ea typeface="Aptos Display"/>
              <a:cs typeface="Aptos Display"/>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69">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alpha val="75000"/>
        </a:schemeClr>
      </a:solidFill>
    </cs:spPr>
  </cs:dataPoint>
  <cs:dataPoint3D>
    <cs:lnRef idx="0"/>
    <cs:fillRef idx="1">
      <cs:styleClr val="auto"/>
    </cs:fillRef>
    <cs:effectRef idx="0"/>
    <cs:fontRef idx="minor">
      <a:schemeClr val="tx1"/>
    </cs:fontRef>
    <cs:spPr>
      <a:solidFill>
        <a:schemeClr val="phClr">
          <a:alpha val="75000"/>
        </a:schemeClr>
      </a:solidFill>
    </cs:spPr>
  </cs:dataPoint3D>
  <cs:dataPointLine>
    <cs:lnRef idx="0">
      <cs:styleClr val="auto"/>
    </cs:lnRef>
    <cs:fillRef idx="1"/>
    <cs:effectRef idx="0"/>
    <cs:fontRef idx="minor">
      <a:schemeClr val="tx1"/>
    </cs:fontRef>
    <cs:spPr>
      <a:ln w="19050" cap="rnd">
        <a:solidFill>
          <a:schemeClr val="phClr">
            <a:alpha val="50000"/>
          </a:scheme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69">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alpha val="75000"/>
        </a:schemeClr>
      </a:solidFill>
    </cs:spPr>
  </cs:dataPoint>
  <cs:dataPoint3D>
    <cs:lnRef idx="0"/>
    <cs:fillRef idx="1">
      <cs:styleClr val="auto"/>
    </cs:fillRef>
    <cs:effectRef idx="0"/>
    <cs:fontRef idx="minor">
      <a:schemeClr val="tx1"/>
    </cs:fontRef>
    <cs:spPr>
      <a:solidFill>
        <a:schemeClr val="phClr">
          <a:alpha val="75000"/>
        </a:schemeClr>
      </a:solidFill>
    </cs:spPr>
  </cs:dataPoint3D>
  <cs:dataPointLine>
    <cs:lnRef idx="0">
      <cs:styleClr val="auto"/>
    </cs:lnRef>
    <cs:fillRef idx="1"/>
    <cs:effectRef idx="0"/>
    <cs:fontRef idx="minor">
      <a:schemeClr val="tx1"/>
    </cs:fontRef>
    <cs:spPr>
      <a:ln w="19050" cap="rnd">
        <a:solidFill>
          <a:schemeClr val="phClr">
            <a:alpha val="50000"/>
          </a:scheme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diagrams/colors1.xml><?xml version="1.0" encoding="utf-8"?>
<dgm:colorsDef xmlns:dgm="http://schemas.openxmlformats.org/drawingml/2006/diagram" xmlns:a="http://schemas.openxmlformats.org/drawingml/2006/main" uniqueId="urn:microsoft.com/office/officeart/2005/8/colors/accent0_2">
  <dgm:title val=""/>
  <dgm:desc val=""/>
  <dgm:catLst>
    <dgm:cat type="mainScheme" pri="10200"/>
  </dgm:catLst>
  <dgm:styleLbl name="node0">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lig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l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vennNode1">
    <dgm:fillClrLst meth="repeat">
      <a:schemeClr val="lt1">
        <a:alpha val="50000"/>
      </a:schemeClr>
    </dgm:fillClrLst>
    <dgm:linClrLst meth="repeat">
      <a:schemeClr val="dk2">
        <a:shade val="80000"/>
      </a:schemeClr>
    </dgm:linClrLst>
    <dgm:effectClrLst/>
    <dgm:txLinClrLst/>
    <dgm:txFillClrLst/>
    <dgm:txEffectClrLst/>
  </dgm:styleLbl>
  <dgm:styleLbl name="node2">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3">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4">
    <dgm:fillClrLst meth="repeat">
      <a:schemeClr val="lt1"/>
    </dgm:fillClrLst>
    <dgm:linClrLst meth="repeat">
      <a:schemeClr val="dk2">
        <a:shade val="80000"/>
      </a:schemeClr>
    </dgm:linClrLst>
    <dgm:effectClrLst/>
    <dgm:txLinClrLst/>
    <dgm:txFillClrLst meth="repeat">
      <a:schemeClr val="dk2"/>
    </dgm:txFillClrLst>
    <dgm:txEffectClrLst/>
  </dgm:styleLbl>
  <dgm:styleLbl name="f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align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b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sibTrans1D1">
    <dgm:fillClrLst meth="repeat">
      <a:schemeClr val="dk2"/>
    </dgm:fillClrLst>
    <dgm:linClrLst meth="repeat">
      <a:schemeClr val="dk2"/>
    </dgm:linClrLst>
    <dgm:effectClrLst/>
    <dgm:txLinClrLst/>
    <dgm:txFillClrLst meth="repeat">
      <a:schemeClr val="tx1"/>
    </dgm:txFillClrLst>
    <dgm:txEffectClrLst/>
  </dgm:styleLbl>
  <dgm:styleLbl name="callout">
    <dgm:fillClrLst meth="repeat">
      <a:schemeClr val="dk2"/>
    </dgm:fillClrLst>
    <dgm:linClrLst meth="repeat">
      <a:schemeClr val="dk2"/>
    </dgm:linClrLst>
    <dgm:effectClrLst/>
    <dgm:txLinClrLst/>
    <dgm:txFillClrLst meth="repeat">
      <a:schemeClr val="tx1"/>
    </dgm:txFillClrLst>
    <dgm:txEffectClrLst/>
  </dgm:styleLbl>
  <dgm:styleLbl name="asst0">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2">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3">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4">
    <dgm:fillClrLst meth="repeat">
      <a:schemeClr val="lt1"/>
    </dgm:fillClrLst>
    <dgm:linClrLst meth="repeat">
      <a:schemeClr val="dk2">
        <a:shade val="80000"/>
      </a:schemeClr>
    </dgm:linClrLst>
    <dgm:effectClrLst/>
    <dgm:txLinClrLst/>
    <dgm:txFillClrLst meth="repeat">
      <a:schemeClr val="dk2"/>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dgm:txEffectClrLst/>
  </dgm:styleLbl>
  <dgm:styleLbl name="parChTrans2D2">
    <dgm:fillClrLst meth="repeat">
      <a:schemeClr val="dk2"/>
    </dgm:fillClrLst>
    <dgm:linClrLst meth="repeat">
      <a:schemeClr val="dk2"/>
    </dgm:linClrLst>
    <dgm:effectClrLst/>
    <dgm:txLinClrLst/>
    <dgm:txFillClrLst/>
    <dgm:txEffectClrLst/>
  </dgm:styleLbl>
  <dgm:styleLbl name="parChTrans2D3">
    <dgm:fillClrLst meth="repeat">
      <a:schemeClr val="dk2"/>
    </dgm:fillClrLst>
    <dgm:linClrLst meth="repeat">
      <a:schemeClr val="dk2"/>
    </dgm:linClrLst>
    <dgm:effectClrLst/>
    <dgm:txLinClrLst/>
    <dgm:txFillClrLst/>
    <dgm:txEffectClrLst/>
  </dgm:styleLbl>
  <dgm:styleLbl name="parChTrans2D4">
    <dgm:fillClrLst meth="repeat">
      <a:schemeClr val="dk2"/>
    </dgm:fillClrLst>
    <dgm:linClrLst meth="repeat">
      <a:schemeClr val="dk2"/>
    </dgm:linClrLst>
    <dgm:effectClrLst/>
    <dgm:txLinClrLst/>
    <dgm:txFillClrLst meth="repeat">
      <a:schemeClr val="lt1"/>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con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align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trAlignAcc1">
    <dgm:fillClrLst meth="repeat">
      <a:schemeClr val="dk2">
        <a:alpha val="40000"/>
        <a:tint val="40000"/>
      </a:schemeClr>
    </dgm:fillClrLst>
    <dgm:linClrLst meth="repeat">
      <a:schemeClr val="dk2"/>
    </dgm:linClrLst>
    <dgm:effectClrLst/>
    <dgm:txLinClrLst/>
    <dgm:txFillClrLst meth="repeat">
      <a:schemeClr val="dk2"/>
    </dgm:txFillClrLst>
    <dgm:txEffectClrLst/>
  </dgm:styleLbl>
  <dgm:styleLbl name="b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solidFgAcc1">
    <dgm:fillClrLst meth="repeat">
      <a:schemeClr val="lt1"/>
    </dgm:fillClrLst>
    <dgm:linClrLst meth="repeat">
      <a:schemeClr val="dk2"/>
    </dgm:linClrLst>
    <dgm:effectClrLst/>
    <dgm:txLinClrLst/>
    <dgm:txFillClrLst meth="repeat">
      <a:schemeClr val="dk2"/>
    </dgm:txFillClrLst>
    <dgm:txEffectClrLst/>
  </dgm:styleLbl>
  <dgm:styleLbl name="solidAlignAcc1">
    <dgm:fillClrLst meth="repeat">
      <a:schemeClr val="lt1"/>
    </dgm:fillClrLst>
    <dgm:linClrLst meth="repeat">
      <a:schemeClr val="dk2"/>
    </dgm:linClrLst>
    <dgm:effectClrLst/>
    <dgm:txLinClrLst/>
    <dgm:txFillClrLst meth="repeat">
      <a:schemeClr val="dk2"/>
    </dgm:txFillClrLst>
    <dgm:txEffectClrLst/>
  </dgm:styleLbl>
  <dgm:styleLbl name="solidBgAcc1">
    <dgm:fillClrLst meth="repeat">
      <a:schemeClr val="lt1"/>
    </dgm:fillClrLst>
    <dgm:linClrLst meth="repeat">
      <a:schemeClr val="dk2"/>
    </dgm:linClrLst>
    <dgm:effectClrLst/>
    <dgm:txLinClrLst/>
    <dgm:txFillClrLst meth="repeat">
      <a:schemeClr val="dk2"/>
    </dgm:txFillClrLst>
    <dgm:txEffectClrLst/>
  </dgm:styleLbl>
  <dgm:styleLbl name="f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align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b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fgAcc0">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2">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3">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4">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2"/>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2"/>
    </dgm:txFillClrLst>
    <dgm:txEffectClrLst/>
  </dgm:styleLbl>
  <dgm:styleLbl name="fgShp">
    <dgm:fillClrLst meth="repeat">
      <a:schemeClr val="dk2">
        <a:tint val="60000"/>
      </a:schemeClr>
    </dgm:fillClrLst>
    <dgm:linClrLst meth="repeat">
      <a:schemeClr val="lt1"/>
    </dgm:linClrLst>
    <dgm:effectClrLst/>
    <dgm:txLinClrLst/>
    <dgm:txFillClrLst meth="repeat">
      <a:schemeClr val="dk2"/>
    </dgm:txFillClrLst>
    <dgm:txEffectClrLst/>
  </dgm:styleLbl>
  <dgm:styleLbl name="revTx">
    <dgm:fillClrLst meth="repeat">
      <a:schemeClr val="lt1">
        <a:alpha val="0"/>
      </a:schemeClr>
    </dgm:fillClrLst>
    <dgm:linClrLst meth="repeat">
      <a:schemeClr val="dk2">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17C3518-901A-4963-B339-FEBC2A8B06F2}" type="doc">
      <dgm:prSet loTypeId="urn:microsoft.com/office/officeart/2005/8/layout/hChevron3" loCatId="process" qsTypeId="urn:microsoft.com/office/officeart/2005/8/quickstyle/simple1" qsCatId="simple" csTypeId="urn:microsoft.com/office/officeart/2005/8/colors/accent0_2" csCatId="mainScheme" phldr="1"/>
      <dgm:spPr/>
    </dgm:pt>
    <dgm:pt modelId="{1D6D587A-62C3-409E-90D8-2BADE1272C1B}">
      <dgm:prSet phldrT="[Text]" phldr="0"/>
      <dgm:spPr/>
      <dgm:t>
        <a:bodyPr/>
        <a:lstStyle/>
        <a:p>
          <a:pPr rtl="0"/>
          <a:r>
            <a:rPr lang="en-US" dirty="0">
              <a:solidFill>
                <a:schemeClr val="tx1"/>
              </a:solidFill>
              <a:latin typeface="Arial"/>
            </a:rPr>
            <a:t>Product Category</a:t>
          </a:r>
        </a:p>
      </dgm:t>
    </dgm:pt>
    <dgm:pt modelId="{853E7FF4-B651-417C-B940-10CC899F3D89}" type="parTrans" cxnId="{44498070-3C82-44ED-9538-79A873C99070}">
      <dgm:prSet/>
      <dgm:spPr/>
    </dgm:pt>
    <dgm:pt modelId="{FB6C9F70-A18D-4726-A755-3F22EA5D2378}" type="sibTrans" cxnId="{44498070-3C82-44ED-9538-79A873C99070}">
      <dgm:prSet/>
      <dgm:spPr/>
    </dgm:pt>
    <dgm:pt modelId="{CF2501A0-CF4E-48B9-A8D7-191821FE5E10}">
      <dgm:prSet phldrT="[Text]" phldr="0"/>
      <dgm:spPr/>
      <dgm:t>
        <a:bodyPr/>
        <a:lstStyle/>
        <a:p>
          <a:pPr rtl="0"/>
          <a:r>
            <a:rPr lang="en-US">
              <a:solidFill>
                <a:schemeClr val="tx1"/>
              </a:solidFill>
            </a:rPr>
            <a:t>Stockout</a:t>
          </a:r>
          <a:endParaRPr lang="en-US" dirty="0">
            <a:solidFill>
              <a:schemeClr val="tx1"/>
            </a:solidFill>
            <a:latin typeface="Arial"/>
          </a:endParaRPr>
        </a:p>
      </dgm:t>
    </dgm:pt>
    <dgm:pt modelId="{849E9216-D14F-4BF3-A7F3-3684A74F2037}" type="parTrans" cxnId="{FD888710-AEA6-41CE-8E59-0E5D58A80172}">
      <dgm:prSet/>
      <dgm:spPr/>
    </dgm:pt>
    <dgm:pt modelId="{2E96513A-5DCC-406D-8CC4-F2E81540C3EB}" type="sibTrans" cxnId="{FD888710-AEA6-41CE-8E59-0E5D58A80172}">
      <dgm:prSet/>
      <dgm:spPr/>
    </dgm:pt>
    <dgm:pt modelId="{3956F949-64C6-45F6-9AF9-A4701138DE68}">
      <dgm:prSet phldrT="[Text]" phldr="0"/>
      <dgm:spPr/>
      <dgm:t>
        <a:bodyPr/>
        <a:lstStyle/>
        <a:p>
          <a:pPr rtl="0"/>
          <a:r>
            <a:rPr lang="en-US">
              <a:solidFill>
                <a:schemeClr val="tx1"/>
              </a:solidFill>
            </a:rPr>
            <a:t>Seasonal</a:t>
          </a:r>
          <a:endParaRPr lang="en-US" dirty="0">
            <a:solidFill>
              <a:schemeClr val="tx1"/>
            </a:solidFill>
            <a:latin typeface="Arial"/>
          </a:endParaRPr>
        </a:p>
      </dgm:t>
    </dgm:pt>
    <dgm:pt modelId="{E230D3F4-C3CB-48EA-8246-88233F072828}" type="parTrans" cxnId="{B09098BE-A6D8-4E77-9068-1F8B884CC2AF}">
      <dgm:prSet/>
      <dgm:spPr/>
    </dgm:pt>
    <dgm:pt modelId="{C13896BD-E13F-4D01-A550-37E4A79FB1C2}" type="sibTrans" cxnId="{B09098BE-A6D8-4E77-9068-1F8B884CC2AF}">
      <dgm:prSet/>
      <dgm:spPr/>
    </dgm:pt>
    <dgm:pt modelId="{277D67F6-30B9-4B9F-AE0E-31CC33D437F4}">
      <dgm:prSet phldrT="[Text]" phldr="0"/>
      <dgm:spPr/>
      <dgm:t>
        <a:bodyPr/>
        <a:lstStyle/>
        <a:p>
          <a:pPr rtl="0"/>
          <a:r>
            <a:rPr lang="en-US">
              <a:solidFill>
                <a:schemeClr val="tx1"/>
              </a:solidFill>
              <a:latin typeface="Arial"/>
            </a:rPr>
            <a:t>Inventory </a:t>
          </a:r>
          <a:r>
            <a:rPr lang="en-US" dirty="0">
              <a:solidFill>
                <a:schemeClr val="tx1"/>
              </a:solidFill>
              <a:latin typeface="Arial"/>
            </a:rPr>
            <a:t>Adjustment</a:t>
          </a:r>
        </a:p>
      </dgm:t>
    </dgm:pt>
    <dgm:pt modelId="{62EB45FE-7312-4BA1-AFA0-95BCBF9DFAE5}" type="parTrans" cxnId="{D084F3C8-113B-4460-B6B2-124717FDEE43}">
      <dgm:prSet/>
      <dgm:spPr/>
    </dgm:pt>
    <dgm:pt modelId="{19EA560F-DDB8-4515-9958-96F3DEF51742}" type="sibTrans" cxnId="{D084F3C8-113B-4460-B6B2-124717FDEE43}">
      <dgm:prSet/>
      <dgm:spPr/>
    </dgm:pt>
    <dgm:pt modelId="{3E437E57-7AA7-4712-8087-78AB76572306}">
      <dgm:prSet phldrT="[Text]" phldr="0"/>
      <dgm:spPr/>
      <dgm:t>
        <a:bodyPr/>
        <a:lstStyle/>
        <a:p>
          <a:r>
            <a:rPr lang="en-US" dirty="0">
              <a:solidFill>
                <a:schemeClr val="tx1"/>
              </a:solidFill>
              <a:latin typeface="Arial"/>
            </a:rPr>
            <a:t> </a:t>
          </a:r>
          <a:r>
            <a:rPr lang="en-US" dirty="0">
              <a:solidFill>
                <a:schemeClr val="tx1"/>
              </a:solidFill>
            </a:rPr>
            <a:t>Store Allocation</a:t>
          </a:r>
        </a:p>
      </dgm:t>
    </dgm:pt>
    <dgm:pt modelId="{8CD46F4D-8F75-4620-9654-3853C88F7983}" type="parTrans" cxnId="{F6B07F69-ACCF-402D-AD35-1A29D4B169B2}">
      <dgm:prSet/>
      <dgm:spPr/>
    </dgm:pt>
    <dgm:pt modelId="{AC8AB80A-F862-4066-8921-554FC05DC700}" type="sibTrans" cxnId="{F6B07F69-ACCF-402D-AD35-1A29D4B169B2}">
      <dgm:prSet/>
      <dgm:spPr/>
    </dgm:pt>
    <dgm:pt modelId="{0ECEE6AC-C159-42E3-B97A-ECC33BEABEF9}">
      <dgm:prSet phldrT="[Text]" phldr="0"/>
      <dgm:spPr/>
      <dgm:t>
        <a:bodyPr/>
        <a:lstStyle/>
        <a:p>
          <a:r>
            <a:rPr lang="en-US">
              <a:solidFill>
                <a:schemeClr val="tx1"/>
              </a:solidFill>
              <a:latin typeface="Arial"/>
            </a:rPr>
            <a:t>Replenishment</a:t>
          </a:r>
          <a:r>
            <a:rPr lang="en-US" dirty="0">
              <a:solidFill>
                <a:schemeClr val="tx1"/>
              </a:solidFill>
            </a:rPr>
            <a:t> </a:t>
          </a:r>
          <a:r>
            <a:rPr lang="en-US">
              <a:solidFill>
                <a:schemeClr val="tx1"/>
              </a:solidFill>
            </a:rPr>
            <a:t>Strategy</a:t>
          </a:r>
          <a:endParaRPr lang="en-US" dirty="0">
            <a:solidFill>
              <a:schemeClr val="tx1"/>
            </a:solidFill>
          </a:endParaRPr>
        </a:p>
      </dgm:t>
    </dgm:pt>
    <dgm:pt modelId="{B1487839-1F10-4D49-B22E-EB5B0C6A05CC}" type="parTrans" cxnId="{1B55AE4D-3DF4-49C6-8A41-97C9940E83CB}">
      <dgm:prSet/>
      <dgm:spPr/>
    </dgm:pt>
    <dgm:pt modelId="{8B4238E3-0B6B-4C69-AACF-966BB0C07A49}" type="sibTrans" cxnId="{1B55AE4D-3DF4-49C6-8A41-97C9940E83CB}">
      <dgm:prSet/>
      <dgm:spPr/>
    </dgm:pt>
    <dgm:pt modelId="{12BB6411-98A2-4C03-A2FE-A2005A3ACB6C}">
      <dgm:prSet phldrT="[Text]" phldr="0"/>
      <dgm:spPr/>
      <dgm:t>
        <a:bodyPr/>
        <a:lstStyle/>
        <a:p>
          <a:r>
            <a:rPr lang="en-US" dirty="0">
              <a:solidFill>
                <a:schemeClr val="tx1"/>
              </a:solidFill>
              <a:latin typeface="Arial"/>
            </a:rPr>
            <a:t>Recommendation</a:t>
          </a:r>
        </a:p>
      </dgm:t>
    </dgm:pt>
    <dgm:pt modelId="{92FAC7B4-E253-4C41-8EF3-B8297C9BB661}" type="parTrans" cxnId="{DDE91FFB-19C5-4FAD-829D-41E6DBBA7C02}">
      <dgm:prSet/>
      <dgm:spPr/>
    </dgm:pt>
    <dgm:pt modelId="{87EC962B-1160-4BFB-ABDF-393640BC6858}" type="sibTrans" cxnId="{DDE91FFB-19C5-4FAD-829D-41E6DBBA7C02}">
      <dgm:prSet/>
      <dgm:spPr/>
    </dgm:pt>
    <dgm:pt modelId="{C8D66F64-17B3-494C-8C29-37297533CB88}" type="pres">
      <dgm:prSet presAssocID="{F17C3518-901A-4963-B339-FEBC2A8B06F2}" presName="Name0" presStyleCnt="0">
        <dgm:presLayoutVars>
          <dgm:dir/>
          <dgm:resizeHandles val="exact"/>
        </dgm:presLayoutVars>
      </dgm:prSet>
      <dgm:spPr/>
    </dgm:pt>
    <dgm:pt modelId="{028354B1-8436-4622-BB2B-A3110D253EF7}" type="pres">
      <dgm:prSet presAssocID="{1D6D587A-62C3-409E-90D8-2BADE1272C1B}" presName="parTxOnly" presStyleLbl="node1" presStyleIdx="0" presStyleCnt="7">
        <dgm:presLayoutVars>
          <dgm:bulletEnabled val="1"/>
        </dgm:presLayoutVars>
      </dgm:prSet>
      <dgm:spPr/>
    </dgm:pt>
    <dgm:pt modelId="{2241025A-C4CD-46D1-9A61-1BB615C1F88C}" type="pres">
      <dgm:prSet presAssocID="{FB6C9F70-A18D-4726-A755-3F22EA5D2378}" presName="parSpace" presStyleCnt="0"/>
      <dgm:spPr/>
    </dgm:pt>
    <dgm:pt modelId="{71801729-9D47-432E-BB2C-7A92882BC1C9}" type="pres">
      <dgm:prSet presAssocID="{CF2501A0-CF4E-48B9-A8D7-191821FE5E10}" presName="parTxOnly" presStyleLbl="node1" presStyleIdx="1" presStyleCnt="7">
        <dgm:presLayoutVars>
          <dgm:bulletEnabled val="1"/>
        </dgm:presLayoutVars>
      </dgm:prSet>
      <dgm:spPr/>
    </dgm:pt>
    <dgm:pt modelId="{6CDB483B-FBE2-4F32-BDAE-26854B69FF0E}" type="pres">
      <dgm:prSet presAssocID="{2E96513A-5DCC-406D-8CC4-F2E81540C3EB}" presName="parSpace" presStyleCnt="0"/>
      <dgm:spPr/>
    </dgm:pt>
    <dgm:pt modelId="{90BA2F37-26C4-4B52-8E58-C4DAF6D13B0D}" type="pres">
      <dgm:prSet presAssocID="{3956F949-64C6-45F6-9AF9-A4701138DE68}" presName="parTxOnly" presStyleLbl="node1" presStyleIdx="2" presStyleCnt="7">
        <dgm:presLayoutVars>
          <dgm:bulletEnabled val="1"/>
        </dgm:presLayoutVars>
      </dgm:prSet>
      <dgm:spPr/>
    </dgm:pt>
    <dgm:pt modelId="{BC7F2179-E9F7-4770-AC93-33C42EBB37B1}" type="pres">
      <dgm:prSet presAssocID="{C13896BD-E13F-4D01-A550-37E4A79FB1C2}" presName="parSpace" presStyleCnt="0"/>
      <dgm:spPr/>
    </dgm:pt>
    <dgm:pt modelId="{B8003258-5C79-40E4-A0A2-25CC72E9B74D}" type="pres">
      <dgm:prSet presAssocID="{277D67F6-30B9-4B9F-AE0E-31CC33D437F4}" presName="parTxOnly" presStyleLbl="node1" presStyleIdx="3" presStyleCnt="7">
        <dgm:presLayoutVars>
          <dgm:bulletEnabled val="1"/>
        </dgm:presLayoutVars>
      </dgm:prSet>
      <dgm:spPr/>
    </dgm:pt>
    <dgm:pt modelId="{91DC3D92-5067-4C11-9827-58D080B64885}" type="pres">
      <dgm:prSet presAssocID="{19EA560F-DDB8-4515-9958-96F3DEF51742}" presName="parSpace" presStyleCnt="0"/>
      <dgm:spPr/>
    </dgm:pt>
    <dgm:pt modelId="{931EB6B3-9A58-46F7-ABE8-A6C0E30818FD}" type="pres">
      <dgm:prSet presAssocID="{0ECEE6AC-C159-42E3-B97A-ECC33BEABEF9}" presName="parTxOnly" presStyleLbl="node1" presStyleIdx="4" presStyleCnt="7">
        <dgm:presLayoutVars>
          <dgm:bulletEnabled val="1"/>
        </dgm:presLayoutVars>
      </dgm:prSet>
      <dgm:spPr/>
    </dgm:pt>
    <dgm:pt modelId="{9BA2C164-B926-400F-8E12-3A0905D582CA}" type="pres">
      <dgm:prSet presAssocID="{8B4238E3-0B6B-4C69-AACF-966BB0C07A49}" presName="parSpace" presStyleCnt="0"/>
      <dgm:spPr/>
    </dgm:pt>
    <dgm:pt modelId="{C6B14929-FE11-4183-BAE7-2157405564F7}" type="pres">
      <dgm:prSet presAssocID="{3E437E57-7AA7-4712-8087-78AB76572306}" presName="parTxOnly" presStyleLbl="node1" presStyleIdx="5" presStyleCnt="7">
        <dgm:presLayoutVars>
          <dgm:bulletEnabled val="1"/>
        </dgm:presLayoutVars>
      </dgm:prSet>
      <dgm:spPr/>
    </dgm:pt>
    <dgm:pt modelId="{AE847BB0-146F-4CC2-A455-BC4DAFC46520}" type="pres">
      <dgm:prSet presAssocID="{AC8AB80A-F862-4066-8921-554FC05DC700}" presName="parSpace" presStyleCnt="0"/>
      <dgm:spPr/>
    </dgm:pt>
    <dgm:pt modelId="{C2FA0398-5004-49F3-8560-B9B8ACAE212F}" type="pres">
      <dgm:prSet presAssocID="{12BB6411-98A2-4C03-A2FE-A2005A3ACB6C}" presName="parTxOnly" presStyleLbl="node1" presStyleIdx="6" presStyleCnt="7">
        <dgm:presLayoutVars>
          <dgm:bulletEnabled val="1"/>
        </dgm:presLayoutVars>
      </dgm:prSet>
      <dgm:spPr/>
    </dgm:pt>
  </dgm:ptLst>
  <dgm:cxnLst>
    <dgm:cxn modelId="{FD888710-AEA6-41CE-8E59-0E5D58A80172}" srcId="{F17C3518-901A-4963-B339-FEBC2A8B06F2}" destId="{CF2501A0-CF4E-48B9-A8D7-191821FE5E10}" srcOrd="1" destOrd="0" parTransId="{849E9216-D14F-4BF3-A7F3-3684A74F2037}" sibTransId="{2E96513A-5DCC-406D-8CC4-F2E81540C3EB}"/>
    <dgm:cxn modelId="{63061D20-9B7B-4766-93DD-BB4011A3BF76}" type="presOf" srcId="{3956F949-64C6-45F6-9AF9-A4701138DE68}" destId="{90BA2F37-26C4-4B52-8E58-C4DAF6D13B0D}" srcOrd="0" destOrd="0" presId="urn:microsoft.com/office/officeart/2005/8/layout/hChevron3"/>
    <dgm:cxn modelId="{EE07AD64-F179-408B-BA3F-15DA6C69EA8C}" type="presOf" srcId="{1D6D587A-62C3-409E-90D8-2BADE1272C1B}" destId="{028354B1-8436-4622-BB2B-A3110D253EF7}" srcOrd="0" destOrd="0" presId="urn:microsoft.com/office/officeart/2005/8/layout/hChevron3"/>
    <dgm:cxn modelId="{3BC1C967-F5DF-4993-AC52-2D350CE62049}" type="presOf" srcId="{12BB6411-98A2-4C03-A2FE-A2005A3ACB6C}" destId="{C2FA0398-5004-49F3-8560-B9B8ACAE212F}" srcOrd="0" destOrd="0" presId="urn:microsoft.com/office/officeart/2005/8/layout/hChevron3"/>
    <dgm:cxn modelId="{F6B07F69-ACCF-402D-AD35-1A29D4B169B2}" srcId="{F17C3518-901A-4963-B339-FEBC2A8B06F2}" destId="{3E437E57-7AA7-4712-8087-78AB76572306}" srcOrd="5" destOrd="0" parTransId="{8CD46F4D-8F75-4620-9654-3853C88F7983}" sibTransId="{AC8AB80A-F862-4066-8921-554FC05DC700}"/>
    <dgm:cxn modelId="{1B55AE4D-3DF4-49C6-8A41-97C9940E83CB}" srcId="{F17C3518-901A-4963-B339-FEBC2A8B06F2}" destId="{0ECEE6AC-C159-42E3-B97A-ECC33BEABEF9}" srcOrd="4" destOrd="0" parTransId="{B1487839-1F10-4D49-B22E-EB5B0C6A05CC}" sibTransId="{8B4238E3-0B6B-4C69-AACF-966BB0C07A49}"/>
    <dgm:cxn modelId="{44498070-3C82-44ED-9538-79A873C99070}" srcId="{F17C3518-901A-4963-B339-FEBC2A8B06F2}" destId="{1D6D587A-62C3-409E-90D8-2BADE1272C1B}" srcOrd="0" destOrd="0" parTransId="{853E7FF4-B651-417C-B940-10CC899F3D89}" sibTransId="{FB6C9F70-A18D-4726-A755-3F22EA5D2378}"/>
    <dgm:cxn modelId="{CEB8C759-3816-48D2-8FFE-4BDD9A183DA2}" type="presOf" srcId="{277D67F6-30B9-4B9F-AE0E-31CC33D437F4}" destId="{B8003258-5C79-40E4-A0A2-25CC72E9B74D}" srcOrd="0" destOrd="0" presId="urn:microsoft.com/office/officeart/2005/8/layout/hChevron3"/>
    <dgm:cxn modelId="{29D987BA-0B7D-41CB-8236-2D8C512A34D6}" type="presOf" srcId="{CF2501A0-CF4E-48B9-A8D7-191821FE5E10}" destId="{71801729-9D47-432E-BB2C-7A92882BC1C9}" srcOrd="0" destOrd="0" presId="urn:microsoft.com/office/officeart/2005/8/layout/hChevron3"/>
    <dgm:cxn modelId="{B09098BE-A6D8-4E77-9068-1F8B884CC2AF}" srcId="{F17C3518-901A-4963-B339-FEBC2A8B06F2}" destId="{3956F949-64C6-45F6-9AF9-A4701138DE68}" srcOrd="2" destOrd="0" parTransId="{E230D3F4-C3CB-48EA-8246-88233F072828}" sibTransId="{C13896BD-E13F-4D01-A550-37E4A79FB1C2}"/>
    <dgm:cxn modelId="{D084F3C8-113B-4460-B6B2-124717FDEE43}" srcId="{F17C3518-901A-4963-B339-FEBC2A8B06F2}" destId="{277D67F6-30B9-4B9F-AE0E-31CC33D437F4}" srcOrd="3" destOrd="0" parTransId="{62EB45FE-7312-4BA1-AFA0-95BCBF9DFAE5}" sibTransId="{19EA560F-DDB8-4515-9958-96F3DEF51742}"/>
    <dgm:cxn modelId="{D6BE47D3-0AEC-46A6-942C-DF00027DD093}" type="presOf" srcId="{F17C3518-901A-4963-B339-FEBC2A8B06F2}" destId="{C8D66F64-17B3-494C-8C29-37297533CB88}" srcOrd="0" destOrd="0" presId="urn:microsoft.com/office/officeart/2005/8/layout/hChevron3"/>
    <dgm:cxn modelId="{886CBBF6-8C72-4DBC-B0B3-D1DF35E5D9A3}" type="presOf" srcId="{0ECEE6AC-C159-42E3-B97A-ECC33BEABEF9}" destId="{931EB6B3-9A58-46F7-ABE8-A6C0E30818FD}" srcOrd="0" destOrd="0" presId="urn:microsoft.com/office/officeart/2005/8/layout/hChevron3"/>
    <dgm:cxn modelId="{47B6C0F8-E985-4503-9BD9-C81E47713F9D}" type="presOf" srcId="{3E437E57-7AA7-4712-8087-78AB76572306}" destId="{C6B14929-FE11-4183-BAE7-2157405564F7}" srcOrd="0" destOrd="0" presId="urn:microsoft.com/office/officeart/2005/8/layout/hChevron3"/>
    <dgm:cxn modelId="{DDE91FFB-19C5-4FAD-829D-41E6DBBA7C02}" srcId="{F17C3518-901A-4963-B339-FEBC2A8B06F2}" destId="{12BB6411-98A2-4C03-A2FE-A2005A3ACB6C}" srcOrd="6" destOrd="0" parTransId="{92FAC7B4-E253-4C41-8EF3-B8297C9BB661}" sibTransId="{87EC962B-1160-4BFB-ABDF-393640BC6858}"/>
    <dgm:cxn modelId="{9C82DF6F-0B02-4048-AB42-68CB29EADB60}" type="presParOf" srcId="{C8D66F64-17B3-494C-8C29-37297533CB88}" destId="{028354B1-8436-4622-BB2B-A3110D253EF7}" srcOrd="0" destOrd="0" presId="urn:microsoft.com/office/officeart/2005/8/layout/hChevron3"/>
    <dgm:cxn modelId="{8B3B33BA-ED4A-48A7-83EB-4DE996035B01}" type="presParOf" srcId="{C8D66F64-17B3-494C-8C29-37297533CB88}" destId="{2241025A-C4CD-46D1-9A61-1BB615C1F88C}" srcOrd="1" destOrd="0" presId="urn:microsoft.com/office/officeart/2005/8/layout/hChevron3"/>
    <dgm:cxn modelId="{D1AF8298-3677-4F0D-A372-C919969E29F4}" type="presParOf" srcId="{C8D66F64-17B3-494C-8C29-37297533CB88}" destId="{71801729-9D47-432E-BB2C-7A92882BC1C9}" srcOrd="2" destOrd="0" presId="urn:microsoft.com/office/officeart/2005/8/layout/hChevron3"/>
    <dgm:cxn modelId="{8EBD2BF8-275E-43B6-90B3-023C0692140A}" type="presParOf" srcId="{C8D66F64-17B3-494C-8C29-37297533CB88}" destId="{6CDB483B-FBE2-4F32-BDAE-26854B69FF0E}" srcOrd="3" destOrd="0" presId="urn:microsoft.com/office/officeart/2005/8/layout/hChevron3"/>
    <dgm:cxn modelId="{29CD1989-F586-4055-A83A-24641D6BE2CA}" type="presParOf" srcId="{C8D66F64-17B3-494C-8C29-37297533CB88}" destId="{90BA2F37-26C4-4B52-8E58-C4DAF6D13B0D}" srcOrd="4" destOrd="0" presId="urn:microsoft.com/office/officeart/2005/8/layout/hChevron3"/>
    <dgm:cxn modelId="{C1F1B232-F525-4C07-A478-2F693E90530C}" type="presParOf" srcId="{C8D66F64-17B3-494C-8C29-37297533CB88}" destId="{BC7F2179-E9F7-4770-AC93-33C42EBB37B1}" srcOrd="5" destOrd="0" presId="urn:microsoft.com/office/officeart/2005/8/layout/hChevron3"/>
    <dgm:cxn modelId="{88BD946E-AB1A-4C89-BCC7-B4012C7DE09B}" type="presParOf" srcId="{C8D66F64-17B3-494C-8C29-37297533CB88}" destId="{B8003258-5C79-40E4-A0A2-25CC72E9B74D}" srcOrd="6" destOrd="0" presId="urn:microsoft.com/office/officeart/2005/8/layout/hChevron3"/>
    <dgm:cxn modelId="{6530C1CA-7DA1-45A5-8F70-F262AAF102F1}" type="presParOf" srcId="{C8D66F64-17B3-494C-8C29-37297533CB88}" destId="{91DC3D92-5067-4C11-9827-58D080B64885}" srcOrd="7" destOrd="0" presId="urn:microsoft.com/office/officeart/2005/8/layout/hChevron3"/>
    <dgm:cxn modelId="{3165939C-5A60-42F3-B709-B483FAEDF461}" type="presParOf" srcId="{C8D66F64-17B3-494C-8C29-37297533CB88}" destId="{931EB6B3-9A58-46F7-ABE8-A6C0E30818FD}" srcOrd="8" destOrd="0" presId="urn:microsoft.com/office/officeart/2005/8/layout/hChevron3"/>
    <dgm:cxn modelId="{0E48AFBD-E77E-4BDD-A309-995A5E4FA183}" type="presParOf" srcId="{C8D66F64-17B3-494C-8C29-37297533CB88}" destId="{9BA2C164-B926-400F-8E12-3A0905D582CA}" srcOrd="9" destOrd="0" presId="urn:microsoft.com/office/officeart/2005/8/layout/hChevron3"/>
    <dgm:cxn modelId="{ACDBB58A-0BE8-470B-B559-088A00F9A000}" type="presParOf" srcId="{C8D66F64-17B3-494C-8C29-37297533CB88}" destId="{C6B14929-FE11-4183-BAE7-2157405564F7}" srcOrd="10" destOrd="0" presId="urn:microsoft.com/office/officeart/2005/8/layout/hChevron3"/>
    <dgm:cxn modelId="{9BB4E0D1-3950-4956-8C9B-1E91B131831D}" type="presParOf" srcId="{C8D66F64-17B3-494C-8C29-37297533CB88}" destId="{AE847BB0-146F-4CC2-A455-BC4DAFC46520}" srcOrd="11" destOrd="0" presId="urn:microsoft.com/office/officeart/2005/8/layout/hChevron3"/>
    <dgm:cxn modelId="{526A871A-DBEF-4F38-AD8E-40142BD38A83}" type="presParOf" srcId="{C8D66F64-17B3-494C-8C29-37297533CB88}" destId="{C2FA0398-5004-49F3-8560-B9B8ACAE212F}" srcOrd="12" destOrd="0" presId="urn:microsoft.com/office/officeart/2005/8/layout/hChevron3"/>
  </dgm:cxnLst>
  <dgm:bg/>
  <dgm:whole/>
  <dgm:extLst>
    <a:ext uri="http://schemas.microsoft.com/office/drawing/2008/diagram">
      <dsp:dataModelExt xmlns:dsp="http://schemas.microsoft.com/office/drawing/2008/diagram" relId="rId19"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28354B1-8436-4622-BB2B-A3110D253EF7}">
      <dsp:nvSpPr>
        <dsp:cNvPr id="0" name=""/>
        <dsp:cNvSpPr/>
      </dsp:nvSpPr>
      <dsp:spPr>
        <a:xfrm>
          <a:off x="1432" y="2131566"/>
          <a:ext cx="1685127" cy="674050"/>
        </a:xfrm>
        <a:prstGeom prst="homePlate">
          <a:avLst/>
        </a:prstGeom>
        <a:solidFill>
          <a:schemeClr val="lt1">
            <a:hueOff val="0"/>
            <a:satOff val="0"/>
            <a:lumOff val="0"/>
            <a:alphaOff val="0"/>
          </a:schemeClr>
        </a:solidFill>
        <a:ln w="25400" cap="flat" cmpd="sng" algn="ctr">
          <a:solidFill>
            <a:schemeClr val="dk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8006" tIns="24003" rIns="12002" bIns="24003" numCol="1" spcCol="1270" anchor="ctr" anchorCtr="0">
          <a:noAutofit/>
        </a:bodyPr>
        <a:lstStyle/>
        <a:p>
          <a:pPr marL="0" lvl="0" indent="0" algn="ctr" defTabSz="400050" rtl="0">
            <a:lnSpc>
              <a:spcPct val="90000"/>
            </a:lnSpc>
            <a:spcBef>
              <a:spcPct val="0"/>
            </a:spcBef>
            <a:spcAft>
              <a:spcPct val="35000"/>
            </a:spcAft>
            <a:buNone/>
          </a:pPr>
          <a:r>
            <a:rPr lang="en-US" sz="900" kern="1200" dirty="0">
              <a:solidFill>
                <a:schemeClr val="tx1"/>
              </a:solidFill>
              <a:latin typeface="Arial"/>
            </a:rPr>
            <a:t>Product Category</a:t>
          </a:r>
        </a:p>
      </dsp:txBody>
      <dsp:txXfrm>
        <a:off x="1432" y="2131566"/>
        <a:ext cx="1516615" cy="674050"/>
      </dsp:txXfrm>
    </dsp:sp>
    <dsp:sp modelId="{71801729-9D47-432E-BB2C-7A92882BC1C9}">
      <dsp:nvSpPr>
        <dsp:cNvPr id="0" name=""/>
        <dsp:cNvSpPr/>
      </dsp:nvSpPr>
      <dsp:spPr>
        <a:xfrm>
          <a:off x="1349533" y="2131566"/>
          <a:ext cx="1685127" cy="674050"/>
        </a:xfrm>
        <a:prstGeom prst="chevron">
          <a:avLst/>
        </a:prstGeom>
        <a:solidFill>
          <a:schemeClr val="lt1">
            <a:hueOff val="0"/>
            <a:satOff val="0"/>
            <a:lumOff val="0"/>
            <a:alphaOff val="0"/>
          </a:schemeClr>
        </a:solidFill>
        <a:ln w="25400" cap="flat" cmpd="sng" algn="ctr">
          <a:solidFill>
            <a:schemeClr val="dk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6005" tIns="24003" rIns="12002" bIns="24003" numCol="1" spcCol="1270" anchor="ctr" anchorCtr="0">
          <a:noAutofit/>
        </a:bodyPr>
        <a:lstStyle/>
        <a:p>
          <a:pPr marL="0" lvl="0" indent="0" algn="ctr" defTabSz="400050" rtl="0">
            <a:lnSpc>
              <a:spcPct val="90000"/>
            </a:lnSpc>
            <a:spcBef>
              <a:spcPct val="0"/>
            </a:spcBef>
            <a:spcAft>
              <a:spcPct val="35000"/>
            </a:spcAft>
            <a:buNone/>
          </a:pPr>
          <a:r>
            <a:rPr lang="en-US" sz="900" kern="1200">
              <a:solidFill>
                <a:schemeClr val="tx1"/>
              </a:solidFill>
            </a:rPr>
            <a:t>Stockout</a:t>
          </a:r>
          <a:endParaRPr lang="en-US" sz="900" kern="1200" dirty="0">
            <a:solidFill>
              <a:schemeClr val="tx1"/>
            </a:solidFill>
            <a:latin typeface="Arial"/>
          </a:endParaRPr>
        </a:p>
      </dsp:txBody>
      <dsp:txXfrm>
        <a:off x="1686558" y="2131566"/>
        <a:ext cx="1011077" cy="674050"/>
      </dsp:txXfrm>
    </dsp:sp>
    <dsp:sp modelId="{90BA2F37-26C4-4B52-8E58-C4DAF6D13B0D}">
      <dsp:nvSpPr>
        <dsp:cNvPr id="0" name=""/>
        <dsp:cNvSpPr/>
      </dsp:nvSpPr>
      <dsp:spPr>
        <a:xfrm>
          <a:off x="2697635" y="2131566"/>
          <a:ext cx="1685127" cy="674050"/>
        </a:xfrm>
        <a:prstGeom prst="chevron">
          <a:avLst/>
        </a:prstGeom>
        <a:solidFill>
          <a:schemeClr val="lt1">
            <a:hueOff val="0"/>
            <a:satOff val="0"/>
            <a:lumOff val="0"/>
            <a:alphaOff val="0"/>
          </a:schemeClr>
        </a:solidFill>
        <a:ln w="25400" cap="flat" cmpd="sng" algn="ctr">
          <a:solidFill>
            <a:schemeClr val="dk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6005" tIns="24003" rIns="12002" bIns="24003" numCol="1" spcCol="1270" anchor="ctr" anchorCtr="0">
          <a:noAutofit/>
        </a:bodyPr>
        <a:lstStyle/>
        <a:p>
          <a:pPr marL="0" lvl="0" indent="0" algn="ctr" defTabSz="400050" rtl="0">
            <a:lnSpc>
              <a:spcPct val="90000"/>
            </a:lnSpc>
            <a:spcBef>
              <a:spcPct val="0"/>
            </a:spcBef>
            <a:spcAft>
              <a:spcPct val="35000"/>
            </a:spcAft>
            <a:buNone/>
          </a:pPr>
          <a:r>
            <a:rPr lang="en-US" sz="900" kern="1200">
              <a:solidFill>
                <a:schemeClr val="tx1"/>
              </a:solidFill>
            </a:rPr>
            <a:t>Seasonal</a:t>
          </a:r>
          <a:endParaRPr lang="en-US" sz="900" kern="1200" dirty="0">
            <a:solidFill>
              <a:schemeClr val="tx1"/>
            </a:solidFill>
            <a:latin typeface="Arial"/>
          </a:endParaRPr>
        </a:p>
      </dsp:txBody>
      <dsp:txXfrm>
        <a:off x="3034660" y="2131566"/>
        <a:ext cx="1011077" cy="674050"/>
      </dsp:txXfrm>
    </dsp:sp>
    <dsp:sp modelId="{B8003258-5C79-40E4-A0A2-25CC72E9B74D}">
      <dsp:nvSpPr>
        <dsp:cNvPr id="0" name=""/>
        <dsp:cNvSpPr/>
      </dsp:nvSpPr>
      <dsp:spPr>
        <a:xfrm>
          <a:off x="4045737" y="2131566"/>
          <a:ext cx="1685127" cy="674050"/>
        </a:xfrm>
        <a:prstGeom prst="chevron">
          <a:avLst/>
        </a:prstGeom>
        <a:solidFill>
          <a:schemeClr val="lt1">
            <a:hueOff val="0"/>
            <a:satOff val="0"/>
            <a:lumOff val="0"/>
            <a:alphaOff val="0"/>
          </a:schemeClr>
        </a:solidFill>
        <a:ln w="25400" cap="flat" cmpd="sng" algn="ctr">
          <a:solidFill>
            <a:schemeClr val="dk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6005" tIns="24003" rIns="12002" bIns="24003" numCol="1" spcCol="1270" anchor="ctr" anchorCtr="0">
          <a:noAutofit/>
        </a:bodyPr>
        <a:lstStyle/>
        <a:p>
          <a:pPr marL="0" lvl="0" indent="0" algn="ctr" defTabSz="400050" rtl="0">
            <a:lnSpc>
              <a:spcPct val="90000"/>
            </a:lnSpc>
            <a:spcBef>
              <a:spcPct val="0"/>
            </a:spcBef>
            <a:spcAft>
              <a:spcPct val="35000"/>
            </a:spcAft>
            <a:buNone/>
          </a:pPr>
          <a:r>
            <a:rPr lang="en-US" sz="900" kern="1200">
              <a:solidFill>
                <a:schemeClr val="tx1"/>
              </a:solidFill>
              <a:latin typeface="Arial"/>
            </a:rPr>
            <a:t>Inventory </a:t>
          </a:r>
          <a:r>
            <a:rPr lang="en-US" sz="900" kern="1200" dirty="0">
              <a:solidFill>
                <a:schemeClr val="tx1"/>
              </a:solidFill>
              <a:latin typeface="Arial"/>
            </a:rPr>
            <a:t>Adjustment</a:t>
          </a:r>
        </a:p>
      </dsp:txBody>
      <dsp:txXfrm>
        <a:off x="4382762" y="2131566"/>
        <a:ext cx="1011077" cy="674050"/>
      </dsp:txXfrm>
    </dsp:sp>
    <dsp:sp modelId="{931EB6B3-9A58-46F7-ABE8-A6C0E30818FD}">
      <dsp:nvSpPr>
        <dsp:cNvPr id="0" name=""/>
        <dsp:cNvSpPr/>
      </dsp:nvSpPr>
      <dsp:spPr>
        <a:xfrm>
          <a:off x="5393839" y="2131566"/>
          <a:ext cx="1685127" cy="674050"/>
        </a:xfrm>
        <a:prstGeom prst="chevron">
          <a:avLst/>
        </a:prstGeom>
        <a:solidFill>
          <a:schemeClr val="lt1">
            <a:hueOff val="0"/>
            <a:satOff val="0"/>
            <a:lumOff val="0"/>
            <a:alphaOff val="0"/>
          </a:schemeClr>
        </a:solidFill>
        <a:ln w="25400" cap="flat" cmpd="sng" algn="ctr">
          <a:solidFill>
            <a:schemeClr val="dk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6005" tIns="24003" rIns="12002" bIns="24003" numCol="1" spcCol="1270" anchor="ctr" anchorCtr="0">
          <a:noAutofit/>
        </a:bodyPr>
        <a:lstStyle/>
        <a:p>
          <a:pPr marL="0" lvl="0" indent="0" algn="ctr" defTabSz="400050">
            <a:lnSpc>
              <a:spcPct val="90000"/>
            </a:lnSpc>
            <a:spcBef>
              <a:spcPct val="0"/>
            </a:spcBef>
            <a:spcAft>
              <a:spcPct val="35000"/>
            </a:spcAft>
            <a:buNone/>
          </a:pPr>
          <a:r>
            <a:rPr lang="en-US" sz="900" kern="1200">
              <a:solidFill>
                <a:schemeClr val="tx1"/>
              </a:solidFill>
              <a:latin typeface="Arial"/>
            </a:rPr>
            <a:t>Replenishment</a:t>
          </a:r>
          <a:r>
            <a:rPr lang="en-US" sz="900" kern="1200" dirty="0">
              <a:solidFill>
                <a:schemeClr val="tx1"/>
              </a:solidFill>
            </a:rPr>
            <a:t> </a:t>
          </a:r>
          <a:r>
            <a:rPr lang="en-US" sz="900" kern="1200">
              <a:solidFill>
                <a:schemeClr val="tx1"/>
              </a:solidFill>
            </a:rPr>
            <a:t>Strategy</a:t>
          </a:r>
          <a:endParaRPr lang="en-US" sz="900" kern="1200" dirty="0">
            <a:solidFill>
              <a:schemeClr val="tx1"/>
            </a:solidFill>
          </a:endParaRPr>
        </a:p>
      </dsp:txBody>
      <dsp:txXfrm>
        <a:off x="5730864" y="2131566"/>
        <a:ext cx="1011077" cy="674050"/>
      </dsp:txXfrm>
    </dsp:sp>
    <dsp:sp modelId="{C6B14929-FE11-4183-BAE7-2157405564F7}">
      <dsp:nvSpPr>
        <dsp:cNvPr id="0" name=""/>
        <dsp:cNvSpPr/>
      </dsp:nvSpPr>
      <dsp:spPr>
        <a:xfrm>
          <a:off x="6741940" y="2131566"/>
          <a:ext cx="1685127" cy="674050"/>
        </a:xfrm>
        <a:prstGeom prst="chevron">
          <a:avLst/>
        </a:prstGeom>
        <a:solidFill>
          <a:schemeClr val="lt1">
            <a:hueOff val="0"/>
            <a:satOff val="0"/>
            <a:lumOff val="0"/>
            <a:alphaOff val="0"/>
          </a:schemeClr>
        </a:solidFill>
        <a:ln w="25400" cap="flat" cmpd="sng" algn="ctr">
          <a:solidFill>
            <a:schemeClr val="dk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6005" tIns="24003" rIns="12002" bIns="24003" numCol="1" spcCol="1270" anchor="ctr" anchorCtr="0">
          <a:noAutofit/>
        </a:bodyPr>
        <a:lstStyle/>
        <a:p>
          <a:pPr marL="0" lvl="0" indent="0" algn="ctr" defTabSz="400050">
            <a:lnSpc>
              <a:spcPct val="90000"/>
            </a:lnSpc>
            <a:spcBef>
              <a:spcPct val="0"/>
            </a:spcBef>
            <a:spcAft>
              <a:spcPct val="35000"/>
            </a:spcAft>
            <a:buNone/>
          </a:pPr>
          <a:r>
            <a:rPr lang="en-US" sz="900" kern="1200" dirty="0">
              <a:solidFill>
                <a:schemeClr val="tx1"/>
              </a:solidFill>
              <a:latin typeface="Arial"/>
            </a:rPr>
            <a:t> </a:t>
          </a:r>
          <a:r>
            <a:rPr lang="en-US" sz="900" kern="1200" dirty="0">
              <a:solidFill>
                <a:schemeClr val="tx1"/>
              </a:solidFill>
            </a:rPr>
            <a:t>Store Allocation</a:t>
          </a:r>
        </a:p>
      </dsp:txBody>
      <dsp:txXfrm>
        <a:off x="7078965" y="2131566"/>
        <a:ext cx="1011077" cy="674050"/>
      </dsp:txXfrm>
    </dsp:sp>
    <dsp:sp modelId="{C2FA0398-5004-49F3-8560-B9B8ACAE212F}">
      <dsp:nvSpPr>
        <dsp:cNvPr id="0" name=""/>
        <dsp:cNvSpPr/>
      </dsp:nvSpPr>
      <dsp:spPr>
        <a:xfrm>
          <a:off x="8090042" y="2131566"/>
          <a:ext cx="1685127" cy="674050"/>
        </a:xfrm>
        <a:prstGeom prst="chevron">
          <a:avLst/>
        </a:prstGeom>
        <a:solidFill>
          <a:schemeClr val="lt1">
            <a:hueOff val="0"/>
            <a:satOff val="0"/>
            <a:lumOff val="0"/>
            <a:alphaOff val="0"/>
          </a:schemeClr>
        </a:solidFill>
        <a:ln w="25400" cap="flat" cmpd="sng" algn="ctr">
          <a:solidFill>
            <a:schemeClr val="dk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6005" tIns="24003" rIns="12002" bIns="24003" numCol="1" spcCol="1270" anchor="ctr" anchorCtr="0">
          <a:noAutofit/>
        </a:bodyPr>
        <a:lstStyle/>
        <a:p>
          <a:pPr marL="0" lvl="0" indent="0" algn="ctr" defTabSz="400050">
            <a:lnSpc>
              <a:spcPct val="90000"/>
            </a:lnSpc>
            <a:spcBef>
              <a:spcPct val="0"/>
            </a:spcBef>
            <a:spcAft>
              <a:spcPct val="35000"/>
            </a:spcAft>
            <a:buNone/>
          </a:pPr>
          <a:r>
            <a:rPr lang="en-US" sz="900" kern="1200" dirty="0">
              <a:solidFill>
                <a:schemeClr val="tx1"/>
              </a:solidFill>
              <a:latin typeface="Arial"/>
            </a:rPr>
            <a:t>Recommendation</a:t>
          </a:r>
        </a:p>
      </dsp:txBody>
      <dsp:txXfrm>
        <a:off x="8427067" y="2131566"/>
        <a:ext cx="1011077" cy="674050"/>
      </dsp:txXfrm>
    </dsp:sp>
  </dsp:spTree>
</dsp:drawing>
</file>

<file path=ppt/diagrams/layout1.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g3f971d47226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g3f971d47226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4" name="Google Shape;10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p:cNvGrpSpPr/>
        <p:nvPr/>
      </p:nvGrpSpPr>
      <p:grpSpPr>
        <a:xfrm>
          <a:off x="0" y="0"/>
          <a:ext cx="0" cy="0"/>
          <a:chOff x="0" y="0"/>
          <a:chExt cx="0" cy="0"/>
        </a:xfrm>
      </p:grpSpPr>
      <p:sp>
        <p:nvSpPr>
          <p:cNvPr id="134" name="Google Shape;134;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5" name="Google Shape;135;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
        <p:cNvGrpSpPr/>
        <p:nvPr/>
      </p:nvGrpSpPr>
      <p:grpSpPr>
        <a:xfrm>
          <a:off x="0" y="0"/>
          <a:ext cx="0" cy="0"/>
          <a:chOff x="0" y="0"/>
          <a:chExt cx="0" cy="0"/>
        </a:xfrm>
      </p:grpSpPr>
      <p:sp>
        <p:nvSpPr>
          <p:cNvPr id="177" name="Google Shape;177;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8" name="Google Shape;178;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
        <p:cNvGrpSpPr/>
        <p:nvPr/>
      </p:nvGrpSpPr>
      <p:grpSpPr>
        <a:xfrm>
          <a:off x="0" y="0"/>
          <a:ext cx="0" cy="0"/>
          <a:chOff x="0" y="0"/>
          <a:chExt cx="0" cy="0"/>
        </a:xfrm>
      </p:grpSpPr>
      <p:sp>
        <p:nvSpPr>
          <p:cNvPr id="200" name="Google Shape;200;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1" name="Google Shape;201;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1"/>
        <p:cNvGrpSpPr/>
        <p:nvPr/>
      </p:nvGrpSpPr>
      <p:grpSpPr>
        <a:xfrm>
          <a:off x="0" y="0"/>
          <a:ext cx="0" cy="0"/>
          <a:chOff x="0" y="0"/>
          <a:chExt cx="0" cy="0"/>
        </a:xfrm>
      </p:grpSpPr>
      <p:sp>
        <p:nvSpPr>
          <p:cNvPr id="242" name="Google Shape;242;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3" name="Google Shape;243;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4"/>
        <p:cNvGrpSpPr/>
        <p:nvPr/>
      </p:nvGrpSpPr>
      <p:grpSpPr>
        <a:xfrm>
          <a:off x="0" y="0"/>
          <a:ext cx="0" cy="0"/>
          <a:chOff x="0" y="0"/>
          <a:chExt cx="0" cy="0"/>
        </a:xfrm>
      </p:grpSpPr>
      <p:sp>
        <p:nvSpPr>
          <p:cNvPr id="265" name="Google Shape;265;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66" name="Google Shape;266;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5"/>
        <p:cNvGrpSpPr/>
        <p:nvPr/>
      </p:nvGrpSpPr>
      <p:grpSpPr>
        <a:xfrm>
          <a:off x="0" y="0"/>
          <a:ext cx="0" cy="0"/>
          <a:chOff x="0" y="0"/>
          <a:chExt cx="0" cy="0"/>
        </a:xfrm>
      </p:grpSpPr>
      <p:sp>
        <p:nvSpPr>
          <p:cNvPr id="286" name="Google Shape;286;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87" name="Google Shape;287;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4"/>
        <p:cNvGrpSpPr/>
        <p:nvPr/>
      </p:nvGrpSpPr>
      <p:grpSpPr>
        <a:xfrm>
          <a:off x="0" y="0"/>
          <a:ext cx="0" cy="0"/>
          <a:chOff x="0" y="0"/>
          <a:chExt cx="0" cy="0"/>
        </a:xfrm>
      </p:grpSpPr>
      <p:sp>
        <p:nvSpPr>
          <p:cNvPr id="345" name="Google Shape;345;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46" name="Google Shape;346;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8"/>
        <p:cNvGrpSpPr/>
        <p:nvPr/>
      </p:nvGrpSpPr>
      <p:grpSpPr>
        <a:xfrm>
          <a:off x="0" y="0"/>
          <a:ext cx="0" cy="0"/>
          <a:chOff x="0" y="0"/>
          <a:chExt cx="0" cy="0"/>
        </a:xfrm>
      </p:grpSpPr>
      <p:sp>
        <p:nvSpPr>
          <p:cNvPr id="409" name="Google Shape;409;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10" name="Google Shape;410;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0"/>
        <p:cNvGrpSpPr/>
        <p:nvPr/>
      </p:nvGrpSpPr>
      <p:grpSpPr>
        <a:xfrm>
          <a:off x="0" y="0"/>
          <a:ext cx="0" cy="0"/>
          <a:chOff x="0" y="0"/>
          <a:chExt cx="0" cy="0"/>
        </a:xfrm>
      </p:grpSpPr>
      <p:sp>
        <p:nvSpPr>
          <p:cNvPr id="441" name="Google Shape;441;p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42" name="Google Shape;442;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
        <p:cNvGrpSpPr/>
        <p:nvPr/>
      </p:nvGrpSpPr>
      <p:grpSpPr>
        <a:xfrm>
          <a:off x="0" y="0"/>
          <a:ext cx="0" cy="0"/>
          <a:chOff x="0" y="0"/>
          <a:chExt cx="0" cy="0"/>
        </a:xfrm>
      </p:grpSpPr>
      <p:sp>
        <p:nvSpPr>
          <p:cNvPr id="12" name="Google Shape;12;p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 name="Google Shape;13;p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 name="Google Shape;14;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3"/>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3"/>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18" name="Google Shape;18;p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4"/>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 name="Google Shape;24;p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5"/>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5"/>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0" name="Google Shape;30;p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6"/>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6" name="Google Shape;36;p6"/>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7" name="Google Shape;37;p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7"/>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3" name="Google Shape;43;p7"/>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4" name="Google Shape;44;p7"/>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5" name="Google Shape;45;p7"/>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6" name="Google Shape;46;p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9"/>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9"/>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57" name="Google Shape;57;p9"/>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58" name="Google Shape;58;p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10"/>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10"/>
          <p:cNvSpPr>
            <a:spLocks noGrp="1"/>
          </p:cNvSpPr>
          <p:nvPr>
            <p:ph type="pic" idx="2"/>
          </p:nvPr>
        </p:nvSpPr>
        <p:spPr>
          <a:xfrm>
            <a:off x="1792288" y="612775"/>
            <a:ext cx="5486400" cy="4114800"/>
          </a:xfrm>
          <a:prstGeom prst="rect">
            <a:avLst/>
          </a:prstGeom>
          <a:noFill/>
          <a:ln>
            <a:noFill/>
          </a:ln>
        </p:spPr>
      </p:sp>
      <p:sp>
        <p:nvSpPr>
          <p:cNvPr id="64" name="Google Shape;64;p10"/>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5" name="Google Shape;65;p1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1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1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1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11"/>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1" name="Google Shape;71;p1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1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12"/>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12"/>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7" name="Google Shape;77;p1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a:blip r:embed="rId13"/>
          <a:stretch>
            <a:fillRect/>
          </a:stretch>
        </a:blip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 name="Google Shape;8;p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6.png"/><Relationship Id="rId7" Type="http://schemas.openxmlformats.org/officeDocument/2006/relationships/image" Target="../media/image9.png"/><Relationship Id="rId12" Type="http://schemas.openxmlformats.org/officeDocument/2006/relationships/image" Target="../media/image14.sv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3.png"/><Relationship Id="rId11" Type="http://schemas.openxmlformats.org/officeDocument/2006/relationships/image" Target="../media/image13.svg"/><Relationship Id="rId5" Type="http://schemas.openxmlformats.org/officeDocument/2006/relationships/image" Target="../media/image8.png"/><Relationship Id="rId10" Type="http://schemas.openxmlformats.org/officeDocument/2006/relationships/image" Target="../media/image12.svg"/><Relationship Id="rId4" Type="http://schemas.openxmlformats.org/officeDocument/2006/relationships/image" Target="../media/image7.png"/><Relationship Id="rId9" Type="http://schemas.openxmlformats.org/officeDocument/2006/relationships/image" Target="../media/image11.png"/></Relationships>
</file>

<file path=ppt/slides/_rels/slide3.xml.rels><?xml version="1.0" encoding="UTF-8" standalone="yes"?>
<Relationships xmlns="http://schemas.openxmlformats.org/package/2006/relationships"><Relationship Id="rId8" Type="http://schemas.openxmlformats.org/officeDocument/2006/relationships/image" Target="../media/image3.png"/><Relationship Id="rId13" Type="http://schemas.openxmlformats.org/officeDocument/2006/relationships/image" Target="../media/image24.png"/><Relationship Id="rId18" Type="http://schemas.openxmlformats.org/officeDocument/2006/relationships/diagramColors" Target="../diagrams/colors1.xml"/><Relationship Id="rId3" Type="http://schemas.openxmlformats.org/officeDocument/2006/relationships/image" Target="../media/image15.png"/><Relationship Id="rId7" Type="http://schemas.openxmlformats.org/officeDocument/2006/relationships/image" Target="../media/image19.png"/><Relationship Id="rId12" Type="http://schemas.openxmlformats.org/officeDocument/2006/relationships/image" Target="../media/image23.png"/><Relationship Id="rId17" Type="http://schemas.openxmlformats.org/officeDocument/2006/relationships/diagramQuickStyle" Target="../diagrams/quickStyle1.xml"/><Relationship Id="rId2" Type="http://schemas.openxmlformats.org/officeDocument/2006/relationships/notesSlide" Target="../notesSlides/notesSlide3.xml"/><Relationship Id="rId16" Type="http://schemas.openxmlformats.org/officeDocument/2006/relationships/diagramLayout" Target="../diagrams/layout1.xml"/><Relationship Id="rId20" Type="http://schemas.openxmlformats.org/officeDocument/2006/relationships/image" Target="../media/image26.png"/><Relationship Id="rId1" Type="http://schemas.openxmlformats.org/officeDocument/2006/relationships/slideLayout" Target="../slideLayouts/slideLayout1.xml"/><Relationship Id="rId6" Type="http://schemas.openxmlformats.org/officeDocument/2006/relationships/image" Target="../media/image18.png"/><Relationship Id="rId11" Type="http://schemas.openxmlformats.org/officeDocument/2006/relationships/image" Target="../media/image22.png"/><Relationship Id="rId5" Type="http://schemas.openxmlformats.org/officeDocument/2006/relationships/image" Target="../media/image17.png"/><Relationship Id="rId15" Type="http://schemas.openxmlformats.org/officeDocument/2006/relationships/diagramData" Target="../diagrams/data1.xml"/><Relationship Id="rId10" Type="http://schemas.openxmlformats.org/officeDocument/2006/relationships/image" Target="../media/image21.png"/><Relationship Id="rId19" Type="http://schemas.microsoft.com/office/2007/relationships/diagramDrawing" Target="../diagrams/drawing1.xml"/><Relationship Id="rId4" Type="http://schemas.openxmlformats.org/officeDocument/2006/relationships/image" Target="../media/image16.png"/><Relationship Id="rId9" Type="http://schemas.openxmlformats.org/officeDocument/2006/relationships/image" Target="../media/image20.png"/><Relationship Id="rId14" Type="http://schemas.openxmlformats.org/officeDocument/2006/relationships/image" Target="../media/image25.png"/></Relationships>
</file>

<file path=ppt/slides/_rels/slide4.xml.rels><?xml version="1.0" encoding="UTF-8" standalone="yes"?>
<Relationships xmlns="http://schemas.openxmlformats.org/package/2006/relationships"><Relationship Id="rId3" Type="http://schemas.openxmlformats.org/officeDocument/2006/relationships/chart" Target="../charts/chart1.xml"/><Relationship Id="rId7" Type="http://schemas.openxmlformats.org/officeDocument/2006/relationships/image" Target="../media/image29.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chart" Target="../charts/chart2.xml"/></Relationships>
</file>

<file path=ppt/slides/_rels/slide5.xml.rels><?xml version="1.0" encoding="UTF-8" standalone="yes"?>
<Relationships xmlns="http://schemas.openxmlformats.org/package/2006/relationships"><Relationship Id="rId8" Type="http://schemas.openxmlformats.org/officeDocument/2006/relationships/image" Target="../media/image35.svg"/><Relationship Id="rId3" Type="http://schemas.openxmlformats.org/officeDocument/2006/relationships/image" Target="../media/image30.png"/><Relationship Id="rId7" Type="http://schemas.openxmlformats.org/officeDocument/2006/relationships/image" Target="../media/image34.sv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33.svg"/><Relationship Id="rId5" Type="http://schemas.openxmlformats.org/officeDocument/2006/relationships/image" Target="../media/image32.png"/><Relationship Id="rId10" Type="http://schemas.openxmlformats.org/officeDocument/2006/relationships/chart" Target="../charts/chart3.xml"/><Relationship Id="rId4" Type="http://schemas.openxmlformats.org/officeDocument/2006/relationships/image" Target="../media/image31.png"/><Relationship Id="rId9" Type="http://schemas.openxmlformats.org/officeDocument/2006/relationships/image" Target="../media/image36.sv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chart" Target="../charts/chart5.xml"/><Relationship Id="rId4" Type="http://schemas.openxmlformats.org/officeDocument/2006/relationships/chart" Target="../charts/chart4.xml"/></Relationships>
</file>

<file path=ppt/slides/_rels/slide7.xml.rels><?xml version="1.0" encoding="UTF-8" standalone="yes"?>
<Relationships xmlns="http://schemas.openxmlformats.org/package/2006/relationships"><Relationship Id="rId8" Type="http://schemas.openxmlformats.org/officeDocument/2006/relationships/image" Target="../media/image39.png"/><Relationship Id="rId3" Type="http://schemas.openxmlformats.org/officeDocument/2006/relationships/image" Target="../media/image1.png"/><Relationship Id="rId7" Type="http://schemas.openxmlformats.org/officeDocument/2006/relationships/image" Target="../media/image38.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37.png"/><Relationship Id="rId5" Type="http://schemas.openxmlformats.org/officeDocument/2006/relationships/chart" Target="../charts/chart6.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1.png"/><Relationship Id="rId7" Type="http://schemas.openxmlformats.org/officeDocument/2006/relationships/image" Target="../media/image28.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32.png"/><Relationship Id="rId5" Type="http://schemas.openxmlformats.org/officeDocument/2006/relationships/image" Target="../media/image31.png"/><Relationship Id="rId10" Type="http://schemas.openxmlformats.org/officeDocument/2006/relationships/image" Target="../media/image3.png"/><Relationship Id="rId4" Type="http://schemas.openxmlformats.org/officeDocument/2006/relationships/image" Target="../media/image30.png"/><Relationship Id="rId9" Type="http://schemas.openxmlformats.org/officeDocument/2006/relationships/image" Target="../media/image27.png"/></Relationships>
</file>

<file path=ppt/slides/_rels/slide9.xml.rels><?xml version="1.0" encoding="UTF-8" standalone="yes"?>
<Relationships xmlns="http://schemas.openxmlformats.org/package/2006/relationships"><Relationship Id="rId8" Type="http://schemas.openxmlformats.org/officeDocument/2006/relationships/image" Target="../media/image35.svg"/><Relationship Id="rId3" Type="http://schemas.openxmlformats.org/officeDocument/2006/relationships/image" Target="../media/image1.png"/><Relationship Id="rId7" Type="http://schemas.openxmlformats.org/officeDocument/2006/relationships/image" Target="../media/image29.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3.png"/><Relationship Id="rId9" Type="http://schemas.openxmlformats.org/officeDocument/2006/relationships/chart" Target="../charts/chart7.xml"/></Relationships>
</file>

<file path=ppt/slides/_rels/slide10.xml.rels><?xml version="1.0" encoding="UTF-8" standalone="yes"?>
<Relationships xmlns="http://schemas.openxmlformats.org/package/2006/relationships"><Relationship Id="rId8" Type="http://schemas.openxmlformats.org/officeDocument/2006/relationships/image" Target="../media/image43.png"/><Relationship Id="rId3" Type="http://schemas.openxmlformats.org/officeDocument/2006/relationships/image" Target="../media/image1.png"/><Relationship Id="rId7" Type="http://schemas.openxmlformats.org/officeDocument/2006/relationships/image" Target="../media/image42.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image" Target="../media/image41.png"/><Relationship Id="rId4" Type="http://schemas.openxmlformats.org/officeDocument/2006/relationships/image" Target="../media/image40.png"/></Relationships>
</file>

<file path=ppt/slides/_rels/slide11.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pic>
        <p:nvPicPr>
          <p:cNvPr id="85" name="Google Shape;85;p13" descr="image.png"/>
          <p:cNvPicPr preferRelativeResize="0"/>
          <p:nvPr/>
        </p:nvPicPr>
        <p:blipFill rotWithShape="1">
          <a:blip r:embed="rId3">
            <a:alphaModFix/>
          </a:blip>
          <a:srcRect/>
          <a:stretch/>
        </p:blipFill>
        <p:spPr>
          <a:xfrm>
            <a:off x="476250" y="3854350"/>
            <a:ext cx="6667500" cy="1240928"/>
          </a:xfrm>
          <a:prstGeom prst="rect">
            <a:avLst/>
          </a:prstGeom>
          <a:noFill/>
          <a:ln>
            <a:noFill/>
          </a:ln>
        </p:spPr>
      </p:pic>
      <p:pic>
        <p:nvPicPr>
          <p:cNvPr id="86" name="Google Shape;86;p13" descr="image.png"/>
          <p:cNvPicPr preferRelativeResize="0"/>
          <p:nvPr/>
        </p:nvPicPr>
        <p:blipFill rotWithShape="1">
          <a:blip r:embed="rId4">
            <a:alphaModFix/>
          </a:blip>
          <a:srcRect/>
          <a:stretch/>
        </p:blipFill>
        <p:spPr>
          <a:xfrm>
            <a:off x="476250" y="6181725"/>
            <a:ext cx="11239500" cy="257175"/>
          </a:xfrm>
          <a:prstGeom prst="rect">
            <a:avLst/>
          </a:prstGeom>
          <a:noFill/>
          <a:ln>
            <a:noFill/>
          </a:ln>
        </p:spPr>
      </p:pic>
      <p:sp>
        <p:nvSpPr>
          <p:cNvPr id="88" name="Google Shape;88;p13"/>
          <p:cNvSpPr txBox="1"/>
          <p:nvPr/>
        </p:nvSpPr>
        <p:spPr>
          <a:xfrm>
            <a:off x="11134725" y="6305550"/>
            <a:ext cx="581100" cy="123111"/>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800" b="0" i="0" u="none" strike="noStrike" cap="none">
                <a:solidFill>
                  <a:srgbClr val="64748B"/>
                </a:solidFill>
                <a:latin typeface="Inter"/>
                <a:ea typeface="Inter"/>
                <a:cs typeface="Inter"/>
                <a:sym typeface="Inter"/>
              </a:rPr>
              <a:t>Slide 1 of </a:t>
            </a:r>
            <a:r>
              <a:rPr lang="en-US" sz="800">
                <a:solidFill>
                  <a:srgbClr val="64748B"/>
                </a:solidFill>
                <a:latin typeface="Inter"/>
                <a:ea typeface="Inter"/>
                <a:cs typeface="Inter"/>
                <a:sym typeface="Inter"/>
              </a:rPr>
              <a:t>11</a:t>
            </a:r>
            <a:endParaRPr/>
          </a:p>
        </p:txBody>
      </p:sp>
      <p:sp>
        <p:nvSpPr>
          <p:cNvPr id="89" name="Google Shape;89;p13"/>
          <p:cNvSpPr txBox="1"/>
          <p:nvPr/>
        </p:nvSpPr>
        <p:spPr>
          <a:xfrm>
            <a:off x="476250" y="1711675"/>
            <a:ext cx="7000800" cy="1141500"/>
          </a:xfrm>
          <a:prstGeom prst="rect">
            <a:avLst/>
          </a:prstGeom>
          <a:noFill/>
          <a:ln>
            <a:noFill/>
          </a:ln>
        </p:spPr>
        <p:txBody>
          <a:bodyPr spcFirstLastPara="1" wrap="square" lIns="0" tIns="0" rIns="0" bIns="0" anchor="t" anchorCtr="0">
            <a:spAutoFit/>
          </a:bodyPr>
          <a:lstStyle/>
          <a:p>
            <a:pPr marL="0" marR="0" lvl="0" indent="0" algn="l" rtl="0">
              <a:lnSpc>
                <a:spcPct val="114984"/>
              </a:lnSpc>
              <a:spcBef>
                <a:spcPts val="0"/>
              </a:spcBef>
              <a:spcAft>
                <a:spcPts val="0"/>
              </a:spcAft>
              <a:buNone/>
            </a:pPr>
            <a:r>
              <a:rPr lang="en-US" sz="3450">
                <a:solidFill>
                  <a:srgbClr val="1E3A8A"/>
                </a:solidFill>
                <a:latin typeface="Plus Jakarta Sans ExtraBold"/>
                <a:ea typeface="Plus Jakarta Sans ExtraBold"/>
                <a:cs typeface="Plus Jakarta Sans ExtraBold"/>
                <a:sym typeface="Plus Jakarta Sans ExtraBold"/>
              </a:rPr>
              <a:t>TOYJOY SEASONAL  INVENTORY MANAGEMENT &amp; OPTIMIZATION</a:t>
            </a:r>
            <a:endParaRPr sz="3450">
              <a:solidFill>
                <a:srgbClr val="1E3A8A"/>
              </a:solidFill>
              <a:latin typeface="Plus Jakarta Sans ExtraBold"/>
              <a:ea typeface="Plus Jakarta Sans ExtraBold"/>
              <a:cs typeface="Plus Jakarta Sans ExtraBold"/>
              <a:sym typeface="Plus Jakarta Sans ExtraBold"/>
            </a:endParaRPr>
          </a:p>
        </p:txBody>
      </p:sp>
      <p:sp>
        <p:nvSpPr>
          <p:cNvPr id="90" name="Google Shape;90;p13"/>
          <p:cNvSpPr txBox="1"/>
          <p:nvPr/>
        </p:nvSpPr>
        <p:spPr>
          <a:xfrm>
            <a:off x="476250" y="3092350"/>
            <a:ext cx="6667500" cy="276999"/>
          </a:xfrm>
          <a:prstGeom prst="rect">
            <a:avLst/>
          </a:prstGeom>
          <a:noFill/>
          <a:ln>
            <a:noFill/>
          </a:ln>
        </p:spPr>
        <p:txBody>
          <a:bodyPr spcFirstLastPara="1" wrap="square" lIns="0" tIns="0" rIns="0" bIns="0" anchor="t" anchorCtr="0">
            <a:spAutoFit/>
          </a:bodyPr>
          <a:lstStyle/>
          <a:p>
            <a:pPr>
              <a:lnSpc>
                <a:spcPct val="150000"/>
              </a:lnSpc>
            </a:pPr>
            <a:r>
              <a:rPr lang="en-US" sz="1200" b="0" i="0" u="none" strike="noStrike" cap="none">
                <a:solidFill>
                  <a:srgbClr val="475569"/>
                </a:solidFill>
                <a:latin typeface="Inter"/>
                <a:ea typeface="Inter"/>
                <a:sym typeface="Inter"/>
              </a:rPr>
              <a:t>A </a:t>
            </a:r>
            <a:r>
              <a:rPr lang="en-US" sz="1200">
                <a:solidFill>
                  <a:srgbClr val="475569"/>
                </a:solidFill>
                <a:latin typeface="Inter"/>
                <a:ea typeface="Inter"/>
                <a:sym typeface="Inter"/>
              </a:rPr>
              <a:t>Data-Driven </a:t>
            </a:r>
            <a:r>
              <a:rPr lang="en-US" sz="1200" b="0" i="0" u="none" strike="noStrike" cap="none">
                <a:solidFill>
                  <a:srgbClr val="475569"/>
                </a:solidFill>
                <a:latin typeface="Inter"/>
                <a:ea typeface="Inter"/>
                <a:sym typeface="Inter"/>
              </a:rPr>
              <a:t>Analysis </a:t>
            </a:r>
            <a:r>
              <a:rPr lang="en-US" sz="1200">
                <a:solidFill>
                  <a:srgbClr val="475569"/>
                </a:solidFill>
                <a:latin typeface="Inter"/>
                <a:ea typeface="Inter"/>
                <a:sym typeface="Inter"/>
              </a:rPr>
              <a:t>of </a:t>
            </a:r>
            <a:r>
              <a:rPr lang="en-US" sz="1200" b="0" i="0" u="none" strike="noStrike" cap="none">
                <a:solidFill>
                  <a:srgbClr val="475569"/>
                </a:solidFill>
                <a:latin typeface="Inter"/>
                <a:ea typeface="Inter"/>
                <a:sym typeface="Inter"/>
              </a:rPr>
              <a:t>Inventory </a:t>
            </a:r>
            <a:r>
              <a:rPr lang="en-US" sz="1200">
                <a:solidFill>
                  <a:srgbClr val="475569"/>
                </a:solidFill>
                <a:latin typeface="Inter"/>
                <a:ea typeface="Inter"/>
                <a:sym typeface="Inter"/>
              </a:rPr>
              <a:t>Health</a:t>
            </a:r>
            <a:r>
              <a:rPr lang="en-US" sz="1200" b="0" i="0" u="none" strike="noStrike" cap="none">
                <a:solidFill>
                  <a:srgbClr val="475569"/>
                </a:solidFill>
                <a:latin typeface="Inter"/>
                <a:ea typeface="Inter"/>
                <a:sym typeface="Inter"/>
              </a:rPr>
              <a:t>, </a:t>
            </a:r>
            <a:r>
              <a:rPr lang="en-US" sz="1200">
                <a:solidFill>
                  <a:srgbClr val="475569"/>
                </a:solidFill>
                <a:latin typeface="Inter"/>
                <a:ea typeface="Inter"/>
                <a:sym typeface="Inter"/>
              </a:rPr>
              <a:t>Seasonal </a:t>
            </a:r>
            <a:r>
              <a:rPr lang="en-US" sz="1200" b="0" i="0" u="none" strike="noStrike" cap="none">
                <a:solidFill>
                  <a:srgbClr val="475569"/>
                </a:solidFill>
                <a:latin typeface="Inter"/>
                <a:ea typeface="Inter"/>
                <a:sym typeface="Inter"/>
              </a:rPr>
              <a:t>Demand &amp; </a:t>
            </a:r>
            <a:r>
              <a:rPr lang="en-US" sz="1200">
                <a:solidFill>
                  <a:srgbClr val="475569"/>
                </a:solidFill>
                <a:latin typeface="Inter"/>
                <a:ea typeface="Inter"/>
                <a:sym typeface="Inter"/>
              </a:rPr>
              <a:t>Replenishment </a:t>
            </a:r>
            <a:r>
              <a:rPr lang="en-US" sz="1200" b="0" i="0" u="none" strike="noStrike" cap="none">
                <a:solidFill>
                  <a:srgbClr val="475569"/>
                </a:solidFill>
                <a:latin typeface="Inter"/>
                <a:ea typeface="Inter"/>
                <a:sym typeface="Inter"/>
              </a:rPr>
              <a:t>Strategy</a:t>
            </a:r>
            <a:endParaRPr lang="en-US" sz="1200">
              <a:solidFill>
                <a:srgbClr val="475569"/>
              </a:solidFill>
              <a:latin typeface="Inter"/>
              <a:ea typeface="Inter"/>
            </a:endParaRPr>
          </a:p>
        </p:txBody>
      </p:sp>
      <p:sp>
        <p:nvSpPr>
          <p:cNvPr id="91" name="Google Shape;91;p13"/>
          <p:cNvSpPr txBox="1"/>
          <p:nvPr/>
        </p:nvSpPr>
        <p:spPr>
          <a:xfrm>
            <a:off x="695325" y="4035325"/>
            <a:ext cx="3190500" cy="1269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825" b="1" i="0" u="none" strike="noStrike" cap="none">
                <a:solidFill>
                  <a:srgbClr val="64748B"/>
                </a:solidFill>
                <a:latin typeface="Inter"/>
                <a:ea typeface="Inter"/>
                <a:cs typeface="Inter"/>
                <a:sym typeface="Inter"/>
              </a:rPr>
              <a:t>PREPARED BY</a:t>
            </a:r>
            <a:endParaRPr/>
          </a:p>
        </p:txBody>
      </p:sp>
      <p:sp>
        <p:nvSpPr>
          <p:cNvPr id="92" name="Google Shape;92;p13"/>
          <p:cNvSpPr txBox="1"/>
          <p:nvPr/>
        </p:nvSpPr>
        <p:spPr>
          <a:xfrm>
            <a:off x="695325" y="4206775"/>
            <a:ext cx="3038400" cy="150000"/>
          </a:xfrm>
          <a:prstGeom prst="rect">
            <a:avLst/>
          </a:prstGeom>
          <a:noFill/>
          <a:ln>
            <a:noFill/>
          </a:ln>
        </p:spPr>
        <p:txBody>
          <a:bodyPr spcFirstLastPara="1" wrap="square" lIns="0" tIns="0" rIns="0" bIns="0" anchor="t" anchorCtr="0">
            <a:spAutoFit/>
          </a:bodyPr>
          <a:lstStyle/>
          <a:p>
            <a:pPr marL="0" marR="0" lvl="0" indent="0" algn="l" rtl="0">
              <a:lnSpc>
                <a:spcPct val="154974"/>
              </a:lnSpc>
              <a:spcBef>
                <a:spcPts val="0"/>
              </a:spcBef>
              <a:spcAft>
                <a:spcPts val="0"/>
              </a:spcAft>
              <a:buNone/>
            </a:pPr>
            <a:r>
              <a:rPr lang="en-US" sz="975" b="0" i="0" u="none" strike="noStrike" cap="none">
                <a:solidFill>
                  <a:srgbClr val="1E293B"/>
                </a:solidFill>
                <a:latin typeface="Inter SemiBold"/>
                <a:ea typeface="Inter SemiBold"/>
                <a:cs typeface="Inter SemiBold"/>
                <a:sym typeface="Inter SemiBold"/>
              </a:rPr>
              <a:t>Agamya Jain | Business Analyst</a:t>
            </a:r>
            <a:endParaRPr/>
          </a:p>
        </p:txBody>
      </p:sp>
      <p:sp>
        <p:nvSpPr>
          <p:cNvPr id="93" name="Google Shape;93;p13"/>
          <p:cNvSpPr txBox="1"/>
          <p:nvPr/>
        </p:nvSpPr>
        <p:spPr>
          <a:xfrm>
            <a:off x="3886200" y="4035325"/>
            <a:ext cx="3190500" cy="1269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825" b="1" i="0" u="none" strike="noStrike" cap="none">
                <a:solidFill>
                  <a:srgbClr val="64748B"/>
                </a:solidFill>
                <a:latin typeface="Inter"/>
                <a:ea typeface="Inter"/>
                <a:cs typeface="Inter"/>
                <a:sym typeface="Inter"/>
              </a:rPr>
              <a:t>DEPARTMENT</a:t>
            </a:r>
            <a:endParaRPr/>
          </a:p>
        </p:txBody>
      </p:sp>
      <p:sp>
        <p:nvSpPr>
          <p:cNvPr id="94" name="Google Shape;94;p13"/>
          <p:cNvSpPr txBox="1"/>
          <p:nvPr/>
        </p:nvSpPr>
        <p:spPr>
          <a:xfrm>
            <a:off x="3886200" y="4206775"/>
            <a:ext cx="3038400" cy="150000"/>
          </a:xfrm>
          <a:prstGeom prst="rect">
            <a:avLst/>
          </a:prstGeom>
          <a:noFill/>
          <a:ln>
            <a:noFill/>
          </a:ln>
        </p:spPr>
        <p:txBody>
          <a:bodyPr spcFirstLastPara="1" wrap="square" lIns="0" tIns="0" rIns="0" bIns="0" anchor="t" anchorCtr="0">
            <a:spAutoFit/>
          </a:bodyPr>
          <a:lstStyle/>
          <a:p>
            <a:pPr marL="0" marR="0" lvl="0" indent="0" algn="l" rtl="0">
              <a:lnSpc>
                <a:spcPct val="154974"/>
              </a:lnSpc>
              <a:spcBef>
                <a:spcPts val="0"/>
              </a:spcBef>
              <a:spcAft>
                <a:spcPts val="0"/>
              </a:spcAft>
              <a:buNone/>
            </a:pPr>
            <a:r>
              <a:rPr lang="en-US" sz="975" b="0" i="0" u="none" strike="noStrike" cap="none">
                <a:solidFill>
                  <a:srgbClr val="1E293B"/>
                </a:solidFill>
                <a:latin typeface="Inter SemiBold"/>
                <a:ea typeface="Inter SemiBold"/>
                <a:cs typeface="Inter SemiBold"/>
                <a:sym typeface="Inter SemiBold"/>
              </a:rPr>
              <a:t>Business Intelligence &amp; Analytics</a:t>
            </a:r>
            <a:endParaRPr/>
          </a:p>
        </p:txBody>
      </p:sp>
      <p:sp>
        <p:nvSpPr>
          <p:cNvPr id="95" name="Google Shape;95;p13"/>
          <p:cNvSpPr txBox="1"/>
          <p:nvPr/>
        </p:nvSpPr>
        <p:spPr>
          <a:xfrm>
            <a:off x="695325" y="4551015"/>
            <a:ext cx="3190500" cy="1269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825" b="1" i="0" u="none" strike="noStrike" cap="none">
                <a:solidFill>
                  <a:srgbClr val="64748B"/>
                </a:solidFill>
                <a:latin typeface="Inter"/>
                <a:ea typeface="Inter"/>
                <a:cs typeface="Inter"/>
                <a:sym typeface="Inter"/>
              </a:rPr>
              <a:t>ANALYSIS PERIOD</a:t>
            </a:r>
            <a:endParaRPr/>
          </a:p>
        </p:txBody>
      </p:sp>
      <p:sp>
        <p:nvSpPr>
          <p:cNvPr id="96" name="Google Shape;96;p13"/>
          <p:cNvSpPr txBox="1"/>
          <p:nvPr/>
        </p:nvSpPr>
        <p:spPr>
          <a:xfrm>
            <a:off x="695325" y="4722465"/>
            <a:ext cx="3038400" cy="150000"/>
          </a:xfrm>
          <a:prstGeom prst="rect">
            <a:avLst/>
          </a:prstGeom>
          <a:noFill/>
          <a:ln>
            <a:noFill/>
          </a:ln>
        </p:spPr>
        <p:txBody>
          <a:bodyPr spcFirstLastPara="1" wrap="square" lIns="0" tIns="0" rIns="0" bIns="0" anchor="t" anchorCtr="0">
            <a:spAutoFit/>
          </a:bodyPr>
          <a:lstStyle/>
          <a:p>
            <a:pPr marL="0" marR="0" lvl="0" indent="0" algn="l" rtl="0">
              <a:lnSpc>
                <a:spcPct val="154974"/>
              </a:lnSpc>
              <a:spcBef>
                <a:spcPts val="0"/>
              </a:spcBef>
              <a:spcAft>
                <a:spcPts val="0"/>
              </a:spcAft>
              <a:buNone/>
            </a:pPr>
            <a:r>
              <a:rPr lang="en-US" sz="975" b="0" i="0" u="none" strike="noStrike" cap="none">
                <a:solidFill>
                  <a:srgbClr val="1E293B"/>
                </a:solidFill>
                <a:latin typeface="Inter SemiBold"/>
                <a:ea typeface="Inter SemiBold"/>
                <a:cs typeface="Inter SemiBold"/>
                <a:sym typeface="Inter SemiBold"/>
              </a:rPr>
              <a:t>April 2023 – March 2026 (3 Years)</a:t>
            </a:r>
            <a:endParaRPr/>
          </a:p>
        </p:txBody>
      </p:sp>
      <p:sp>
        <p:nvSpPr>
          <p:cNvPr id="97" name="Google Shape;97;p13"/>
          <p:cNvSpPr txBox="1"/>
          <p:nvPr/>
        </p:nvSpPr>
        <p:spPr>
          <a:xfrm>
            <a:off x="3886200" y="4551015"/>
            <a:ext cx="3190500" cy="1269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825" b="1" i="0" u="none" strike="noStrike" cap="none">
                <a:solidFill>
                  <a:srgbClr val="64748B"/>
                </a:solidFill>
                <a:latin typeface="Inter"/>
                <a:ea typeface="Inter"/>
                <a:cs typeface="Inter"/>
                <a:sym typeface="Inter"/>
              </a:rPr>
              <a:t>REPORT DATE</a:t>
            </a:r>
            <a:endParaRPr/>
          </a:p>
        </p:txBody>
      </p:sp>
      <p:sp>
        <p:nvSpPr>
          <p:cNvPr id="98" name="Google Shape;98;p13"/>
          <p:cNvSpPr txBox="1"/>
          <p:nvPr/>
        </p:nvSpPr>
        <p:spPr>
          <a:xfrm>
            <a:off x="3886200" y="4722465"/>
            <a:ext cx="3038400" cy="226600"/>
          </a:xfrm>
          <a:prstGeom prst="rect">
            <a:avLst/>
          </a:prstGeom>
          <a:noFill/>
          <a:ln>
            <a:noFill/>
          </a:ln>
        </p:spPr>
        <p:txBody>
          <a:bodyPr spcFirstLastPara="1" wrap="square" lIns="0" tIns="0" rIns="0" bIns="0" anchor="t" anchorCtr="0">
            <a:spAutoFit/>
          </a:bodyPr>
          <a:lstStyle/>
          <a:p>
            <a:pPr marL="0" marR="0" lvl="0" indent="0" algn="l" rtl="0">
              <a:lnSpc>
                <a:spcPct val="154974"/>
              </a:lnSpc>
              <a:spcBef>
                <a:spcPts val="0"/>
              </a:spcBef>
              <a:spcAft>
                <a:spcPts val="0"/>
              </a:spcAft>
              <a:buNone/>
            </a:pPr>
            <a:r>
              <a:rPr lang="en-US" sz="950">
                <a:solidFill>
                  <a:srgbClr val="1E293B"/>
                </a:solidFill>
                <a:latin typeface="Inter SemiBold"/>
                <a:ea typeface="Inter SemiBold"/>
                <a:cs typeface="Inter SemiBold"/>
                <a:sym typeface="Inter SemiBold"/>
              </a:rPr>
              <a:t>August</a:t>
            </a:r>
            <a:r>
              <a:rPr lang="en-US" sz="950" b="0" i="0" u="none" strike="noStrike" cap="none">
                <a:solidFill>
                  <a:srgbClr val="1E293B"/>
                </a:solidFill>
                <a:latin typeface="Inter SemiBold"/>
                <a:ea typeface="Inter SemiBold"/>
                <a:cs typeface="Inter SemiBold"/>
                <a:sym typeface="Inter SemiBold"/>
              </a:rPr>
              <a:t> 2026 | Portfolio Edition</a:t>
            </a:r>
            <a:endParaRPr sz="950"/>
          </a:p>
        </p:txBody>
      </p:sp>
      <p:pic>
        <p:nvPicPr>
          <p:cNvPr id="99" name="Google Shape;99;p13"/>
          <p:cNvPicPr preferRelativeResize="0"/>
          <p:nvPr/>
        </p:nvPicPr>
        <p:blipFill>
          <a:blip r:embed="rId5">
            <a:alphaModFix/>
          </a:blip>
          <a:stretch>
            <a:fillRect/>
          </a:stretch>
        </p:blipFill>
        <p:spPr>
          <a:xfrm>
            <a:off x="7477050" y="193253"/>
            <a:ext cx="4437574" cy="5930373"/>
          </a:xfrm>
          <a:prstGeom prst="rect">
            <a:avLst/>
          </a:prstGeom>
          <a:noFill/>
          <a:ln>
            <a:noFill/>
          </a:ln>
        </p:spPr>
      </p:pic>
      <p:sp>
        <p:nvSpPr>
          <p:cNvPr id="100" name="Google Shape;100;p13"/>
          <p:cNvSpPr/>
          <p:nvPr/>
        </p:nvSpPr>
        <p:spPr>
          <a:xfrm>
            <a:off x="326575" y="591900"/>
            <a:ext cx="2775900" cy="381000"/>
          </a:xfrm>
          <a:prstGeom prst="roundRect">
            <a:avLst>
              <a:gd name="adj" fmla="val 16667"/>
            </a:avLst>
          </a:prstGeom>
          <a:solidFill>
            <a:srgbClr val="E2EFFF"/>
          </a:solidFill>
          <a:ln w="9525" cap="flat" cmpd="sng">
            <a:solidFill>
              <a:srgbClr val="1F497D"/>
            </a:solidFill>
            <a:prstDash val="solid"/>
            <a:round/>
            <a:headEnd type="none" w="sm" len="sm"/>
            <a:tailEnd type="none" w="sm" len="sm"/>
          </a:ln>
        </p:spPr>
        <p:txBody>
          <a:bodyPr spcFirstLastPara="1" wrap="square" lIns="91425" tIns="91425" rIns="91425" bIns="91425" anchor="ctr" anchorCtr="0">
            <a:noAutofit/>
          </a:bodyPr>
          <a:lstStyle/>
          <a:p>
            <a:pPr marL="0" lvl="0" indent="0" algn="r" rtl="0">
              <a:spcBef>
                <a:spcPts val="0"/>
              </a:spcBef>
              <a:spcAft>
                <a:spcPts val="0"/>
              </a:spcAft>
              <a:buNone/>
            </a:pPr>
            <a:r>
              <a:rPr lang="en-US" sz="1100">
                <a:solidFill>
                  <a:srgbClr val="4F46E5"/>
                </a:solidFill>
                <a:latin typeface="Inter Black"/>
                <a:ea typeface="Inter Black"/>
                <a:cs typeface="Inter Black"/>
                <a:sym typeface="Inter Black"/>
              </a:rPr>
              <a:t>EXECUTIVE BUSINESS REPORT</a:t>
            </a:r>
            <a:endParaRPr sz="1100">
              <a:solidFill>
                <a:srgbClr val="4F46E5"/>
              </a:solidFill>
              <a:latin typeface="Inter Black"/>
              <a:ea typeface="Inter Black"/>
              <a:cs typeface="Inter Black"/>
              <a:sym typeface="Inter Black"/>
            </a:endParaRPr>
          </a:p>
        </p:txBody>
      </p:sp>
      <p:pic>
        <p:nvPicPr>
          <p:cNvPr id="101" name="Google Shape;101;p13" descr="image.png"/>
          <p:cNvPicPr preferRelativeResize="0"/>
          <p:nvPr/>
        </p:nvPicPr>
        <p:blipFill rotWithShape="1">
          <a:blip r:embed="rId6">
            <a:alphaModFix/>
          </a:blip>
          <a:srcRect/>
          <a:stretch/>
        </p:blipFill>
        <p:spPr>
          <a:xfrm>
            <a:off x="408223" y="591900"/>
            <a:ext cx="285750" cy="381000"/>
          </a:xfrm>
          <a:prstGeom prst="rect">
            <a:avLst/>
          </a:prstGeom>
          <a:noFill/>
          <a:ln>
            <a:noFill/>
          </a:ln>
        </p:spPr>
      </p:pic>
      <p:sp>
        <p:nvSpPr>
          <p:cNvPr id="3" name="Google Shape;146;p15">
            <a:extLst>
              <a:ext uri="{FF2B5EF4-FFF2-40B4-BE49-F238E27FC236}">
                <a16:creationId xmlns:a16="http://schemas.microsoft.com/office/drawing/2014/main" id="{5A39957E-2DEC-68ED-3019-729306B9F572}"/>
              </a:ext>
            </a:extLst>
          </p:cNvPr>
          <p:cNvSpPr txBox="1"/>
          <p:nvPr/>
        </p:nvSpPr>
        <p:spPr>
          <a:xfrm>
            <a:off x="476250" y="6315710"/>
            <a:ext cx="4161155" cy="123111"/>
          </a:xfrm>
          <a:prstGeom prst="rect">
            <a:avLst/>
          </a:prstGeom>
          <a:noFill/>
          <a:ln>
            <a:noFill/>
          </a:ln>
        </p:spPr>
        <p:txBody>
          <a:bodyPr spcFirstLastPara="1" wrap="square" lIns="0" tIns="0" rIns="0" bIns="0" anchor="t" anchorCtr="0">
            <a:spAutoFit/>
          </a:bodyPr>
          <a:lstStyle/>
          <a:p>
            <a:r>
              <a:rPr lang="en-US" sz="800" dirty="0" err="1">
                <a:solidFill>
                  <a:srgbClr val="334155"/>
                </a:solidFill>
                <a:latin typeface="Inter SemiBold"/>
                <a:ea typeface="Inter SemiBold"/>
                <a:cs typeface="Inter SemiBold"/>
                <a:sym typeface="Inter SemiBold"/>
              </a:rPr>
              <a:t>ToyJoy</a:t>
            </a:r>
            <a:r>
              <a:rPr lang="en-US" sz="800">
                <a:solidFill>
                  <a:srgbClr val="334155"/>
                </a:solidFill>
                <a:latin typeface="Inter SemiBold"/>
                <a:ea typeface="Inter SemiBold"/>
                <a:cs typeface="Inter SemiBold"/>
                <a:sym typeface="Inter SemiBold"/>
              </a:rPr>
              <a:t> Seasonal Inventory Management &amp; Optimization Analysis</a:t>
            </a:r>
            <a:endParaRPr lang="en-US" sz="800">
              <a:solidFill>
                <a:srgbClr val="334155"/>
              </a:solidFill>
              <a:latin typeface="Inter SemiBold"/>
              <a:ea typeface="Inter SemiBold"/>
              <a:cs typeface="Inter SemiBold"/>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5"/>
        <p:cNvGrpSpPr/>
        <p:nvPr/>
      </p:nvGrpSpPr>
      <p:grpSpPr>
        <a:xfrm>
          <a:off x="0" y="0"/>
          <a:ext cx="0" cy="0"/>
          <a:chOff x="0" y="0"/>
          <a:chExt cx="0" cy="0"/>
        </a:xfrm>
      </p:grpSpPr>
      <p:pic>
        <p:nvPicPr>
          <p:cNvPr id="108" name="Google Shape;108;p14" descr="image.png"/>
          <p:cNvPicPr preferRelativeResize="0"/>
          <p:nvPr/>
        </p:nvPicPr>
        <p:blipFill rotWithShape="1">
          <a:blip r:embed="rId3">
            <a:alphaModFix/>
          </a:blip>
          <a:srcRect/>
          <a:stretch/>
        </p:blipFill>
        <p:spPr>
          <a:xfrm>
            <a:off x="476250" y="1587980"/>
            <a:ext cx="3619500" cy="3299064"/>
          </a:xfrm>
          <a:prstGeom prst="rect">
            <a:avLst/>
          </a:prstGeom>
          <a:noFill/>
          <a:ln>
            <a:noFill/>
          </a:ln>
        </p:spPr>
      </p:pic>
      <p:pic>
        <p:nvPicPr>
          <p:cNvPr id="109" name="Google Shape;109;p14" descr="image.png"/>
          <p:cNvPicPr preferRelativeResize="0"/>
          <p:nvPr/>
        </p:nvPicPr>
        <p:blipFill rotWithShape="1">
          <a:blip r:embed="rId4">
            <a:alphaModFix/>
          </a:blip>
          <a:srcRect/>
          <a:stretch/>
        </p:blipFill>
        <p:spPr>
          <a:xfrm>
            <a:off x="4286250" y="1587980"/>
            <a:ext cx="3619500" cy="3299064"/>
          </a:xfrm>
          <a:prstGeom prst="rect">
            <a:avLst/>
          </a:prstGeom>
          <a:noFill/>
          <a:ln>
            <a:noFill/>
          </a:ln>
        </p:spPr>
      </p:pic>
      <p:pic>
        <p:nvPicPr>
          <p:cNvPr id="110" name="Google Shape;110;p14" descr="image.png"/>
          <p:cNvPicPr preferRelativeResize="0"/>
          <p:nvPr/>
        </p:nvPicPr>
        <p:blipFill rotWithShape="1">
          <a:blip r:embed="rId5">
            <a:alphaModFix/>
          </a:blip>
          <a:srcRect/>
          <a:stretch/>
        </p:blipFill>
        <p:spPr>
          <a:xfrm>
            <a:off x="8096250" y="1587980"/>
            <a:ext cx="3619500" cy="3299064"/>
          </a:xfrm>
          <a:prstGeom prst="rect">
            <a:avLst/>
          </a:prstGeom>
          <a:noFill/>
          <a:ln>
            <a:noFill/>
          </a:ln>
        </p:spPr>
      </p:pic>
      <p:pic>
        <p:nvPicPr>
          <p:cNvPr id="114" name="Google Shape;114;p14" descr="image.png"/>
          <p:cNvPicPr preferRelativeResize="0"/>
          <p:nvPr/>
        </p:nvPicPr>
        <p:blipFill rotWithShape="1">
          <a:blip r:embed="rId6">
            <a:alphaModFix/>
          </a:blip>
          <a:srcRect/>
          <a:stretch/>
        </p:blipFill>
        <p:spPr>
          <a:xfrm>
            <a:off x="476250" y="6181725"/>
            <a:ext cx="11239500" cy="257175"/>
          </a:xfrm>
          <a:prstGeom prst="rect">
            <a:avLst/>
          </a:prstGeom>
          <a:noFill/>
          <a:ln>
            <a:noFill/>
          </a:ln>
        </p:spPr>
      </p:pic>
      <p:sp>
        <p:nvSpPr>
          <p:cNvPr id="116" name="Google Shape;116;p14"/>
          <p:cNvSpPr txBox="1"/>
          <p:nvPr/>
        </p:nvSpPr>
        <p:spPr>
          <a:xfrm>
            <a:off x="476250" y="1004887"/>
            <a:ext cx="11239500" cy="572464"/>
          </a:xfrm>
          <a:prstGeom prst="rect">
            <a:avLst/>
          </a:prstGeom>
          <a:noFill/>
          <a:ln>
            <a:noFill/>
          </a:ln>
        </p:spPr>
        <p:txBody>
          <a:bodyPr spcFirstLastPara="1" wrap="square" lIns="0" tIns="0" rIns="0" bIns="0" anchor="t" anchorCtr="0">
            <a:spAutoFit/>
          </a:bodyPr>
          <a:lstStyle/>
          <a:p>
            <a:pPr marL="0" marR="0" lvl="0" indent="0" algn="l" rtl="0">
              <a:lnSpc>
                <a:spcPct val="154933"/>
              </a:lnSpc>
              <a:spcBef>
                <a:spcPts val="0"/>
              </a:spcBef>
              <a:spcAft>
                <a:spcPts val="0"/>
              </a:spcAft>
              <a:buNone/>
            </a:pPr>
            <a:r>
              <a:rPr lang="en-US" sz="1200" b="0" i="0" u="none" strike="noStrike" cap="none">
                <a:solidFill>
                  <a:srgbClr val="475569"/>
                </a:solidFill>
                <a:latin typeface="Inter"/>
                <a:ea typeface="Inter"/>
                <a:cs typeface="Inter"/>
                <a:sym typeface="Inter"/>
              </a:rPr>
              <a:t>Data-driven strategic initiative designed to resolve warehouse overstock, eliminate high-demand stockouts, and optimize cash flow efficiency across 10 core product lines.</a:t>
            </a:r>
            <a:endParaRPr lang="en-US" sz="1200"/>
          </a:p>
        </p:txBody>
      </p:sp>
      <p:sp>
        <p:nvSpPr>
          <p:cNvPr id="118" name="Google Shape;118;p14"/>
          <p:cNvSpPr txBox="1"/>
          <p:nvPr/>
        </p:nvSpPr>
        <p:spPr>
          <a:xfrm>
            <a:off x="11106150" y="6305550"/>
            <a:ext cx="609600" cy="123111"/>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800" b="0" i="0" u="none" strike="noStrike" cap="none">
                <a:solidFill>
                  <a:srgbClr val="64748B"/>
                </a:solidFill>
                <a:latin typeface="Inter"/>
                <a:ea typeface="Inter"/>
                <a:cs typeface="Inter"/>
                <a:sym typeface="Inter"/>
              </a:rPr>
              <a:t>Slide 2 of </a:t>
            </a:r>
            <a:r>
              <a:rPr lang="en-US" sz="800">
                <a:solidFill>
                  <a:srgbClr val="64748B"/>
                </a:solidFill>
                <a:latin typeface="Inter"/>
                <a:ea typeface="Inter"/>
                <a:cs typeface="Inter"/>
                <a:sym typeface="Inter"/>
              </a:rPr>
              <a:t>11</a:t>
            </a:r>
            <a:endParaRPr/>
          </a:p>
        </p:txBody>
      </p:sp>
      <p:pic>
        <p:nvPicPr>
          <p:cNvPr id="121" name="Google Shape;121;p14" descr="image.png"/>
          <p:cNvPicPr preferRelativeResize="0"/>
          <p:nvPr/>
        </p:nvPicPr>
        <p:blipFill rotWithShape="1">
          <a:blip r:embed="rId7">
            <a:alphaModFix/>
          </a:blip>
          <a:srcRect/>
          <a:stretch/>
        </p:blipFill>
        <p:spPr>
          <a:xfrm>
            <a:off x="613734" y="1849827"/>
            <a:ext cx="495300" cy="495300"/>
          </a:xfrm>
          <a:prstGeom prst="rect">
            <a:avLst/>
          </a:prstGeom>
          <a:noFill/>
          <a:ln>
            <a:noFill/>
          </a:ln>
        </p:spPr>
      </p:pic>
      <p:sp>
        <p:nvSpPr>
          <p:cNvPr id="122" name="Google Shape;122;p14"/>
          <p:cNvSpPr txBox="1"/>
          <p:nvPr/>
        </p:nvSpPr>
        <p:spPr>
          <a:xfrm>
            <a:off x="1217582" y="1903023"/>
            <a:ext cx="2639054" cy="492443"/>
          </a:xfrm>
          <a:prstGeom prst="rect">
            <a:avLst/>
          </a:prstGeom>
          <a:noFill/>
          <a:ln>
            <a:noFill/>
          </a:ln>
        </p:spPr>
        <p:txBody>
          <a:bodyPr spcFirstLastPara="1" wrap="square" lIns="0" tIns="0" rIns="0" bIns="0" anchor="t" anchorCtr="0">
            <a:spAutoFit/>
          </a:bodyPr>
          <a:lstStyle/>
          <a:p>
            <a:r>
              <a:rPr lang="en-US" sz="1600">
                <a:solidFill>
                  <a:srgbClr val="645BD5"/>
                </a:solidFill>
                <a:latin typeface="Inter Black"/>
                <a:ea typeface="Inter Black"/>
                <a:sym typeface="Poppins SemiBold"/>
              </a:rPr>
              <a:t>Identify </a:t>
            </a:r>
            <a:r>
              <a:rPr lang="en-US" sz="1600" i="0" u="none" strike="noStrike" cap="none">
                <a:solidFill>
                  <a:srgbClr val="645BD5"/>
                </a:solidFill>
                <a:latin typeface="Inter Black"/>
                <a:ea typeface="Inter Black"/>
                <a:sym typeface="Poppins SemiBold"/>
              </a:rPr>
              <a:t>Overstock</a:t>
            </a:r>
            <a:r>
              <a:rPr lang="en-US" sz="1600">
                <a:solidFill>
                  <a:srgbClr val="645BD5"/>
                </a:solidFill>
                <a:latin typeface="Inter Black"/>
                <a:ea typeface="Inter Black"/>
                <a:sym typeface="Poppins SemiBold"/>
              </a:rPr>
              <a:t> &amp; Slow-Moving SKUs</a:t>
            </a:r>
            <a:endParaRPr lang="en-US" sz="1600">
              <a:solidFill>
                <a:srgbClr val="645BD5"/>
              </a:solidFill>
              <a:latin typeface="Inter Black"/>
              <a:ea typeface="Inter Black"/>
            </a:endParaRPr>
          </a:p>
        </p:txBody>
      </p:sp>
      <p:sp>
        <p:nvSpPr>
          <p:cNvPr id="123" name="Google Shape;123;p14"/>
          <p:cNvSpPr txBox="1"/>
          <p:nvPr/>
        </p:nvSpPr>
        <p:spPr>
          <a:xfrm>
            <a:off x="613734" y="2777705"/>
            <a:ext cx="3373287" cy="1938992"/>
          </a:xfrm>
          <a:prstGeom prst="rect">
            <a:avLst/>
          </a:prstGeom>
          <a:noFill/>
          <a:ln>
            <a:noFill/>
          </a:ln>
        </p:spPr>
        <p:txBody>
          <a:bodyPr spcFirstLastPara="1" wrap="square" lIns="0" tIns="0" rIns="0" bIns="0" anchor="t" anchorCtr="0">
            <a:spAutoFit/>
          </a:bodyPr>
          <a:lstStyle/>
          <a:p>
            <a:pPr>
              <a:lnSpc>
                <a:spcPct val="150000"/>
              </a:lnSpc>
            </a:pPr>
            <a:r>
              <a:rPr lang="en-US" sz="1200" b="0" i="0" u="none" strike="noStrike" cap="none">
                <a:solidFill>
                  <a:srgbClr val="475569"/>
                </a:solidFill>
                <a:latin typeface="Inter"/>
                <a:ea typeface="Inter"/>
                <a:cs typeface="Poppins"/>
                <a:sym typeface="Inter"/>
              </a:rPr>
              <a:t>Identify products </a:t>
            </a:r>
            <a:r>
              <a:rPr lang="en-US" sz="1200">
                <a:solidFill>
                  <a:srgbClr val="475569"/>
                </a:solidFill>
                <a:latin typeface="Inter"/>
                <a:ea typeface="Inter"/>
                <a:cs typeface="Poppins"/>
                <a:sym typeface="Inter"/>
              </a:rPr>
              <a:t>and categories with excess inventory or low sales velocity and assess where inventory levels may be </a:t>
            </a:r>
            <a:r>
              <a:rPr lang="en-US" sz="1200" b="0" i="0" u="none" strike="noStrike" cap="none">
                <a:solidFill>
                  <a:srgbClr val="475569"/>
                </a:solidFill>
                <a:latin typeface="Inter"/>
                <a:ea typeface="Inter"/>
                <a:cs typeface="Poppins"/>
                <a:sym typeface="Inter"/>
              </a:rPr>
              <a:t>tying up working capital. </a:t>
            </a:r>
            <a:r>
              <a:rPr lang="en-US" sz="1200">
                <a:solidFill>
                  <a:srgbClr val="475569"/>
                </a:solidFill>
                <a:latin typeface="Inter"/>
                <a:ea typeface="Inter"/>
                <a:cs typeface="Poppins"/>
                <a:sym typeface="Inter"/>
              </a:rPr>
              <a:t>The analysis will help distinguish healthy inventory levels from products requiring </a:t>
            </a:r>
            <a:r>
              <a:rPr lang="en-US" sz="1200" b="0" i="0" u="none" strike="noStrike" cap="none">
                <a:solidFill>
                  <a:srgbClr val="475569"/>
                </a:solidFill>
                <a:latin typeface="Inter"/>
                <a:ea typeface="Inter"/>
                <a:cs typeface="Poppins"/>
                <a:sym typeface="Inter"/>
              </a:rPr>
              <a:t>inventory </a:t>
            </a:r>
            <a:r>
              <a:rPr lang="en-US" sz="1200">
                <a:solidFill>
                  <a:srgbClr val="475569"/>
                </a:solidFill>
                <a:latin typeface="Inter"/>
                <a:ea typeface="Inter"/>
                <a:cs typeface="Poppins"/>
                <a:sym typeface="Inter"/>
              </a:rPr>
              <a:t>reduction or closer monitoring</a:t>
            </a:r>
            <a:r>
              <a:rPr lang="en-US" sz="1200" b="0" i="0" u="none" strike="noStrike" cap="none">
                <a:solidFill>
                  <a:srgbClr val="475569"/>
                </a:solidFill>
                <a:latin typeface="Inter"/>
                <a:ea typeface="Inter"/>
                <a:cs typeface="Poppins"/>
                <a:sym typeface="Inter"/>
              </a:rPr>
              <a:t>.</a:t>
            </a:r>
            <a:endParaRPr lang="en-US" sz="1200">
              <a:latin typeface="Inter"/>
              <a:ea typeface="Inter"/>
              <a:cs typeface="Poppins"/>
            </a:endParaRPr>
          </a:p>
        </p:txBody>
      </p:sp>
      <p:pic>
        <p:nvPicPr>
          <p:cNvPr id="124" name="Google Shape;124;p14" descr="image.png"/>
          <p:cNvPicPr preferRelativeResize="0"/>
          <p:nvPr/>
        </p:nvPicPr>
        <p:blipFill rotWithShape="1">
          <a:blip r:embed="rId8">
            <a:alphaModFix/>
          </a:blip>
          <a:srcRect/>
          <a:stretch/>
        </p:blipFill>
        <p:spPr>
          <a:xfrm>
            <a:off x="4524375" y="1849827"/>
            <a:ext cx="495300" cy="495300"/>
          </a:xfrm>
          <a:prstGeom prst="rect">
            <a:avLst/>
          </a:prstGeom>
          <a:noFill/>
          <a:ln>
            <a:noFill/>
          </a:ln>
        </p:spPr>
      </p:pic>
      <p:sp>
        <p:nvSpPr>
          <p:cNvPr id="125" name="Google Shape;125;p14"/>
          <p:cNvSpPr txBox="1"/>
          <p:nvPr/>
        </p:nvSpPr>
        <p:spPr>
          <a:xfrm>
            <a:off x="5214489" y="1716119"/>
            <a:ext cx="2581543" cy="738664"/>
          </a:xfrm>
          <a:prstGeom prst="rect">
            <a:avLst/>
          </a:prstGeom>
          <a:noFill/>
          <a:ln>
            <a:noFill/>
          </a:ln>
        </p:spPr>
        <p:txBody>
          <a:bodyPr spcFirstLastPara="1" wrap="square" lIns="0" tIns="0" rIns="0" bIns="0" anchor="t" anchorCtr="0">
            <a:spAutoFit/>
          </a:bodyPr>
          <a:lstStyle/>
          <a:p>
            <a:r>
              <a:rPr lang="en-US" sz="1600">
                <a:solidFill>
                  <a:srgbClr val="DD851F"/>
                </a:solidFill>
                <a:latin typeface="Inter Black"/>
                <a:ea typeface="Inter Black"/>
                <a:cs typeface="Poppins SemiBold"/>
                <a:sym typeface="Poppins SemiBold"/>
              </a:rPr>
              <a:t>Understand Seasonal &amp; Historical Demand Patterns</a:t>
            </a:r>
            <a:endParaRPr lang="en-US" sz="1600">
              <a:solidFill>
                <a:srgbClr val="DD851F"/>
              </a:solidFill>
              <a:latin typeface="Inter Black"/>
              <a:ea typeface="Inter Black"/>
            </a:endParaRPr>
          </a:p>
        </p:txBody>
      </p:sp>
      <p:sp>
        <p:nvSpPr>
          <p:cNvPr id="126" name="Google Shape;126;p14"/>
          <p:cNvSpPr txBox="1"/>
          <p:nvPr/>
        </p:nvSpPr>
        <p:spPr>
          <a:xfrm>
            <a:off x="4524375" y="2777706"/>
            <a:ext cx="3272646" cy="1661993"/>
          </a:xfrm>
          <a:prstGeom prst="rect">
            <a:avLst/>
          </a:prstGeom>
          <a:noFill/>
          <a:ln>
            <a:noFill/>
          </a:ln>
        </p:spPr>
        <p:txBody>
          <a:bodyPr spcFirstLastPara="1" wrap="square" lIns="0" tIns="0" rIns="0" bIns="0" anchor="t" anchorCtr="0">
            <a:spAutoFit/>
          </a:bodyPr>
          <a:lstStyle/>
          <a:p>
            <a:pPr>
              <a:lnSpc>
                <a:spcPct val="150000"/>
              </a:lnSpc>
            </a:pPr>
            <a:r>
              <a:rPr lang="en-US" sz="1200">
                <a:solidFill>
                  <a:srgbClr val="475569"/>
                </a:solidFill>
                <a:latin typeface="Inter"/>
                <a:ea typeface="Inter"/>
                <a:sym typeface="Inter"/>
              </a:rPr>
              <a:t>Analyze historical sales patterns across months and seasons to identify recurring fluctuations in product demand. These insights will help determine when inventory levels should be adjusted to better align replenishment with expected demand.</a:t>
            </a:r>
            <a:endParaRPr lang="en-US" sz="1200">
              <a:latin typeface="Inter"/>
              <a:ea typeface="Inter"/>
            </a:endParaRPr>
          </a:p>
        </p:txBody>
      </p:sp>
      <p:pic>
        <p:nvPicPr>
          <p:cNvPr id="127" name="Google Shape;127;p14" descr="image.png"/>
          <p:cNvPicPr preferRelativeResize="0"/>
          <p:nvPr/>
        </p:nvPicPr>
        <p:blipFill rotWithShape="1">
          <a:blip r:embed="rId9">
            <a:alphaModFix/>
          </a:blip>
          <a:srcRect/>
          <a:stretch/>
        </p:blipFill>
        <p:spPr>
          <a:xfrm>
            <a:off x="8334375" y="1849827"/>
            <a:ext cx="495300" cy="495300"/>
          </a:xfrm>
          <a:prstGeom prst="rect">
            <a:avLst/>
          </a:prstGeom>
          <a:noFill/>
          <a:ln>
            <a:noFill/>
          </a:ln>
        </p:spPr>
      </p:pic>
      <p:sp>
        <p:nvSpPr>
          <p:cNvPr id="128" name="Google Shape;128;p14"/>
          <p:cNvSpPr txBox="1"/>
          <p:nvPr/>
        </p:nvSpPr>
        <p:spPr>
          <a:xfrm>
            <a:off x="9168262" y="1716118"/>
            <a:ext cx="2552790" cy="738664"/>
          </a:xfrm>
          <a:prstGeom prst="rect">
            <a:avLst/>
          </a:prstGeom>
          <a:noFill/>
          <a:ln>
            <a:noFill/>
          </a:ln>
        </p:spPr>
        <p:txBody>
          <a:bodyPr spcFirstLastPara="1" wrap="square" lIns="0" tIns="0" rIns="0" bIns="0" anchor="t" anchorCtr="0">
            <a:spAutoFit/>
          </a:bodyPr>
          <a:lstStyle/>
          <a:p>
            <a:r>
              <a:rPr lang="en-US" sz="1600">
                <a:solidFill>
                  <a:srgbClr val="27AD81"/>
                </a:solidFill>
                <a:latin typeface="Inter Black"/>
                <a:ea typeface="Inter Black"/>
                <a:cs typeface="Poppins SemiBold"/>
                <a:sym typeface="Poppins SemiBold"/>
              </a:rPr>
              <a:t>Optimize Inventory Allocation &amp;</a:t>
            </a:r>
            <a:r>
              <a:rPr lang="en-US" sz="1600" b="0" i="0" u="none" strike="noStrike" cap="none">
                <a:solidFill>
                  <a:srgbClr val="27AD81"/>
                </a:solidFill>
                <a:latin typeface="Inter Black"/>
                <a:ea typeface="Inter Black"/>
                <a:cs typeface="Poppins SemiBold"/>
                <a:sym typeface="Poppins SemiBold"/>
              </a:rPr>
              <a:t> Replenishment</a:t>
            </a:r>
            <a:endParaRPr lang="en-US" sz="1600">
              <a:solidFill>
                <a:srgbClr val="27AD81"/>
              </a:solidFill>
              <a:latin typeface="Inter Black"/>
              <a:ea typeface="Inter Black"/>
            </a:endParaRPr>
          </a:p>
        </p:txBody>
      </p:sp>
      <p:sp>
        <p:nvSpPr>
          <p:cNvPr id="129" name="Google Shape;129;p14"/>
          <p:cNvSpPr txBox="1"/>
          <p:nvPr/>
        </p:nvSpPr>
        <p:spPr>
          <a:xfrm>
            <a:off x="8319998" y="2777706"/>
            <a:ext cx="3114495" cy="1938992"/>
          </a:xfrm>
          <a:prstGeom prst="rect">
            <a:avLst/>
          </a:prstGeom>
          <a:noFill/>
          <a:ln>
            <a:noFill/>
          </a:ln>
        </p:spPr>
        <p:txBody>
          <a:bodyPr spcFirstLastPara="1" wrap="square" lIns="0" tIns="0" rIns="0" bIns="0" anchor="t" anchorCtr="0">
            <a:spAutoFit/>
          </a:bodyPr>
          <a:lstStyle/>
          <a:p>
            <a:pPr>
              <a:lnSpc>
                <a:spcPct val="150000"/>
              </a:lnSpc>
            </a:pPr>
            <a:r>
              <a:rPr lang="en-US" sz="1200">
                <a:solidFill>
                  <a:srgbClr val="475569"/>
                </a:solidFill>
                <a:latin typeface="Inter"/>
                <a:ea typeface="Inter"/>
                <a:sym typeface="Inter"/>
              </a:rPr>
              <a:t>Develop product-level inventory recommendations by balancing demand, stock availability, inventory turnover, and excess-stock risk. The objective is to establish a more effective replenishment approach that reduces both overstock and stockout situations.</a:t>
            </a:r>
            <a:endParaRPr lang="en-US" sz="1200">
              <a:solidFill>
                <a:srgbClr val="475569"/>
              </a:solidFill>
              <a:latin typeface="Inter"/>
              <a:ea typeface="Inter"/>
            </a:endParaRPr>
          </a:p>
        </p:txBody>
      </p:sp>
      <p:sp>
        <p:nvSpPr>
          <p:cNvPr id="132" name="Google Shape;132;p14"/>
          <p:cNvSpPr txBox="1"/>
          <p:nvPr/>
        </p:nvSpPr>
        <p:spPr>
          <a:xfrm>
            <a:off x="476250" y="419100"/>
            <a:ext cx="11715750" cy="357187"/>
          </a:xfrm>
          <a:prstGeom prst="rect">
            <a:avLst/>
          </a:prstGeom>
          <a:noFill/>
          <a:ln>
            <a:noFill/>
          </a:ln>
        </p:spPr>
        <p:txBody>
          <a:bodyPr spcFirstLastPara="1" wrap="square" lIns="0" tIns="0" rIns="0" bIns="0" anchor="ctr" anchorCtr="0">
            <a:spAutoFit/>
          </a:bodyPr>
          <a:lstStyle/>
          <a:p>
            <a:pPr marL="0" marR="0" lvl="0" indent="0" algn="l" rtl="0">
              <a:lnSpc>
                <a:spcPct val="124977"/>
              </a:lnSpc>
              <a:spcBef>
                <a:spcPts val="0"/>
              </a:spcBef>
              <a:spcAft>
                <a:spcPts val="0"/>
              </a:spcAft>
              <a:buNone/>
            </a:pPr>
            <a:r>
              <a:rPr lang="en-US" sz="2250" b="1" i="0" u="none" strike="noStrike" cap="none">
                <a:solidFill>
                  <a:srgbClr val="0F172A"/>
                </a:solidFill>
                <a:latin typeface="Poppins"/>
                <a:ea typeface="Poppins"/>
                <a:cs typeface="Poppins"/>
                <a:sym typeface="Poppins"/>
              </a:rPr>
              <a:t>Strategic Project Objectives</a:t>
            </a:r>
            <a:endParaRPr/>
          </a:p>
        </p:txBody>
      </p:sp>
      <p:pic>
        <p:nvPicPr>
          <p:cNvPr id="3" name="Graphic 2">
            <a:extLst>
              <a:ext uri="{FF2B5EF4-FFF2-40B4-BE49-F238E27FC236}">
                <a16:creationId xmlns:a16="http://schemas.microsoft.com/office/drawing/2014/main" id="{AE96C1FE-FA21-0078-A627-ADF9A3B94794}"/>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707366" y="1936631"/>
            <a:ext cx="281798" cy="324929"/>
          </a:xfrm>
          <a:prstGeom prst="rect">
            <a:avLst/>
          </a:prstGeom>
        </p:spPr>
      </p:pic>
      <p:pic>
        <p:nvPicPr>
          <p:cNvPr id="4" name="Graphic 3">
            <a:extLst>
              <a:ext uri="{FF2B5EF4-FFF2-40B4-BE49-F238E27FC236}">
                <a16:creationId xmlns:a16="http://schemas.microsoft.com/office/drawing/2014/main" id="{95BFF33D-EAC4-C5E6-C66C-DC5571A0D97E}"/>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4589253" y="1907876"/>
            <a:ext cx="353684" cy="411192"/>
          </a:xfrm>
          <a:prstGeom prst="rect">
            <a:avLst/>
          </a:prstGeom>
        </p:spPr>
      </p:pic>
      <p:pic>
        <p:nvPicPr>
          <p:cNvPr id="5" name="Graphic 4" descr="Arrow circle with solid fill">
            <a:extLst>
              <a:ext uri="{FF2B5EF4-FFF2-40B4-BE49-F238E27FC236}">
                <a16:creationId xmlns:a16="http://schemas.microsoft.com/office/drawing/2014/main" id="{84BC919E-3949-5661-4146-E21FB64FF24A}"/>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8384875" y="1893498"/>
            <a:ext cx="382438" cy="368061"/>
          </a:xfrm>
          <a:prstGeom prst="rect">
            <a:avLst/>
          </a:prstGeom>
        </p:spPr>
      </p:pic>
      <p:sp>
        <p:nvSpPr>
          <p:cNvPr id="6" name="Google Shape;146;p15">
            <a:extLst>
              <a:ext uri="{FF2B5EF4-FFF2-40B4-BE49-F238E27FC236}">
                <a16:creationId xmlns:a16="http://schemas.microsoft.com/office/drawing/2014/main" id="{C09284A1-05B3-8A84-3471-8093BBFEF951}"/>
              </a:ext>
            </a:extLst>
          </p:cNvPr>
          <p:cNvSpPr txBox="1"/>
          <p:nvPr/>
        </p:nvSpPr>
        <p:spPr>
          <a:xfrm>
            <a:off x="476250" y="6315710"/>
            <a:ext cx="4161155" cy="123111"/>
          </a:xfrm>
          <a:prstGeom prst="rect">
            <a:avLst/>
          </a:prstGeom>
          <a:noFill/>
          <a:ln>
            <a:noFill/>
          </a:ln>
        </p:spPr>
        <p:txBody>
          <a:bodyPr spcFirstLastPara="1" wrap="square" lIns="0" tIns="0" rIns="0" bIns="0" anchor="t" anchorCtr="0">
            <a:spAutoFit/>
          </a:bodyPr>
          <a:lstStyle/>
          <a:p>
            <a:r>
              <a:rPr lang="en-US" sz="800" dirty="0" err="1">
                <a:solidFill>
                  <a:srgbClr val="334155"/>
                </a:solidFill>
                <a:latin typeface="Inter SemiBold"/>
                <a:ea typeface="Inter SemiBold"/>
                <a:cs typeface="Inter SemiBold"/>
                <a:sym typeface="Inter SemiBold"/>
              </a:rPr>
              <a:t>ToyJoy</a:t>
            </a:r>
            <a:r>
              <a:rPr lang="en-US" sz="800">
                <a:solidFill>
                  <a:srgbClr val="334155"/>
                </a:solidFill>
                <a:latin typeface="Inter SemiBold"/>
                <a:ea typeface="Inter SemiBold"/>
                <a:cs typeface="Inter SemiBold"/>
                <a:sym typeface="Inter SemiBold"/>
              </a:rPr>
              <a:t> Seasonal Inventory Management &amp; Optimization Analysis</a:t>
            </a:r>
            <a:endParaRPr lang="en-US" sz="800">
              <a:solidFill>
                <a:srgbClr val="334155"/>
              </a:solidFill>
              <a:latin typeface="Inter SemiBold"/>
              <a:ea typeface="Inter SemiBold"/>
              <a:cs typeface="Inter SemiBold"/>
            </a:endParaRPr>
          </a:p>
        </p:txBody>
      </p:sp>
      <p:sp>
        <p:nvSpPr>
          <p:cNvPr id="2" name="TextBox 949">
            <a:extLst>
              <a:ext uri="{FF2B5EF4-FFF2-40B4-BE49-F238E27FC236}">
                <a16:creationId xmlns:a16="http://schemas.microsoft.com/office/drawing/2014/main" id="{D9F008F7-53F8-F55E-CF22-A01826725B43}"/>
              </a:ext>
            </a:extLst>
          </p:cNvPr>
          <p:cNvSpPr txBox="1"/>
          <p:nvPr/>
        </p:nvSpPr>
        <p:spPr>
          <a:xfrm>
            <a:off x="474453" y="5369943"/>
            <a:ext cx="11243095" cy="1156727"/>
          </a:xfrm>
          <a:prstGeom prst="rect">
            <a:avLst/>
          </a:prstGeom>
          <a:solidFill>
            <a:srgbClr val="FDFDFD"/>
          </a:solidFill>
          <a:ln w="57150">
            <a:solidFill>
              <a:srgbClr val="0070C0"/>
            </a:solidFill>
          </a:ln>
        </p:spPr>
        <p:txBody>
          <a:bodyPr rot="0" spcFirstLastPara="0" vert="horz" wrap="square" lIns="91440" tIns="45720" rIns="91440" bIns="45720" numCol="1" spcCol="0" rtlCol="0" fromWordArt="0" anchor="t" anchorCtr="0" forceAA="0" compatLnSpc="1">
            <a:prstTxWarp prst="textNoShape">
              <a:avLst/>
            </a:prstTxWarp>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ts val="1350"/>
              </a:lnSpc>
            </a:pPr>
            <a:endParaRPr lang="en-US" b="1" dirty="0">
              <a:solidFill>
                <a:schemeClr val="accent4"/>
              </a:solidFill>
              <a:latin typeface="Inter Black"/>
              <a:ea typeface="Inter Black"/>
            </a:endParaRPr>
          </a:p>
          <a:p>
            <a:pPr>
              <a:lnSpc>
                <a:spcPct val="124977"/>
              </a:lnSpc>
            </a:pPr>
            <a:r>
              <a:rPr lang="en-US" sz="1600" b="1">
                <a:solidFill>
                  <a:srgbClr val="0F172A"/>
                </a:solidFill>
                <a:latin typeface="Poppins"/>
                <a:cs typeface="Poppins"/>
              </a:rPr>
              <a:t>Key KPIs Tracked:-​ </a:t>
            </a:r>
          </a:p>
          <a:p>
            <a:pPr>
              <a:lnSpc>
                <a:spcPts val="1350"/>
              </a:lnSpc>
            </a:pPr>
            <a:endParaRPr lang="en-US" sz="1600" dirty="0">
              <a:solidFill>
                <a:srgbClr val="444444"/>
              </a:solidFill>
              <a:latin typeface="Calibri"/>
              <a:ea typeface="Inter"/>
            </a:endParaRPr>
          </a:p>
          <a:p>
            <a:pPr>
              <a:lnSpc>
                <a:spcPts val="1350"/>
              </a:lnSpc>
            </a:pPr>
            <a:r>
              <a:rPr lang="en-US" sz="1350" b="1">
                <a:solidFill>
                  <a:srgbClr val="475569"/>
                </a:solidFill>
                <a:latin typeface="Inter"/>
                <a:ea typeface="Inter"/>
              </a:rPr>
              <a:t>Total Revenue  | Excess Inventory Value​ | Inventory Turnover​ | Units Sold​ | Inventory Value​ | Stockout Rate(%)</a:t>
            </a:r>
            <a:endParaRPr lang="en-US" sz="1350" b="1"/>
          </a:p>
          <a:p>
            <a:pPr>
              <a:lnSpc>
                <a:spcPts val="1350"/>
              </a:lnSpc>
            </a:pPr>
            <a:endParaRPr lang="en-US" dirty="0">
              <a:solidFill>
                <a:srgbClr val="475569"/>
              </a:solidFill>
              <a:latin typeface="Inter"/>
              <a:ea typeface="Inte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36"/>
        <p:cNvGrpSpPr/>
        <p:nvPr/>
      </p:nvGrpSpPr>
      <p:grpSpPr>
        <a:xfrm>
          <a:off x="0" y="0"/>
          <a:ext cx="0" cy="0"/>
          <a:chOff x="0" y="0"/>
          <a:chExt cx="0" cy="0"/>
        </a:xfrm>
      </p:grpSpPr>
      <p:pic>
        <p:nvPicPr>
          <p:cNvPr id="138" name="Google Shape;138;p15" descr="image.png"/>
          <p:cNvPicPr preferRelativeResize="0"/>
          <p:nvPr/>
        </p:nvPicPr>
        <p:blipFill rotWithShape="1">
          <a:blip r:embed="rId3">
            <a:alphaModFix/>
          </a:blip>
          <a:srcRect/>
          <a:stretch/>
        </p:blipFill>
        <p:spPr>
          <a:xfrm>
            <a:off x="476250" y="1004887"/>
            <a:ext cx="3632150" cy="1278135"/>
          </a:xfrm>
          <a:prstGeom prst="rect">
            <a:avLst/>
          </a:prstGeom>
          <a:noFill/>
          <a:ln>
            <a:noFill/>
          </a:ln>
        </p:spPr>
      </p:pic>
      <p:pic>
        <p:nvPicPr>
          <p:cNvPr id="139" name="Google Shape;139;p15" descr="image.png"/>
          <p:cNvPicPr preferRelativeResize="0"/>
          <p:nvPr/>
        </p:nvPicPr>
        <p:blipFill rotWithShape="1">
          <a:blip r:embed="rId4">
            <a:alphaModFix/>
          </a:blip>
          <a:srcRect/>
          <a:stretch/>
        </p:blipFill>
        <p:spPr>
          <a:xfrm>
            <a:off x="4279850" y="1004887"/>
            <a:ext cx="3632150" cy="1278135"/>
          </a:xfrm>
          <a:prstGeom prst="rect">
            <a:avLst/>
          </a:prstGeom>
          <a:noFill/>
          <a:ln>
            <a:noFill/>
          </a:ln>
        </p:spPr>
      </p:pic>
      <p:pic>
        <p:nvPicPr>
          <p:cNvPr id="140" name="Google Shape;140;p15" descr="image.png"/>
          <p:cNvPicPr preferRelativeResize="0"/>
          <p:nvPr/>
        </p:nvPicPr>
        <p:blipFill rotWithShape="1">
          <a:blip r:embed="rId5">
            <a:alphaModFix/>
          </a:blip>
          <a:srcRect/>
          <a:stretch/>
        </p:blipFill>
        <p:spPr>
          <a:xfrm>
            <a:off x="8083450" y="1004887"/>
            <a:ext cx="3632299" cy="1278135"/>
          </a:xfrm>
          <a:prstGeom prst="rect">
            <a:avLst/>
          </a:prstGeom>
          <a:noFill/>
          <a:ln>
            <a:noFill/>
          </a:ln>
        </p:spPr>
      </p:pic>
      <p:pic>
        <p:nvPicPr>
          <p:cNvPr id="141" name="Google Shape;141;p15" descr="image.png"/>
          <p:cNvPicPr preferRelativeResize="0"/>
          <p:nvPr/>
        </p:nvPicPr>
        <p:blipFill rotWithShape="1">
          <a:blip r:embed="rId6">
            <a:alphaModFix/>
          </a:blip>
          <a:srcRect/>
          <a:stretch/>
        </p:blipFill>
        <p:spPr>
          <a:xfrm>
            <a:off x="476250" y="2454473"/>
            <a:ext cx="3632150" cy="1278135"/>
          </a:xfrm>
          <a:prstGeom prst="rect">
            <a:avLst/>
          </a:prstGeom>
          <a:noFill/>
          <a:ln>
            <a:noFill/>
          </a:ln>
        </p:spPr>
      </p:pic>
      <p:pic>
        <p:nvPicPr>
          <p:cNvPr id="142" name="Google Shape;142;p15" descr="image.png"/>
          <p:cNvPicPr preferRelativeResize="0"/>
          <p:nvPr/>
        </p:nvPicPr>
        <p:blipFill rotWithShape="1">
          <a:blip r:embed="rId4">
            <a:alphaModFix/>
          </a:blip>
          <a:srcRect/>
          <a:stretch/>
        </p:blipFill>
        <p:spPr>
          <a:xfrm>
            <a:off x="4279850" y="2454473"/>
            <a:ext cx="3632150" cy="1278135"/>
          </a:xfrm>
          <a:prstGeom prst="rect">
            <a:avLst/>
          </a:prstGeom>
          <a:noFill/>
          <a:ln>
            <a:noFill/>
          </a:ln>
        </p:spPr>
      </p:pic>
      <p:pic>
        <p:nvPicPr>
          <p:cNvPr id="143" name="Google Shape;143;p15" descr="image.png"/>
          <p:cNvPicPr preferRelativeResize="0"/>
          <p:nvPr/>
        </p:nvPicPr>
        <p:blipFill rotWithShape="1">
          <a:blip r:embed="rId7">
            <a:alphaModFix/>
          </a:blip>
          <a:srcRect/>
          <a:stretch/>
        </p:blipFill>
        <p:spPr>
          <a:xfrm>
            <a:off x="8083450" y="2454473"/>
            <a:ext cx="3632299" cy="1278135"/>
          </a:xfrm>
          <a:prstGeom prst="rect">
            <a:avLst/>
          </a:prstGeom>
          <a:noFill/>
          <a:ln>
            <a:noFill/>
          </a:ln>
        </p:spPr>
      </p:pic>
      <p:pic>
        <p:nvPicPr>
          <p:cNvPr id="144" name="Google Shape;144;p15" descr="image.png"/>
          <p:cNvPicPr preferRelativeResize="0"/>
          <p:nvPr/>
        </p:nvPicPr>
        <p:blipFill rotWithShape="1">
          <a:blip r:embed="rId8">
            <a:alphaModFix/>
          </a:blip>
          <a:srcRect/>
          <a:stretch/>
        </p:blipFill>
        <p:spPr>
          <a:xfrm>
            <a:off x="246212" y="6253612"/>
            <a:ext cx="11239500" cy="257175"/>
          </a:xfrm>
          <a:prstGeom prst="rect">
            <a:avLst/>
          </a:prstGeom>
          <a:noFill/>
          <a:ln>
            <a:noFill/>
          </a:ln>
        </p:spPr>
      </p:pic>
      <p:sp>
        <p:nvSpPr>
          <p:cNvPr id="146" name="Google Shape;146;p15"/>
          <p:cNvSpPr txBox="1"/>
          <p:nvPr/>
        </p:nvSpPr>
        <p:spPr>
          <a:xfrm>
            <a:off x="476250" y="6315710"/>
            <a:ext cx="4161155" cy="123111"/>
          </a:xfrm>
          <a:prstGeom prst="rect">
            <a:avLst/>
          </a:prstGeom>
          <a:noFill/>
          <a:ln>
            <a:noFill/>
          </a:ln>
        </p:spPr>
        <p:txBody>
          <a:bodyPr spcFirstLastPara="1" wrap="square" lIns="0" tIns="0" rIns="0" bIns="0" anchor="t" anchorCtr="0">
            <a:spAutoFit/>
          </a:bodyPr>
          <a:lstStyle/>
          <a:p>
            <a:r>
              <a:rPr lang="en-US" sz="800" dirty="0" err="1">
                <a:solidFill>
                  <a:srgbClr val="334155"/>
                </a:solidFill>
                <a:latin typeface="Inter SemiBold"/>
                <a:ea typeface="Inter SemiBold"/>
                <a:cs typeface="Inter SemiBold"/>
                <a:sym typeface="Inter SemiBold"/>
              </a:rPr>
              <a:t>ToyJoy</a:t>
            </a:r>
            <a:r>
              <a:rPr lang="en-US" sz="800" dirty="0">
                <a:solidFill>
                  <a:srgbClr val="334155"/>
                </a:solidFill>
                <a:latin typeface="Inter SemiBold"/>
                <a:ea typeface="Inter SemiBold"/>
                <a:cs typeface="Inter SemiBold"/>
                <a:sym typeface="Inter SemiBold"/>
              </a:rPr>
              <a:t> Seasonal Inventory Management &amp; Optimization Analysis</a:t>
            </a:r>
            <a:endParaRPr lang="en-US" sz="800" dirty="0">
              <a:solidFill>
                <a:srgbClr val="334155"/>
              </a:solidFill>
              <a:latin typeface="Inter SemiBold"/>
              <a:ea typeface="Inter SemiBold"/>
              <a:cs typeface="Inter SemiBold"/>
            </a:endParaRPr>
          </a:p>
        </p:txBody>
      </p:sp>
      <p:sp>
        <p:nvSpPr>
          <p:cNvPr id="147" name="Google Shape;147;p15"/>
          <p:cNvSpPr txBox="1"/>
          <p:nvPr/>
        </p:nvSpPr>
        <p:spPr>
          <a:xfrm>
            <a:off x="10876112" y="6377437"/>
            <a:ext cx="609600" cy="123111"/>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800" b="0" i="0" u="none" strike="noStrike" cap="none">
                <a:solidFill>
                  <a:srgbClr val="64748B"/>
                </a:solidFill>
                <a:latin typeface="Inter"/>
                <a:ea typeface="Inter"/>
                <a:cs typeface="Inter"/>
                <a:sym typeface="Inter"/>
              </a:rPr>
              <a:t>Slide 3 of </a:t>
            </a:r>
            <a:r>
              <a:rPr lang="en-US" sz="800">
                <a:solidFill>
                  <a:srgbClr val="64748B"/>
                </a:solidFill>
                <a:latin typeface="Inter"/>
                <a:ea typeface="Inter"/>
                <a:cs typeface="Inter"/>
                <a:sym typeface="Inter"/>
              </a:rPr>
              <a:t>11</a:t>
            </a:r>
            <a:endParaRPr/>
          </a:p>
        </p:txBody>
      </p:sp>
      <p:sp>
        <p:nvSpPr>
          <p:cNvPr id="150" name="Google Shape;150;p15"/>
          <p:cNvSpPr txBox="1"/>
          <p:nvPr/>
        </p:nvSpPr>
        <p:spPr>
          <a:xfrm>
            <a:off x="695325" y="1204912"/>
            <a:ext cx="3194000" cy="1524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1200" b="0" i="0" u="none" strike="noStrike" cap="none">
                <a:solidFill>
                  <a:srgbClr val="64748B"/>
                </a:solidFill>
                <a:latin typeface="Inter SemiBold"/>
                <a:ea typeface="Inter SemiBold"/>
                <a:cs typeface="Inter SemiBold"/>
                <a:sym typeface="Inter SemiBold"/>
              </a:rPr>
              <a:t>Total Revenue</a:t>
            </a:r>
            <a:endParaRPr/>
          </a:p>
        </p:txBody>
      </p:sp>
      <p:sp>
        <p:nvSpPr>
          <p:cNvPr id="151" name="Google Shape;151;p15"/>
          <p:cNvSpPr txBox="1"/>
          <p:nvPr/>
        </p:nvSpPr>
        <p:spPr>
          <a:xfrm>
            <a:off x="695325" y="1452562"/>
            <a:ext cx="3194000" cy="335160"/>
          </a:xfrm>
          <a:prstGeom prst="rect">
            <a:avLst/>
          </a:prstGeom>
          <a:noFill/>
          <a:ln>
            <a:noFill/>
          </a:ln>
        </p:spPr>
        <p:txBody>
          <a:bodyPr spcFirstLastPara="1" wrap="square" lIns="0" tIns="0" rIns="0" bIns="0" anchor="t" anchorCtr="0">
            <a:spAutoFit/>
          </a:bodyPr>
          <a:lstStyle/>
          <a:p>
            <a:pPr marL="0" marR="0" lvl="0" indent="0" algn="l" rtl="0">
              <a:lnSpc>
                <a:spcPct val="110000"/>
              </a:lnSpc>
              <a:spcBef>
                <a:spcPts val="0"/>
              </a:spcBef>
              <a:spcAft>
                <a:spcPts val="0"/>
              </a:spcAft>
              <a:buNone/>
            </a:pPr>
            <a:r>
              <a:rPr lang="en-US" sz="2400" b="1" i="0" u="none" strike="noStrike" cap="none">
                <a:solidFill>
                  <a:srgbClr val="0F172A"/>
                </a:solidFill>
                <a:latin typeface="Poppins"/>
                <a:ea typeface="Poppins"/>
                <a:cs typeface="Poppins"/>
                <a:sym typeface="Poppins"/>
              </a:rPr>
              <a:t>₹32.13M</a:t>
            </a:r>
            <a:endParaRPr/>
          </a:p>
        </p:txBody>
      </p:sp>
      <p:sp>
        <p:nvSpPr>
          <p:cNvPr id="152" name="Google Shape;152;p15"/>
          <p:cNvSpPr txBox="1"/>
          <p:nvPr/>
        </p:nvSpPr>
        <p:spPr>
          <a:xfrm>
            <a:off x="928059" y="1918588"/>
            <a:ext cx="2098625" cy="138499"/>
          </a:xfrm>
          <a:prstGeom prst="rect">
            <a:avLst/>
          </a:prstGeom>
          <a:noFill/>
          <a:ln>
            <a:noFill/>
          </a:ln>
        </p:spPr>
        <p:txBody>
          <a:bodyPr spcFirstLastPara="1" wrap="square" lIns="0" tIns="0" rIns="0" bIns="0" anchor="ctr" anchorCtr="0">
            <a:spAutoFit/>
          </a:bodyPr>
          <a:lstStyle/>
          <a:p>
            <a:r>
              <a:rPr lang="en-US" sz="900">
                <a:solidFill>
                  <a:srgbClr val="64748B"/>
                </a:solidFill>
                <a:latin typeface="Inter"/>
                <a:ea typeface="Inter"/>
                <a:cs typeface="Inter"/>
                <a:sym typeface="Inter"/>
              </a:rPr>
              <a:t>₹32,132,799 Total</a:t>
            </a:r>
            <a:r>
              <a:rPr lang="en-US" sz="900" b="0" i="0" u="none" strike="noStrike" cap="none">
                <a:solidFill>
                  <a:srgbClr val="64748B"/>
                </a:solidFill>
                <a:latin typeface="Inter"/>
                <a:ea typeface="Inter"/>
                <a:cs typeface="Inter"/>
                <a:sym typeface="Inter"/>
              </a:rPr>
              <a:t> sales across 3 years</a:t>
            </a:r>
            <a:endParaRPr/>
          </a:p>
        </p:txBody>
      </p:sp>
      <p:sp>
        <p:nvSpPr>
          <p:cNvPr id="153" name="Google Shape;153;p15"/>
          <p:cNvSpPr txBox="1"/>
          <p:nvPr/>
        </p:nvSpPr>
        <p:spPr>
          <a:xfrm>
            <a:off x="4498925" y="1204912"/>
            <a:ext cx="3194000" cy="1524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1200" b="0" i="0" u="none" strike="noStrike" cap="none">
                <a:solidFill>
                  <a:srgbClr val="64748B"/>
                </a:solidFill>
                <a:latin typeface="Inter SemiBold"/>
                <a:ea typeface="Inter SemiBold"/>
                <a:cs typeface="Inter SemiBold"/>
                <a:sym typeface="Inter SemiBold"/>
              </a:rPr>
              <a:t>Excess Inventory Value</a:t>
            </a:r>
            <a:endParaRPr/>
          </a:p>
        </p:txBody>
      </p:sp>
      <p:sp>
        <p:nvSpPr>
          <p:cNvPr id="154" name="Google Shape;154;p15"/>
          <p:cNvSpPr txBox="1"/>
          <p:nvPr/>
        </p:nvSpPr>
        <p:spPr>
          <a:xfrm>
            <a:off x="4498925" y="1452562"/>
            <a:ext cx="3194000" cy="335160"/>
          </a:xfrm>
          <a:prstGeom prst="rect">
            <a:avLst/>
          </a:prstGeom>
          <a:noFill/>
          <a:ln>
            <a:noFill/>
          </a:ln>
        </p:spPr>
        <p:txBody>
          <a:bodyPr spcFirstLastPara="1" wrap="square" lIns="0" tIns="0" rIns="0" bIns="0" anchor="t" anchorCtr="0">
            <a:spAutoFit/>
          </a:bodyPr>
          <a:lstStyle/>
          <a:p>
            <a:pPr marL="0" marR="0" lvl="0" indent="0" algn="l" rtl="0">
              <a:lnSpc>
                <a:spcPct val="110000"/>
              </a:lnSpc>
              <a:spcBef>
                <a:spcPts val="0"/>
              </a:spcBef>
              <a:spcAft>
                <a:spcPts val="0"/>
              </a:spcAft>
              <a:buNone/>
            </a:pPr>
            <a:r>
              <a:rPr lang="en-US" sz="2400" b="1" i="0" u="none" strike="noStrike" cap="none">
                <a:solidFill>
                  <a:srgbClr val="B45309"/>
                </a:solidFill>
                <a:latin typeface="Poppins"/>
                <a:ea typeface="Poppins"/>
                <a:cs typeface="Poppins"/>
                <a:sym typeface="Poppins"/>
              </a:rPr>
              <a:t>₹207.70M</a:t>
            </a:r>
            <a:endParaRPr/>
          </a:p>
        </p:txBody>
      </p:sp>
      <p:sp>
        <p:nvSpPr>
          <p:cNvPr id="155" name="Google Shape;155;p15"/>
          <p:cNvSpPr txBox="1"/>
          <p:nvPr/>
        </p:nvSpPr>
        <p:spPr>
          <a:xfrm>
            <a:off x="4498925" y="1863923"/>
            <a:ext cx="3194000" cy="219075"/>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900" b="0" i="0" u="none" strike="noStrike" cap="none">
                <a:solidFill>
                  <a:srgbClr val="64748B"/>
                </a:solidFill>
                <a:latin typeface="Inter"/>
                <a:ea typeface="Inter"/>
                <a:cs typeface="Inter"/>
                <a:sym typeface="Inter"/>
              </a:rPr>
              <a:t>Overstock threshold &gt;2x sales</a:t>
            </a:r>
            <a:endParaRPr/>
          </a:p>
        </p:txBody>
      </p:sp>
      <p:sp>
        <p:nvSpPr>
          <p:cNvPr id="156" name="Google Shape;156;p15"/>
          <p:cNvSpPr txBox="1"/>
          <p:nvPr/>
        </p:nvSpPr>
        <p:spPr>
          <a:xfrm>
            <a:off x="8302525" y="1204912"/>
            <a:ext cx="3194149" cy="1524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1200" b="0" i="0" u="none" strike="noStrike" cap="none">
                <a:solidFill>
                  <a:srgbClr val="64748B"/>
                </a:solidFill>
                <a:latin typeface="Inter SemiBold"/>
                <a:ea typeface="Inter SemiBold"/>
                <a:cs typeface="Inter SemiBold"/>
                <a:sym typeface="Inter SemiBold"/>
              </a:rPr>
              <a:t>Avg Inventory Turnover</a:t>
            </a:r>
            <a:endParaRPr/>
          </a:p>
        </p:txBody>
      </p:sp>
      <p:sp>
        <p:nvSpPr>
          <p:cNvPr id="157" name="Google Shape;157;p15"/>
          <p:cNvSpPr txBox="1"/>
          <p:nvPr/>
        </p:nvSpPr>
        <p:spPr>
          <a:xfrm>
            <a:off x="8302525" y="1452562"/>
            <a:ext cx="3194149" cy="335160"/>
          </a:xfrm>
          <a:prstGeom prst="rect">
            <a:avLst/>
          </a:prstGeom>
          <a:noFill/>
          <a:ln>
            <a:noFill/>
          </a:ln>
        </p:spPr>
        <p:txBody>
          <a:bodyPr spcFirstLastPara="1" wrap="square" lIns="0" tIns="0" rIns="0" bIns="0" anchor="t" anchorCtr="0">
            <a:spAutoFit/>
          </a:bodyPr>
          <a:lstStyle/>
          <a:p>
            <a:pPr marL="0" marR="0" lvl="0" indent="0" algn="l" rtl="0">
              <a:lnSpc>
                <a:spcPct val="110000"/>
              </a:lnSpc>
              <a:spcBef>
                <a:spcPts val="0"/>
              </a:spcBef>
              <a:spcAft>
                <a:spcPts val="0"/>
              </a:spcAft>
              <a:buNone/>
            </a:pPr>
            <a:r>
              <a:rPr lang="en-US" sz="2400" b="1" i="0" u="none" strike="noStrike" cap="none">
                <a:solidFill>
                  <a:srgbClr val="0F172A"/>
                </a:solidFill>
                <a:latin typeface="Poppins"/>
                <a:ea typeface="Poppins"/>
                <a:cs typeface="Poppins"/>
                <a:sym typeface="Poppins"/>
              </a:rPr>
              <a:t>48.50</a:t>
            </a:r>
            <a:endParaRPr/>
          </a:p>
        </p:txBody>
      </p:sp>
      <p:sp>
        <p:nvSpPr>
          <p:cNvPr id="158" name="Google Shape;158;p15"/>
          <p:cNvSpPr txBox="1"/>
          <p:nvPr/>
        </p:nvSpPr>
        <p:spPr>
          <a:xfrm>
            <a:off x="8302525" y="1863923"/>
            <a:ext cx="3194149" cy="138499"/>
          </a:xfrm>
          <a:prstGeom prst="rect">
            <a:avLst/>
          </a:prstGeom>
          <a:noFill/>
          <a:ln>
            <a:noFill/>
          </a:ln>
        </p:spPr>
        <p:txBody>
          <a:bodyPr spcFirstLastPara="1" wrap="square" lIns="0" tIns="0" rIns="0" bIns="0" anchor="ctr" anchorCtr="0">
            <a:spAutoFit/>
          </a:bodyPr>
          <a:lstStyle/>
          <a:p>
            <a:r>
              <a:rPr lang="en-US" sz="900">
                <a:solidFill>
                  <a:srgbClr val="64748B"/>
                </a:solidFill>
                <a:latin typeface="Inter"/>
                <a:ea typeface="Inter"/>
                <a:sym typeface="Inter"/>
              </a:rPr>
              <a:t>Units Sold ÷ Average Inventory</a:t>
            </a:r>
            <a:endParaRPr lang="en-US"/>
          </a:p>
        </p:txBody>
      </p:sp>
      <p:sp>
        <p:nvSpPr>
          <p:cNvPr id="159" name="Google Shape;159;p15"/>
          <p:cNvSpPr txBox="1"/>
          <p:nvPr/>
        </p:nvSpPr>
        <p:spPr>
          <a:xfrm>
            <a:off x="695325" y="2654498"/>
            <a:ext cx="3194000" cy="1524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1200" b="0" i="0" u="none" strike="noStrike" cap="none">
                <a:solidFill>
                  <a:srgbClr val="64748B"/>
                </a:solidFill>
                <a:latin typeface="Inter SemiBold"/>
                <a:ea typeface="Inter SemiBold"/>
                <a:cs typeface="Inter SemiBold"/>
                <a:sym typeface="Inter SemiBold"/>
              </a:rPr>
              <a:t>Total Units Sold</a:t>
            </a:r>
            <a:endParaRPr/>
          </a:p>
        </p:txBody>
      </p:sp>
      <p:sp>
        <p:nvSpPr>
          <p:cNvPr id="160" name="Google Shape;160;p15"/>
          <p:cNvSpPr txBox="1"/>
          <p:nvPr/>
        </p:nvSpPr>
        <p:spPr>
          <a:xfrm>
            <a:off x="695325" y="2902148"/>
            <a:ext cx="3194000" cy="335160"/>
          </a:xfrm>
          <a:prstGeom prst="rect">
            <a:avLst/>
          </a:prstGeom>
          <a:noFill/>
          <a:ln>
            <a:noFill/>
          </a:ln>
        </p:spPr>
        <p:txBody>
          <a:bodyPr spcFirstLastPara="1" wrap="square" lIns="0" tIns="0" rIns="0" bIns="0" anchor="t" anchorCtr="0">
            <a:spAutoFit/>
          </a:bodyPr>
          <a:lstStyle/>
          <a:p>
            <a:pPr marL="0" marR="0" lvl="0" indent="0" algn="l" rtl="0">
              <a:lnSpc>
                <a:spcPct val="110000"/>
              </a:lnSpc>
              <a:spcBef>
                <a:spcPts val="0"/>
              </a:spcBef>
              <a:spcAft>
                <a:spcPts val="0"/>
              </a:spcAft>
              <a:buNone/>
            </a:pPr>
            <a:r>
              <a:rPr lang="en-US" sz="2400" b="1" i="0" u="none" strike="noStrike" cap="none">
                <a:solidFill>
                  <a:srgbClr val="0F172A"/>
                </a:solidFill>
                <a:latin typeface="Poppins"/>
                <a:ea typeface="Poppins"/>
                <a:cs typeface="Poppins"/>
                <a:sym typeface="Poppins"/>
              </a:rPr>
              <a:t>53,601</a:t>
            </a:r>
            <a:endParaRPr/>
          </a:p>
        </p:txBody>
      </p:sp>
      <p:sp>
        <p:nvSpPr>
          <p:cNvPr id="161" name="Google Shape;161;p15"/>
          <p:cNvSpPr txBox="1"/>
          <p:nvPr/>
        </p:nvSpPr>
        <p:spPr>
          <a:xfrm>
            <a:off x="695325" y="3313509"/>
            <a:ext cx="3194000" cy="219075"/>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900" b="0" i="0" u="none" strike="noStrike" cap="none">
                <a:solidFill>
                  <a:srgbClr val="64748B"/>
                </a:solidFill>
                <a:latin typeface="Inter"/>
                <a:ea typeface="Inter"/>
                <a:cs typeface="Inter"/>
                <a:sym typeface="Inter"/>
              </a:rPr>
              <a:t>100% data audit completed</a:t>
            </a:r>
            <a:endParaRPr/>
          </a:p>
        </p:txBody>
      </p:sp>
      <p:sp>
        <p:nvSpPr>
          <p:cNvPr id="162" name="Google Shape;162;p15"/>
          <p:cNvSpPr txBox="1"/>
          <p:nvPr/>
        </p:nvSpPr>
        <p:spPr>
          <a:xfrm>
            <a:off x="4498925" y="2654498"/>
            <a:ext cx="3194000" cy="1524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1200" b="0" i="0" u="none" strike="noStrike" cap="none">
                <a:solidFill>
                  <a:srgbClr val="64748B"/>
                </a:solidFill>
                <a:latin typeface="Inter SemiBold"/>
                <a:ea typeface="Inter SemiBold"/>
                <a:cs typeface="Inter SemiBold"/>
                <a:sym typeface="Inter SemiBold"/>
              </a:rPr>
              <a:t>Avg Inventory Value</a:t>
            </a:r>
            <a:endParaRPr/>
          </a:p>
        </p:txBody>
      </p:sp>
      <p:sp>
        <p:nvSpPr>
          <p:cNvPr id="163" name="Google Shape;163;p15"/>
          <p:cNvSpPr txBox="1"/>
          <p:nvPr/>
        </p:nvSpPr>
        <p:spPr>
          <a:xfrm>
            <a:off x="4498925" y="2902148"/>
            <a:ext cx="3194000" cy="335160"/>
          </a:xfrm>
          <a:prstGeom prst="rect">
            <a:avLst/>
          </a:prstGeom>
          <a:noFill/>
          <a:ln>
            <a:noFill/>
          </a:ln>
        </p:spPr>
        <p:txBody>
          <a:bodyPr spcFirstLastPara="1" wrap="square" lIns="0" tIns="0" rIns="0" bIns="0" anchor="t" anchorCtr="0">
            <a:spAutoFit/>
          </a:bodyPr>
          <a:lstStyle/>
          <a:p>
            <a:pPr marL="0" marR="0" lvl="0" indent="0" algn="l" rtl="0">
              <a:lnSpc>
                <a:spcPct val="110000"/>
              </a:lnSpc>
              <a:spcBef>
                <a:spcPts val="0"/>
              </a:spcBef>
              <a:spcAft>
                <a:spcPts val="0"/>
              </a:spcAft>
              <a:buNone/>
            </a:pPr>
            <a:r>
              <a:rPr lang="en-US" sz="2400" b="1" i="0" u="none" strike="noStrike" cap="none">
                <a:solidFill>
                  <a:srgbClr val="0F172A"/>
                </a:solidFill>
                <a:latin typeface="Poppins"/>
                <a:ea typeface="Poppins"/>
                <a:cs typeface="Poppins"/>
                <a:sym typeface="Poppins"/>
              </a:rPr>
              <a:t>₹39.42K</a:t>
            </a:r>
            <a:endParaRPr/>
          </a:p>
        </p:txBody>
      </p:sp>
      <p:sp>
        <p:nvSpPr>
          <p:cNvPr id="164" name="Google Shape;164;p15"/>
          <p:cNvSpPr txBox="1"/>
          <p:nvPr/>
        </p:nvSpPr>
        <p:spPr>
          <a:xfrm>
            <a:off x="4498925" y="3313509"/>
            <a:ext cx="3194000" cy="138499"/>
          </a:xfrm>
          <a:prstGeom prst="rect">
            <a:avLst/>
          </a:prstGeom>
          <a:noFill/>
          <a:ln>
            <a:noFill/>
          </a:ln>
        </p:spPr>
        <p:txBody>
          <a:bodyPr spcFirstLastPara="1" wrap="square" lIns="0" tIns="0" rIns="0" bIns="0" anchor="ctr" anchorCtr="0">
            <a:spAutoFit/>
          </a:bodyPr>
          <a:lstStyle/>
          <a:p>
            <a:r>
              <a:rPr lang="en-US" sz="900">
                <a:solidFill>
                  <a:srgbClr val="64748B"/>
                </a:solidFill>
                <a:latin typeface="Inter"/>
                <a:ea typeface="Inter"/>
                <a:sym typeface="Inter"/>
              </a:rPr>
              <a:t>Average inventory investment</a:t>
            </a:r>
            <a:endParaRPr lang="en-US"/>
          </a:p>
        </p:txBody>
      </p:sp>
      <p:sp>
        <p:nvSpPr>
          <p:cNvPr id="165" name="Google Shape;165;p15"/>
          <p:cNvSpPr txBox="1"/>
          <p:nvPr/>
        </p:nvSpPr>
        <p:spPr>
          <a:xfrm>
            <a:off x="8302525" y="2654498"/>
            <a:ext cx="3194149" cy="142875"/>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1200" b="0" i="0" u="none" strike="noStrike" cap="none">
                <a:solidFill>
                  <a:srgbClr val="64748B"/>
                </a:solidFill>
                <a:latin typeface="Inter SemiBold"/>
                <a:ea typeface="Inter SemiBold"/>
                <a:cs typeface="Inter SemiBold"/>
                <a:sym typeface="Inter SemiBold"/>
              </a:rPr>
              <a:t>Stockout Rate</a:t>
            </a:r>
            <a:endParaRPr/>
          </a:p>
        </p:txBody>
      </p:sp>
      <p:sp>
        <p:nvSpPr>
          <p:cNvPr id="166" name="Google Shape;166;p15"/>
          <p:cNvSpPr txBox="1"/>
          <p:nvPr/>
        </p:nvSpPr>
        <p:spPr>
          <a:xfrm>
            <a:off x="8302525" y="2897385"/>
            <a:ext cx="3194149" cy="335160"/>
          </a:xfrm>
          <a:prstGeom prst="rect">
            <a:avLst/>
          </a:prstGeom>
          <a:noFill/>
          <a:ln>
            <a:noFill/>
          </a:ln>
        </p:spPr>
        <p:txBody>
          <a:bodyPr spcFirstLastPara="1" wrap="square" lIns="0" tIns="0" rIns="0" bIns="0" anchor="t" anchorCtr="0">
            <a:spAutoFit/>
          </a:bodyPr>
          <a:lstStyle/>
          <a:p>
            <a:pPr marL="0" marR="0" lvl="0" indent="0" algn="l" rtl="0">
              <a:lnSpc>
                <a:spcPct val="110000"/>
              </a:lnSpc>
              <a:spcBef>
                <a:spcPts val="0"/>
              </a:spcBef>
              <a:spcAft>
                <a:spcPts val="0"/>
              </a:spcAft>
              <a:buNone/>
            </a:pPr>
            <a:r>
              <a:rPr lang="en-US" sz="2400" b="1" i="0" u="none" strike="noStrike" cap="none">
                <a:solidFill>
                  <a:srgbClr val="15803D"/>
                </a:solidFill>
                <a:latin typeface="Poppins"/>
                <a:ea typeface="Poppins"/>
                <a:cs typeface="Poppins"/>
                <a:sym typeface="Poppins"/>
              </a:rPr>
              <a:t>0.17%</a:t>
            </a:r>
            <a:endParaRPr/>
          </a:p>
        </p:txBody>
      </p:sp>
      <p:sp>
        <p:nvSpPr>
          <p:cNvPr id="167" name="Google Shape;167;p15"/>
          <p:cNvSpPr txBox="1"/>
          <p:nvPr/>
        </p:nvSpPr>
        <p:spPr>
          <a:xfrm>
            <a:off x="8302525" y="3313509"/>
            <a:ext cx="3194149" cy="219075"/>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900" b="0" i="0" u="none" strike="noStrike" cap="none">
                <a:solidFill>
                  <a:srgbClr val="64748B"/>
                </a:solidFill>
                <a:latin typeface="Inter"/>
                <a:ea typeface="Inter"/>
                <a:cs typeface="Inter"/>
                <a:sym typeface="Inter"/>
              </a:rPr>
              <a:t>Low systemic stockout risk</a:t>
            </a:r>
            <a:endParaRPr/>
          </a:p>
        </p:txBody>
      </p:sp>
      <p:pic>
        <p:nvPicPr>
          <p:cNvPr id="168" name="Google Shape;168;p15" descr="image.png"/>
          <p:cNvPicPr preferRelativeResize="0"/>
          <p:nvPr/>
        </p:nvPicPr>
        <p:blipFill rotWithShape="1">
          <a:blip r:embed="rId9">
            <a:alphaModFix/>
          </a:blip>
          <a:srcRect/>
          <a:stretch/>
        </p:blipFill>
        <p:spPr>
          <a:xfrm>
            <a:off x="3794075" y="1204912"/>
            <a:ext cx="95250" cy="152400"/>
          </a:xfrm>
          <a:prstGeom prst="rect">
            <a:avLst/>
          </a:prstGeom>
          <a:noFill/>
          <a:ln>
            <a:noFill/>
          </a:ln>
        </p:spPr>
      </p:pic>
      <p:pic>
        <p:nvPicPr>
          <p:cNvPr id="170" name="Google Shape;170;p15" descr="image.png"/>
          <p:cNvPicPr preferRelativeResize="0"/>
          <p:nvPr/>
        </p:nvPicPr>
        <p:blipFill rotWithShape="1">
          <a:blip r:embed="rId10">
            <a:alphaModFix/>
          </a:blip>
          <a:srcRect/>
          <a:stretch/>
        </p:blipFill>
        <p:spPr>
          <a:xfrm>
            <a:off x="7540525" y="1204912"/>
            <a:ext cx="152400" cy="152400"/>
          </a:xfrm>
          <a:prstGeom prst="rect">
            <a:avLst/>
          </a:prstGeom>
          <a:noFill/>
          <a:ln>
            <a:noFill/>
          </a:ln>
        </p:spPr>
      </p:pic>
      <p:pic>
        <p:nvPicPr>
          <p:cNvPr id="171" name="Google Shape;171;p15" descr="image.png"/>
          <p:cNvPicPr preferRelativeResize="0"/>
          <p:nvPr/>
        </p:nvPicPr>
        <p:blipFill rotWithShape="1">
          <a:blip r:embed="rId11">
            <a:alphaModFix/>
          </a:blip>
          <a:srcRect/>
          <a:stretch/>
        </p:blipFill>
        <p:spPr>
          <a:xfrm>
            <a:off x="11344275" y="1204912"/>
            <a:ext cx="152400" cy="152400"/>
          </a:xfrm>
          <a:prstGeom prst="rect">
            <a:avLst/>
          </a:prstGeom>
          <a:noFill/>
          <a:ln>
            <a:noFill/>
          </a:ln>
        </p:spPr>
      </p:pic>
      <p:pic>
        <p:nvPicPr>
          <p:cNvPr id="172" name="Google Shape;172;p15" descr="image.png"/>
          <p:cNvPicPr preferRelativeResize="0"/>
          <p:nvPr/>
        </p:nvPicPr>
        <p:blipFill rotWithShape="1">
          <a:blip r:embed="rId12">
            <a:alphaModFix/>
          </a:blip>
          <a:srcRect/>
          <a:stretch/>
        </p:blipFill>
        <p:spPr>
          <a:xfrm>
            <a:off x="3717875" y="2654498"/>
            <a:ext cx="171450" cy="152400"/>
          </a:xfrm>
          <a:prstGeom prst="rect">
            <a:avLst/>
          </a:prstGeom>
          <a:noFill/>
          <a:ln>
            <a:noFill/>
          </a:ln>
        </p:spPr>
      </p:pic>
      <p:pic>
        <p:nvPicPr>
          <p:cNvPr id="173" name="Google Shape;173;p15" descr="image.png"/>
          <p:cNvPicPr preferRelativeResize="0"/>
          <p:nvPr/>
        </p:nvPicPr>
        <p:blipFill rotWithShape="1">
          <a:blip r:embed="rId13">
            <a:alphaModFix/>
          </a:blip>
          <a:srcRect/>
          <a:stretch/>
        </p:blipFill>
        <p:spPr>
          <a:xfrm>
            <a:off x="7502425" y="2654498"/>
            <a:ext cx="190500" cy="152400"/>
          </a:xfrm>
          <a:prstGeom prst="rect">
            <a:avLst/>
          </a:prstGeom>
          <a:noFill/>
          <a:ln>
            <a:noFill/>
          </a:ln>
        </p:spPr>
      </p:pic>
      <p:pic>
        <p:nvPicPr>
          <p:cNvPr id="174" name="Google Shape;174;p15" descr="image.png"/>
          <p:cNvPicPr preferRelativeResize="0"/>
          <p:nvPr/>
        </p:nvPicPr>
        <p:blipFill rotWithShape="1">
          <a:blip r:embed="rId14">
            <a:alphaModFix/>
          </a:blip>
          <a:srcRect/>
          <a:stretch/>
        </p:blipFill>
        <p:spPr>
          <a:xfrm>
            <a:off x="733066" y="1916310"/>
            <a:ext cx="104775" cy="114300"/>
          </a:xfrm>
          <a:prstGeom prst="rect">
            <a:avLst/>
          </a:prstGeom>
          <a:noFill/>
          <a:ln>
            <a:noFill/>
          </a:ln>
        </p:spPr>
      </p:pic>
      <p:sp>
        <p:nvSpPr>
          <p:cNvPr id="175" name="Google Shape;175;p15"/>
          <p:cNvSpPr txBox="1"/>
          <p:nvPr/>
        </p:nvSpPr>
        <p:spPr>
          <a:xfrm>
            <a:off x="476250" y="419100"/>
            <a:ext cx="11715750" cy="357187"/>
          </a:xfrm>
          <a:prstGeom prst="rect">
            <a:avLst/>
          </a:prstGeom>
          <a:noFill/>
          <a:ln>
            <a:noFill/>
          </a:ln>
        </p:spPr>
        <p:txBody>
          <a:bodyPr spcFirstLastPara="1" wrap="square" lIns="0" tIns="0" rIns="0" bIns="0" anchor="ctr" anchorCtr="0">
            <a:spAutoFit/>
          </a:bodyPr>
          <a:lstStyle/>
          <a:p>
            <a:pPr marL="0" marR="0" lvl="0" indent="0" algn="l" rtl="0">
              <a:lnSpc>
                <a:spcPct val="124977"/>
              </a:lnSpc>
              <a:spcBef>
                <a:spcPts val="0"/>
              </a:spcBef>
              <a:spcAft>
                <a:spcPts val="0"/>
              </a:spcAft>
              <a:buNone/>
            </a:pPr>
            <a:r>
              <a:rPr lang="en-US" sz="2250" b="1" i="0" u="none" strike="noStrike" cap="none">
                <a:solidFill>
                  <a:srgbClr val="0F172A"/>
                </a:solidFill>
                <a:latin typeface="Poppins"/>
                <a:ea typeface="Poppins"/>
                <a:cs typeface="Poppins"/>
                <a:sym typeface="Poppins"/>
              </a:rPr>
              <a:t>Executive Performance Dashboard</a:t>
            </a:r>
            <a:endParaRPr/>
          </a:p>
        </p:txBody>
      </p:sp>
      <p:sp>
        <p:nvSpPr>
          <p:cNvPr id="2" name="Rectangle: Rounded Corners 1">
            <a:extLst>
              <a:ext uri="{FF2B5EF4-FFF2-40B4-BE49-F238E27FC236}">
                <a16:creationId xmlns:a16="http://schemas.microsoft.com/office/drawing/2014/main" id="{64B0FA88-EB2C-2307-AD80-627928C282AA}"/>
              </a:ext>
            </a:extLst>
          </p:cNvPr>
          <p:cNvSpPr/>
          <p:nvPr/>
        </p:nvSpPr>
        <p:spPr>
          <a:xfrm>
            <a:off x="384518" y="4776646"/>
            <a:ext cx="1686432" cy="697456"/>
          </a:xfrm>
          <a:prstGeom prst="roundRect">
            <a:avLst/>
          </a:prstGeom>
          <a:solidFill>
            <a:srgbClr val="FDFDFD"/>
          </a:solidFill>
          <a:ln>
            <a:solidFill>
              <a:srgbClr val="2F527E"/>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nSpc>
                <a:spcPct val="124977"/>
              </a:lnSpc>
            </a:pPr>
            <a:r>
              <a:rPr lang="en-US" b="1">
                <a:solidFill>
                  <a:srgbClr val="0F172A"/>
                </a:solidFill>
                <a:latin typeface="Poppins"/>
                <a:cs typeface="Poppins"/>
              </a:rPr>
              <a:t>Analysis Flow:-</a:t>
            </a:r>
          </a:p>
        </p:txBody>
      </p:sp>
      <p:graphicFrame>
        <p:nvGraphicFramePr>
          <p:cNvPr id="3" name="Diagram 2">
            <a:extLst>
              <a:ext uri="{FF2B5EF4-FFF2-40B4-BE49-F238E27FC236}">
                <a16:creationId xmlns:a16="http://schemas.microsoft.com/office/drawing/2014/main" id="{848E512B-D7E7-1C12-C685-120AFF7F6C92}"/>
              </a:ext>
            </a:extLst>
          </p:cNvPr>
          <p:cNvGraphicFramePr/>
          <p:nvPr>
            <p:extLst>
              <p:ext uri="{D42A27DB-BD31-4B8C-83A1-F6EECF244321}">
                <p14:modId xmlns:p14="http://schemas.microsoft.com/office/powerpoint/2010/main" val="3026929340"/>
              </p:ext>
            </p:extLst>
          </p:nvPr>
        </p:nvGraphicFramePr>
        <p:xfrm>
          <a:off x="2185358" y="2649748"/>
          <a:ext cx="9776602" cy="4937184"/>
        </p:xfrm>
        <a:graphic>
          <a:graphicData uri="http://schemas.openxmlformats.org/drawingml/2006/diagram">
            <dgm:relIds xmlns:dgm="http://schemas.openxmlformats.org/drawingml/2006/diagram" xmlns:r="http://schemas.openxmlformats.org/officeDocument/2006/relationships" r:dm="rId15" r:lo="rId16" r:qs="rId17" r:cs="rId18"/>
          </a:graphicData>
        </a:graphic>
      </p:graphicFrame>
      <p:pic>
        <p:nvPicPr>
          <p:cNvPr id="692" name="Picture 691" descr="image.png">
            <a:extLst>
              <a:ext uri="{FF2B5EF4-FFF2-40B4-BE49-F238E27FC236}">
                <a16:creationId xmlns:a16="http://schemas.microsoft.com/office/drawing/2014/main" id="{AFD6A865-FF71-DE8E-FEA4-5BB7D9DBAA30}"/>
              </a:ext>
            </a:extLst>
          </p:cNvPr>
          <p:cNvPicPr>
            <a:picLocks noChangeAspect="1"/>
          </p:cNvPicPr>
          <p:nvPr/>
        </p:nvPicPr>
        <p:blipFill>
          <a:blip r:embed="rId20"/>
          <a:srcRect r="-16666"/>
          <a:stretch>
            <a:fillRect/>
          </a:stretch>
        </p:blipFill>
        <p:spPr>
          <a:xfrm>
            <a:off x="11296111" y="2643368"/>
            <a:ext cx="111124" cy="104775"/>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79"/>
        <p:cNvGrpSpPr/>
        <p:nvPr/>
      </p:nvGrpSpPr>
      <p:grpSpPr>
        <a:xfrm>
          <a:off x="0" y="0"/>
          <a:ext cx="0" cy="0"/>
          <a:chOff x="0" y="0"/>
          <a:chExt cx="0" cy="0"/>
        </a:xfrm>
      </p:grpSpPr>
      <p:sp>
        <p:nvSpPr>
          <p:cNvPr id="24" name="Rectangle: Rounded Corners 22">
            <a:extLst>
              <a:ext uri="{FF2B5EF4-FFF2-40B4-BE49-F238E27FC236}">
                <a16:creationId xmlns:a16="http://schemas.microsoft.com/office/drawing/2014/main" id="{58C0C6D8-6931-DA99-7A8E-2D064470B340}"/>
              </a:ext>
            </a:extLst>
          </p:cNvPr>
          <p:cNvSpPr/>
          <p:nvPr/>
        </p:nvSpPr>
        <p:spPr>
          <a:xfrm>
            <a:off x="6970264" y="839392"/>
            <a:ext cx="4972119" cy="286415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Rounded Corners 22">
            <a:extLst>
              <a:ext uri="{FF2B5EF4-FFF2-40B4-BE49-F238E27FC236}">
                <a16:creationId xmlns:a16="http://schemas.microsoft.com/office/drawing/2014/main" id="{F3618728-32F7-8274-17FF-7D54F245A22F}"/>
              </a:ext>
            </a:extLst>
          </p:cNvPr>
          <p:cNvSpPr/>
          <p:nvPr/>
        </p:nvSpPr>
        <p:spPr>
          <a:xfrm>
            <a:off x="471699" y="853770"/>
            <a:ext cx="6337968" cy="286415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8" name="Google Shape;188;p16"/>
          <p:cNvSpPr txBox="1"/>
          <p:nvPr/>
        </p:nvSpPr>
        <p:spPr>
          <a:xfrm>
            <a:off x="11106150" y="6305550"/>
            <a:ext cx="609600" cy="123111"/>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800" b="0" i="0" u="none" strike="noStrike" cap="none">
                <a:solidFill>
                  <a:srgbClr val="64748B"/>
                </a:solidFill>
                <a:latin typeface="Inter"/>
                <a:ea typeface="Inter"/>
                <a:cs typeface="Inter"/>
                <a:sym typeface="Inter"/>
              </a:rPr>
              <a:t>Slide 4 of </a:t>
            </a:r>
            <a:r>
              <a:rPr lang="en-US" sz="800">
                <a:solidFill>
                  <a:srgbClr val="64748B"/>
                </a:solidFill>
                <a:latin typeface="Inter"/>
                <a:ea typeface="Inter"/>
                <a:cs typeface="Inter"/>
                <a:sym typeface="Inter"/>
              </a:rPr>
              <a:t>11</a:t>
            </a:r>
            <a:endParaRPr/>
          </a:p>
        </p:txBody>
      </p:sp>
      <p:sp>
        <p:nvSpPr>
          <p:cNvPr id="189" name="Google Shape;189;p16"/>
          <p:cNvSpPr txBox="1"/>
          <p:nvPr/>
        </p:nvSpPr>
        <p:spPr>
          <a:xfrm>
            <a:off x="541847" y="859920"/>
            <a:ext cx="5240655" cy="215444"/>
          </a:xfrm>
          <a:prstGeom prst="rect">
            <a:avLst/>
          </a:prstGeom>
          <a:noFill/>
          <a:ln>
            <a:noFill/>
          </a:ln>
        </p:spPr>
        <p:txBody>
          <a:bodyPr spcFirstLastPara="1" wrap="square" lIns="0" tIns="0" rIns="0" bIns="0" anchor="t" anchorCtr="0">
            <a:spAutoFit/>
          </a:bodyPr>
          <a:lstStyle/>
          <a:p>
            <a:r>
              <a:rPr lang="en-US" b="1">
                <a:solidFill>
                  <a:srgbClr val="0F172A"/>
                </a:solidFill>
                <a:latin typeface="Poppins"/>
                <a:ea typeface="Poppins"/>
                <a:cs typeface="Poppins"/>
                <a:sym typeface="Poppins"/>
              </a:rPr>
              <a:t>Top 10 Products by Excess </a:t>
            </a:r>
            <a:r>
              <a:rPr lang="en-US" b="1" i="0" u="none" strike="noStrike" cap="none">
                <a:solidFill>
                  <a:srgbClr val="0F172A"/>
                </a:solidFill>
                <a:latin typeface="Poppins"/>
                <a:ea typeface="Poppins"/>
                <a:cs typeface="Poppins"/>
                <a:sym typeface="Poppins"/>
              </a:rPr>
              <a:t>Inventory Value (₹</a:t>
            </a:r>
            <a:r>
              <a:rPr lang="en-US" b="1">
                <a:solidFill>
                  <a:srgbClr val="0F172A"/>
                </a:solidFill>
                <a:latin typeface="Poppins"/>
                <a:ea typeface="Poppins"/>
                <a:cs typeface="Poppins"/>
                <a:sym typeface="Poppins"/>
              </a:rPr>
              <a:t>M)</a:t>
            </a:r>
            <a:endParaRPr lang="en-US"/>
          </a:p>
        </p:txBody>
      </p:sp>
      <p:sp>
        <p:nvSpPr>
          <p:cNvPr id="198" name="Google Shape;198;p16"/>
          <p:cNvSpPr txBox="1"/>
          <p:nvPr/>
        </p:nvSpPr>
        <p:spPr>
          <a:xfrm>
            <a:off x="476250" y="338901"/>
            <a:ext cx="11715750" cy="432811"/>
          </a:xfrm>
          <a:prstGeom prst="rect">
            <a:avLst/>
          </a:prstGeom>
          <a:noFill/>
          <a:ln>
            <a:noFill/>
          </a:ln>
        </p:spPr>
        <p:txBody>
          <a:bodyPr spcFirstLastPara="1" wrap="square" lIns="0" tIns="0" rIns="0" bIns="0" anchor="ctr" anchorCtr="0">
            <a:spAutoFit/>
          </a:bodyPr>
          <a:lstStyle/>
          <a:p>
            <a:pPr>
              <a:lnSpc>
                <a:spcPct val="124977"/>
              </a:lnSpc>
            </a:pPr>
            <a:r>
              <a:rPr lang="en-US" sz="2250" b="1">
                <a:solidFill>
                  <a:srgbClr val="0F172A"/>
                </a:solidFill>
                <a:latin typeface="Poppins"/>
                <a:cs typeface="Poppins"/>
                <a:sym typeface="Poppins"/>
              </a:rPr>
              <a:t>Q1. Which products or categories have excess inventory that ties up capital?</a:t>
            </a:r>
            <a:endParaRPr lang="en-US">
              <a:sym typeface="Poppins"/>
            </a:endParaRPr>
          </a:p>
        </p:txBody>
      </p:sp>
      <p:graphicFrame>
        <p:nvGraphicFramePr>
          <p:cNvPr id="5" name="Chart 4">
            <a:extLst>
              <a:ext uri="{FF2B5EF4-FFF2-40B4-BE49-F238E27FC236}">
                <a16:creationId xmlns:a16="http://schemas.microsoft.com/office/drawing/2014/main" id="{B6CA0A80-9DEA-B8B1-B890-5EDFC3DFDAA6}"/>
              </a:ext>
              <a:ext uri="{147F2762-F138-4A5C-976F-8EAC2B608ADB}">
                <a16:predDERef xmlns:a16="http://schemas.microsoft.com/office/drawing/2014/main" pred="{2FAC3543-AD06-D36B-F728-95C9DF64B5F8}"/>
              </a:ext>
            </a:extLst>
          </p:cNvPr>
          <p:cNvGraphicFramePr>
            <a:graphicFrameLocks/>
          </p:cNvGraphicFramePr>
          <p:nvPr>
            <p:extLst>
              <p:ext uri="{D42A27DB-BD31-4B8C-83A1-F6EECF244321}">
                <p14:modId xmlns:p14="http://schemas.microsoft.com/office/powerpoint/2010/main" val="615961716"/>
              </p:ext>
            </p:extLst>
          </p:nvPr>
        </p:nvGraphicFramePr>
        <p:xfrm>
          <a:off x="6963494" y="969572"/>
          <a:ext cx="4974565" cy="2642560"/>
        </p:xfrm>
        <a:graphic>
          <a:graphicData uri="http://schemas.openxmlformats.org/drawingml/2006/chart">
            <c:chart xmlns:c="http://schemas.openxmlformats.org/drawingml/2006/chart" xmlns:r="http://schemas.openxmlformats.org/officeDocument/2006/relationships" r:id="rId3"/>
          </a:graphicData>
        </a:graphic>
      </p:graphicFrame>
      <p:sp>
        <p:nvSpPr>
          <p:cNvPr id="7" name="Google Shape;189;p16">
            <a:extLst>
              <a:ext uri="{FF2B5EF4-FFF2-40B4-BE49-F238E27FC236}">
                <a16:creationId xmlns:a16="http://schemas.microsoft.com/office/drawing/2014/main" id="{64615275-A4BA-CD7E-94C0-4DC193C168D1}"/>
              </a:ext>
            </a:extLst>
          </p:cNvPr>
          <p:cNvSpPr txBox="1"/>
          <p:nvPr/>
        </p:nvSpPr>
        <p:spPr>
          <a:xfrm>
            <a:off x="7097921" y="859919"/>
            <a:ext cx="4981863" cy="215444"/>
          </a:xfrm>
          <a:prstGeom prst="rect">
            <a:avLst/>
          </a:prstGeom>
          <a:noFill/>
          <a:ln>
            <a:noFill/>
          </a:ln>
        </p:spPr>
        <p:txBody>
          <a:bodyPr spcFirstLastPara="1" wrap="square" lIns="0" tIns="0" rIns="0" bIns="0" anchor="t" anchorCtr="0">
            <a:spAutoFit/>
          </a:bodyPr>
          <a:lstStyle/>
          <a:p>
            <a:r>
              <a:rPr lang="en-US" b="1">
                <a:solidFill>
                  <a:srgbClr val="0F172A"/>
                </a:solidFill>
                <a:latin typeface="Poppins"/>
                <a:ea typeface="Poppins"/>
                <a:cs typeface="Poppins"/>
                <a:sym typeface="Poppins"/>
              </a:rPr>
              <a:t>Excess Inventory Value by Category </a:t>
            </a:r>
            <a:r>
              <a:rPr lang="en-US" b="1" i="0" u="none" strike="noStrike" cap="none">
                <a:solidFill>
                  <a:srgbClr val="0F172A"/>
                </a:solidFill>
                <a:latin typeface="Poppins"/>
                <a:ea typeface="Poppins"/>
                <a:cs typeface="Poppins"/>
                <a:sym typeface="Poppins"/>
              </a:rPr>
              <a:t>(₹ </a:t>
            </a:r>
            <a:r>
              <a:rPr lang="en-US" b="1">
                <a:solidFill>
                  <a:srgbClr val="0F172A"/>
                </a:solidFill>
                <a:latin typeface="Poppins"/>
                <a:ea typeface="Poppins"/>
                <a:cs typeface="Poppins"/>
                <a:sym typeface="Poppins"/>
              </a:rPr>
              <a:t>M</a:t>
            </a:r>
            <a:r>
              <a:rPr lang="en-US" b="1" i="0" u="none" strike="noStrike" cap="none">
                <a:solidFill>
                  <a:srgbClr val="0F172A"/>
                </a:solidFill>
                <a:latin typeface="Poppins"/>
                <a:ea typeface="Poppins"/>
                <a:cs typeface="Poppins"/>
                <a:sym typeface="Poppins"/>
              </a:rPr>
              <a:t>)</a:t>
            </a:r>
            <a:endParaRPr lang="en-US"/>
          </a:p>
        </p:txBody>
      </p:sp>
      <p:graphicFrame>
        <p:nvGraphicFramePr>
          <p:cNvPr id="13" name="Chart 12">
            <a:extLst>
              <a:ext uri="{FF2B5EF4-FFF2-40B4-BE49-F238E27FC236}">
                <a16:creationId xmlns:a16="http://schemas.microsoft.com/office/drawing/2014/main" id="{EBFB9A53-2F96-3442-B2A6-564DAE41ED6E}"/>
              </a:ext>
            </a:extLst>
          </p:cNvPr>
          <p:cNvGraphicFramePr>
            <a:graphicFrameLocks/>
          </p:cNvGraphicFramePr>
          <p:nvPr>
            <p:extLst>
              <p:ext uri="{D42A27DB-BD31-4B8C-83A1-F6EECF244321}">
                <p14:modId xmlns:p14="http://schemas.microsoft.com/office/powerpoint/2010/main" val="1983544791"/>
              </p:ext>
            </p:extLst>
          </p:nvPr>
        </p:nvGraphicFramePr>
        <p:xfrm>
          <a:off x="535736" y="1041460"/>
          <a:ext cx="6270685" cy="2642558"/>
        </p:xfrm>
        <a:graphic>
          <a:graphicData uri="http://schemas.openxmlformats.org/drawingml/2006/chart">
            <c:chart xmlns:c="http://schemas.openxmlformats.org/drawingml/2006/chart" xmlns:r="http://schemas.openxmlformats.org/officeDocument/2006/relationships" r:id="rId4"/>
          </a:graphicData>
        </a:graphic>
      </p:graphicFrame>
      <p:pic>
        <p:nvPicPr>
          <p:cNvPr id="14" name="Google Shape;103;p14">
            <a:extLst>
              <a:ext uri="{FF2B5EF4-FFF2-40B4-BE49-F238E27FC236}">
                <a16:creationId xmlns:a16="http://schemas.microsoft.com/office/drawing/2014/main" id="{EBAEFEAE-C520-52F4-E792-B5BC8EE6A191}"/>
              </a:ext>
            </a:extLst>
          </p:cNvPr>
          <p:cNvPicPr preferRelativeResize="0"/>
          <p:nvPr/>
        </p:nvPicPr>
        <p:blipFill rotWithShape="1">
          <a:blip r:embed="rId5">
            <a:alphaModFix/>
          </a:blip>
          <a:srcRect/>
          <a:stretch/>
        </p:blipFill>
        <p:spPr>
          <a:xfrm>
            <a:off x="476250" y="3803076"/>
            <a:ext cx="3633877" cy="2303971"/>
          </a:xfrm>
          <a:prstGeom prst="rect">
            <a:avLst/>
          </a:prstGeom>
          <a:noFill/>
          <a:ln>
            <a:noFill/>
          </a:ln>
        </p:spPr>
      </p:pic>
      <p:pic>
        <p:nvPicPr>
          <p:cNvPr id="15" name="Google Shape;104;p14">
            <a:extLst>
              <a:ext uri="{FF2B5EF4-FFF2-40B4-BE49-F238E27FC236}">
                <a16:creationId xmlns:a16="http://schemas.microsoft.com/office/drawing/2014/main" id="{EA433C21-4E92-99EE-B9D2-12CD324265C7}"/>
              </a:ext>
            </a:extLst>
          </p:cNvPr>
          <p:cNvPicPr preferRelativeResize="0"/>
          <p:nvPr/>
        </p:nvPicPr>
        <p:blipFill rotWithShape="1">
          <a:blip r:embed="rId6">
            <a:alphaModFix/>
          </a:blip>
          <a:srcRect/>
          <a:stretch/>
        </p:blipFill>
        <p:spPr>
          <a:xfrm>
            <a:off x="4300627" y="3803076"/>
            <a:ext cx="3633877" cy="2303971"/>
          </a:xfrm>
          <a:prstGeom prst="rect">
            <a:avLst/>
          </a:prstGeom>
          <a:noFill/>
          <a:ln>
            <a:noFill/>
          </a:ln>
        </p:spPr>
      </p:pic>
      <p:pic>
        <p:nvPicPr>
          <p:cNvPr id="16" name="Google Shape;105;p14">
            <a:extLst>
              <a:ext uri="{FF2B5EF4-FFF2-40B4-BE49-F238E27FC236}">
                <a16:creationId xmlns:a16="http://schemas.microsoft.com/office/drawing/2014/main" id="{DB324E27-C48A-9D25-5142-F75D82EDE7BE}"/>
              </a:ext>
            </a:extLst>
          </p:cNvPr>
          <p:cNvPicPr preferRelativeResize="0"/>
          <p:nvPr/>
        </p:nvPicPr>
        <p:blipFill rotWithShape="1">
          <a:blip r:embed="rId7">
            <a:alphaModFix/>
          </a:blip>
          <a:srcRect/>
          <a:stretch/>
        </p:blipFill>
        <p:spPr>
          <a:xfrm>
            <a:off x="8110627" y="3803076"/>
            <a:ext cx="3605123" cy="2303971"/>
          </a:xfrm>
          <a:prstGeom prst="rect">
            <a:avLst/>
          </a:prstGeom>
          <a:noFill/>
          <a:ln>
            <a:noFill/>
          </a:ln>
        </p:spPr>
      </p:pic>
      <p:sp>
        <p:nvSpPr>
          <p:cNvPr id="17" name="Google Shape;117;p14">
            <a:extLst>
              <a:ext uri="{FF2B5EF4-FFF2-40B4-BE49-F238E27FC236}">
                <a16:creationId xmlns:a16="http://schemas.microsoft.com/office/drawing/2014/main" id="{327B2CBD-0DDD-CFC3-8133-EAF9A61D33F5}"/>
              </a:ext>
            </a:extLst>
          </p:cNvPr>
          <p:cNvSpPr txBox="1"/>
          <p:nvPr/>
        </p:nvSpPr>
        <p:spPr>
          <a:xfrm>
            <a:off x="635059" y="3908546"/>
            <a:ext cx="2534459" cy="276999"/>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sz="1800" b="1">
                <a:solidFill>
                  <a:srgbClr val="2563EB"/>
                </a:solidFill>
                <a:latin typeface="Inter"/>
                <a:ea typeface="Inter"/>
                <a:sym typeface="Inter"/>
              </a:rPr>
              <a:t>Capital Concentration</a:t>
            </a:r>
            <a:endParaRPr lang="en-US"/>
          </a:p>
        </p:txBody>
      </p:sp>
      <p:sp>
        <p:nvSpPr>
          <p:cNvPr id="18" name="Google Shape;118;p14">
            <a:extLst>
              <a:ext uri="{FF2B5EF4-FFF2-40B4-BE49-F238E27FC236}">
                <a16:creationId xmlns:a16="http://schemas.microsoft.com/office/drawing/2014/main" id="{BF54798B-7263-358A-DE07-85BB49721DD2}"/>
              </a:ext>
            </a:extLst>
          </p:cNvPr>
          <p:cNvSpPr txBox="1"/>
          <p:nvPr/>
        </p:nvSpPr>
        <p:spPr>
          <a:xfrm>
            <a:off x="618766" y="4317963"/>
            <a:ext cx="3348846" cy="1723549"/>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285750" indent="-285750">
              <a:buFont typeface="Wingdings"/>
              <a:buChar char="q"/>
            </a:pPr>
            <a:r>
              <a:rPr lang="en-US" b="1">
                <a:solidFill>
                  <a:srgbClr val="475569"/>
                </a:solidFill>
                <a:latin typeface="Inter"/>
                <a:ea typeface="Inter"/>
                <a:sym typeface="Inter"/>
              </a:rPr>
              <a:t>Monopoly Classic:</a:t>
            </a:r>
            <a:r>
              <a:rPr lang="en-US">
                <a:solidFill>
                  <a:srgbClr val="475569"/>
                </a:solidFill>
                <a:latin typeface="Inter"/>
                <a:ea typeface="Inter"/>
                <a:sym typeface="Inter"/>
              </a:rPr>
              <a:t> ₹37.43M excess inventory — highest among all SKUs. </a:t>
            </a:r>
            <a:endParaRPr lang="en-US">
              <a:latin typeface="Inter"/>
              <a:ea typeface="Inter"/>
            </a:endParaRPr>
          </a:p>
          <a:p>
            <a:pPr marL="285750" indent="-285750">
              <a:buFont typeface="Wingdings"/>
              <a:buChar char="q"/>
            </a:pPr>
            <a:r>
              <a:rPr lang="en-US">
                <a:solidFill>
                  <a:srgbClr val="475569"/>
                </a:solidFill>
                <a:latin typeface="Inter"/>
                <a:ea typeface="Inter"/>
                <a:sym typeface="Inter"/>
              </a:rPr>
              <a:t>Robo Defender and Baby Doll Deluxe follow at </a:t>
            </a:r>
            <a:r>
              <a:rPr lang="en-US" b="1">
                <a:solidFill>
                  <a:srgbClr val="475569"/>
                </a:solidFill>
                <a:latin typeface="Inter"/>
                <a:ea typeface="Inter"/>
                <a:sym typeface="Inter"/>
              </a:rPr>
              <a:t>₹29.91M</a:t>
            </a:r>
            <a:r>
              <a:rPr lang="en-US">
                <a:solidFill>
                  <a:srgbClr val="475569"/>
                </a:solidFill>
                <a:latin typeface="Inter"/>
                <a:ea typeface="Inter"/>
                <a:sym typeface="Inter"/>
              </a:rPr>
              <a:t> and </a:t>
            </a:r>
            <a:r>
              <a:rPr lang="en-US" b="1">
                <a:solidFill>
                  <a:srgbClr val="475569"/>
                </a:solidFill>
                <a:latin typeface="Inter"/>
                <a:ea typeface="Inter"/>
                <a:sym typeface="Inter"/>
              </a:rPr>
              <a:t>₹24.33M</a:t>
            </a:r>
            <a:r>
              <a:rPr lang="en-US">
                <a:solidFill>
                  <a:srgbClr val="475569"/>
                </a:solidFill>
                <a:latin typeface="Inter"/>
                <a:ea typeface="Inter"/>
                <a:sym typeface="Inter"/>
              </a:rPr>
              <a:t>. </a:t>
            </a:r>
            <a:endParaRPr lang="en-US">
              <a:latin typeface="Inter"/>
              <a:ea typeface="Inter"/>
            </a:endParaRPr>
          </a:p>
          <a:p>
            <a:pPr marL="285750" indent="-285750">
              <a:buFont typeface="Wingdings"/>
              <a:buChar char="q"/>
            </a:pPr>
            <a:r>
              <a:rPr lang="en-US" b="1">
                <a:solidFill>
                  <a:srgbClr val="475569"/>
                </a:solidFill>
                <a:latin typeface="Inter"/>
                <a:ea typeface="Inter"/>
                <a:sym typeface="Inter"/>
              </a:rPr>
              <a:t>Top 3 SKUs ≈ 44%</a:t>
            </a:r>
            <a:r>
              <a:rPr lang="en-US">
                <a:solidFill>
                  <a:srgbClr val="475569"/>
                </a:solidFill>
                <a:latin typeface="Inter"/>
                <a:ea typeface="Inter"/>
                <a:sym typeface="Inter"/>
              </a:rPr>
              <a:t> of total excess inventory value</a:t>
            </a:r>
            <a:r>
              <a:rPr lang="en-US" b="0" i="0" u="none" strike="noStrike" cap="none">
                <a:solidFill>
                  <a:srgbClr val="475569"/>
                </a:solidFill>
                <a:latin typeface="Inter"/>
                <a:ea typeface="Inter"/>
                <a:sym typeface="Inter"/>
              </a:rPr>
              <a:t>.</a:t>
            </a:r>
            <a:endParaRPr lang="en-US">
              <a:latin typeface="Inter"/>
              <a:ea typeface="Inter"/>
            </a:endParaRPr>
          </a:p>
        </p:txBody>
      </p:sp>
      <p:sp>
        <p:nvSpPr>
          <p:cNvPr id="19" name="Google Shape;121;p14">
            <a:extLst>
              <a:ext uri="{FF2B5EF4-FFF2-40B4-BE49-F238E27FC236}">
                <a16:creationId xmlns:a16="http://schemas.microsoft.com/office/drawing/2014/main" id="{E94DFDF2-CCAF-5BA3-1A91-5EA247FB30CF}"/>
              </a:ext>
            </a:extLst>
          </p:cNvPr>
          <p:cNvSpPr txBox="1"/>
          <p:nvPr/>
        </p:nvSpPr>
        <p:spPr>
          <a:xfrm>
            <a:off x="4511770" y="3898192"/>
            <a:ext cx="3419721" cy="276999"/>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sz="1800" b="1">
                <a:solidFill>
                  <a:srgbClr val="0C8D82"/>
                </a:solidFill>
                <a:latin typeface="Inter"/>
                <a:ea typeface="Inter"/>
                <a:sym typeface="Inter"/>
              </a:rPr>
              <a:t>Category Exposure</a:t>
            </a:r>
            <a:endParaRPr lang="en-US"/>
          </a:p>
        </p:txBody>
      </p:sp>
      <p:sp>
        <p:nvSpPr>
          <p:cNvPr id="20" name="Google Shape;122;p14">
            <a:extLst>
              <a:ext uri="{FF2B5EF4-FFF2-40B4-BE49-F238E27FC236}">
                <a16:creationId xmlns:a16="http://schemas.microsoft.com/office/drawing/2014/main" id="{FDAD7A1C-695C-9F5B-685B-92A070DF2F19}"/>
              </a:ext>
            </a:extLst>
          </p:cNvPr>
          <p:cNvSpPr txBox="1"/>
          <p:nvPr/>
        </p:nvSpPr>
        <p:spPr>
          <a:xfrm>
            <a:off x="4515029" y="4332342"/>
            <a:ext cx="3190696" cy="1292662"/>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285750" indent="-285750">
              <a:buFont typeface="Wingdings"/>
              <a:buChar char="q"/>
            </a:pPr>
            <a:r>
              <a:rPr lang="en-US" b="1">
                <a:solidFill>
                  <a:srgbClr val="48566A"/>
                </a:solidFill>
                <a:latin typeface="Inter"/>
                <a:ea typeface="Inter"/>
              </a:rPr>
              <a:t>Board Games:</a:t>
            </a:r>
            <a:r>
              <a:rPr lang="en-US">
                <a:solidFill>
                  <a:srgbClr val="657081"/>
                </a:solidFill>
                <a:latin typeface="Inter"/>
                <a:ea typeface="Inter"/>
              </a:rPr>
              <a:t> ₹66.08M — highest excess inventory value. </a:t>
            </a:r>
            <a:endParaRPr lang="en-US"/>
          </a:p>
          <a:p>
            <a:pPr marL="285750" indent="-285750">
              <a:buFont typeface="Wingdings"/>
              <a:buChar char="q"/>
            </a:pPr>
            <a:r>
              <a:rPr lang="en-US" b="1">
                <a:solidFill>
                  <a:srgbClr val="48566A"/>
                </a:solidFill>
                <a:latin typeface="Inter"/>
                <a:ea typeface="Inter"/>
              </a:rPr>
              <a:t>Action Figures:</a:t>
            </a:r>
            <a:r>
              <a:rPr lang="en-US">
                <a:solidFill>
                  <a:srgbClr val="657081"/>
                </a:solidFill>
                <a:latin typeface="Inter"/>
                <a:ea typeface="Inter"/>
              </a:rPr>
              <a:t> ₹53.07M — second highest. </a:t>
            </a:r>
          </a:p>
          <a:p>
            <a:pPr marL="285750" indent="-285750">
              <a:buFont typeface="Wingdings"/>
              <a:buChar char="q"/>
            </a:pPr>
            <a:r>
              <a:rPr lang="en-US" b="1">
                <a:solidFill>
                  <a:srgbClr val="48566A"/>
                </a:solidFill>
                <a:latin typeface="Inter"/>
                <a:ea typeface="Inter"/>
              </a:rPr>
              <a:t>Top 2 categories ≈ 57%</a:t>
            </a:r>
            <a:r>
              <a:rPr lang="en-US">
                <a:solidFill>
                  <a:srgbClr val="657081"/>
                </a:solidFill>
                <a:latin typeface="Inter"/>
                <a:ea typeface="Inter"/>
              </a:rPr>
              <a:t> of total excess inventory value.</a:t>
            </a:r>
          </a:p>
        </p:txBody>
      </p:sp>
      <p:sp>
        <p:nvSpPr>
          <p:cNvPr id="21" name="Google Shape;125;p14">
            <a:extLst>
              <a:ext uri="{FF2B5EF4-FFF2-40B4-BE49-F238E27FC236}">
                <a16:creationId xmlns:a16="http://schemas.microsoft.com/office/drawing/2014/main" id="{A608DD31-D97C-6384-A12C-93E63B388842}"/>
              </a:ext>
            </a:extLst>
          </p:cNvPr>
          <p:cNvSpPr txBox="1"/>
          <p:nvPr/>
        </p:nvSpPr>
        <p:spPr>
          <a:xfrm>
            <a:off x="8294742" y="3904135"/>
            <a:ext cx="3418378" cy="276999"/>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sz="1800" b="1">
                <a:solidFill>
                  <a:srgbClr val="1E3A8A"/>
                </a:solidFill>
                <a:latin typeface="Inter"/>
                <a:ea typeface="Inter"/>
                <a:sym typeface="Inter"/>
              </a:rPr>
              <a:t> Management Implications</a:t>
            </a:r>
            <a:endParaRPr lang="en-US" sz="1800" b="1">
              <a:solidFill>
                <a:srgbClr val="1E3A8A"/>
              </a:solidFill>
              <a:latin typeface="Inter"/>
              <a:ea typeface="Inter"/>
            </a:endParaRPr>
          </a:p>
        </p:txBody>
      </p:sp>
      <p:sp>
        <p:nvSpPr>
          <p:cNvPr id="22" name="Google Shape;126;p14">
            <a:extLst>
              <a:ext uri="{FF2B5EF4-FFF2-40B4-BE49-F238E27FC236}">
                <a16:creationId xmlns:a16="http://schemas.microsoft.com/office/drawing/2014/main" id="{1A4D0CE8-7ED0-209C-E26A-96FBE80AB8F5}"/>
              </a:ext>
            </a:extLst>
          </p:cNvPr>
          <p:cNvSpPr txBox="1"/>
          <p:nvPr/>
        </p:nvSpPr>
        <p:spPr>
          <a:xfrm>
            <a:off x="8296275" y="4317965"/>
            <a:ext cx="3420733" cy="1637371"/>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285750" indent="-285750">
              <a:buFont typeface="Wingdings"/>
              <a:buChar char="q"/>
            </a:pPr>
            <a:r>
              <a:rPr lang="en-US">
                <a:solidFill>
                  <a:srgbClr val="475569"/>
                </a:solidFill>
                <a:latin typeface="Inter"/>
                <a:ea typeface="Inter"/>
                <a:sym typeface="Inter"/>
              </a:rPr>
              <a:t>Prioritize </a:t>
            </a:r>
            <a:r>
              <a:rPr lang="en-US" b="1">
                <a:solidFill>
                  <a:srgbClr val="475569"/>
                </a:solidFill>
                <a:latin typeface="Inter"/>
                <a:ea typeface="Inter"/>
                <a:sym typeface="Inter"/>
              </a:rPr>
              <a:t>high-value excess SKUs</a:t>
            </a:r>
            <a:r>
              <a:rPr lang="en-US">
                <a:solidFill>
                  <a:srgbClr val="475569"/>
                </a:solidFill>
                <a:latin typeface="Inter"/>
                <a:ea typeface="Inter"/>
                <a:sym typeface="Inter"/>
              </a:rPr>
              <a:t> for inventory reduction. </a:t>
            </a:r>
            <a:endParaRPr lang="en-US">
              <a:latin typeface="Inter"/>
              <a:ea typeface="Inter"/>
            </a:endParaRPr>
          </a:p>
          <a:p>
            <a:pPr marL="285750" indent="-285750">
              <a:buFont typeface="Wingdings"/>
              <a:buChar char="q"/>
            </a:pPr>
            <a:r>
              <a:rPr lang="en-US">
                <a:solidFill>
                  <a:srgbClr val="475569"/>
                </a:solidFill>
                <a:latin typeface="Inter"/>
                <a:ea typeface="Inter"/>
                <a:sym typeface="Inter"/>
              </a:rPr>
              <a:t>Review replenishment quantities for </a:t>
            </a:r>
            <a:r>
              <a:rPr lang="en-US" b="1">
                <a:solidFill>
                  <a:srgbClr val="475569"/>
                </a:solidFill>
                <a:latin typeface="Inter"/>
                <a:ea typeface="Inter"/>
                <a:sym typeface="Inter"/>
              </a:rPr>
              <a:t>Board Games &amp; Action Figures</a:t>
            </a:r>
            <a:r>
              <a:rPr lang="en-US">
                <a:solidFill>
                  <a:srgbClr val="475569"/>
                </a:solidFill>
                <a:latin typeface="Inter"/>
                <a:ea typeface="Inter"/>
                <a:sym typeface="Inter"/>
              </a:rPr>
              <a:t>. </a:t>
            </a:r>
            <a:endParaRPr lang="en-US">
              <a:latin typeface="Inter"/>
              <a:ea typeface="Inter"/>
            </a:endParaRPr>
          </a:p>
          <a:p>
            <a:pPr marL="285750" indent="-285750">
              <a:buFont typeface="Wingdings"/>
              <a:buChar char="q"/>
            </a:pPr>
            <a:r>
              <a:rPr lang="en-US">
                <a:solidFill>
                  <a:srgbClr val="475569"/>
                </a:solidFill>
                <a:latin typeface="Inter"/>
                <a:ea typeface="Inter"/>
                <a:sym typeface="Inter"/>
              </a:rPr>
              <a:t>Focus on </a:t>
            </a:r>
            <a:r>
              <a:rPr lang="en-US" b="1">
                <a:solidFill>
                  <a:srgbClr val="475569"/>
                </a:solidFill>
                <a:latin typeface="Inter"/>
                <a:ea typeface="Inter"/>
                <a:sym typeface="Inter"/>
              </a:rPr>
              <a:t>releasing working capital</a:t>
            </a:r>
            <a:r>
              <a:rPr lang="en-US">
                <a:solidFill>
                  <a:srgbClr val="475569"/>
                </a:solidFill>
                <a:latin typeface="Inter"/>
                <a:ea typeface="Inter"/>
                <a:sym typeface="Inter"/>
              </a:rPr>
              <a:t> without creating future stockouts</a:t>
            </a:r>
            <a:r>
              <a:rPr lang="en-US" b="0" i="0" u="none" strike="noStrike" cap="none">
                <a:solidFill>
                  <a:srgbClr val="475569"/>
                </a:solidFill>
                <a:latin typeface="Inter"/>
                <a:ea typeface="Inter"/>
                <a:sym typeface="Inter"/>
              </a:rPr>
              <a:t>.</a:t>
            </a:r>
            <a:endParaRPr lang="en-US">
              <a:latin typeface="Inter"/>
              <a:ea typeface="Inter"/>
            </a:endParaRPr>
          </a:p>
          <a:p>
            <a:pPr>
              <a:lnSpc>
                <a:spcPct val="159904"/>
              </a:lnSpc>
            </a:pPr>
            <a:endParaRPr lang="en-US"/>
          </a:p>
        </p:txBody>
      </p:sp>
      <p:sp>
        <p:nvSpPr>
          <p:cNvPr id="3" name="Google Shape;146;p15">
            <a:extLst>
              <a:ext uri="{FF2B5EF4-FFF2-40B4-BE49-F238E27FC236}">
                <a16:creationId xmlns:a16="http://schemas.microsoft.com/office/drawing/2014/main" id="{905BE4F3-9DE7-256B-70AA-513F54C26854}"/>
              </a:ext>
            </a:extLst>
          </p:cNvPr>
          <p:cNvSpPr txBox="1"/>
          <p:nvPr/>
        </p:nvSpPr>
        <p:spPr>
          <a:xfrm>
            <a:off x="476250" y="6315710"/>
            <a:ext cx="4161155" cy="123111"/>
          </a:xfrm>
          <a:prstGeom prst="rect">
            <a:avLst/>
          </a:prstGeom>
          <a:noFill/>
          <a:ln>
            <a:noFill/>
          </a:ln>
        </p:spPr>
        <p:txBody>
          <a:bodyPr spcFirstLastPara="1" wrap="square" lIns="0" tIns="0" rIns="0" bIns="0" anchor="t" anchorCtr="0">
            <a:spAutoFit/>
          </a:bodyPr>
          <a:lstStyle/>
          <a:p>
            <a:r>
              <a:rPr lang="en-US" sz="800" dirty="0" err="1">
                <a:solidFill>
                  <a:srgbClr val="334155"/>
                </a:solidFill>
                <a:latin typeface="Inter SemiBold"/>
                <a:ea typeface="Inter SemiBold"/>
                <a:cs typeface="Inter SemiBold"/>
                <a:sym typeface="Inter SemiBold"/>
              </a:rPr>
              <a:t>ToyJoy</a:t>
            </a:r>
            <a:r>
              <a:rPr lang="en-US" sz="800">
                <a:solidFill>
                  <a:srgbClr val="334155"/>
                </a:solidFill>
                <a:latin typeface="Inter SemiBold"/>
                <a:ea typeface="Inter SemiBold"/>
                <a:cs typeface="Inter SemiBold"/>
                <a:sym typeface="Inter SemiBold"/>
              </a:rPr>
              <a:t> Seasonal Inventory Management &amp; Optimization Analysis</a:t>
            </a:r>
            <a:endParaRPr lang="en-US" sz="800">
              <a:solidFill>
                <a:srgbClr val="334155"/>
              </a:solidFill>
              <a:latin typeface="Inter SemiBold"/>
              <a:ea typeface="Inter SemiBold"/>
              <a:cs typeface="Inter SemiBold"/>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02"/>
        <p:cNvGrpSpPr/>
        <p:nvPr/>
      </p:nvGrpSpPr>
      <p:grpSpPr>
        <a:xfrm>
          <a:off x="0" y="0"/>
          <a:ext cx="0" cy="0"/>
          <a:chOff x="0" y="0"/>
          <a:chExt cx="0" cy="0"/>
        </a:xfrm>
      </p:grpSpPr>
      <p:sp>
        <p:nvSpPr>
          <p:cNvPr id="214" name="Google Shape;214;p17"/>
          <p:cNvSpPr txBox="1"/>
          <p:nvPr/>
        </p:nvSpPr>
        <p:spPr>
          <a:xfrm>
            <a:off x="11063018" y="6420569"/>
            <a:ext cx="609600" cy="123111"/>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800" b="0" i="0" u="none" strike="noStrike" cap="none">
                <a:solidFill>
                  <a:srgbClr val="64748B"/>
                </a:solidFill>
                <a:latin typeface="Inter"/>
                <a:ea typeface="Inter"/>
                <a:cs typeface="Inter"/>
                <a:sym typeface="Inter"/>
              </a:rPr>
              <a:t>Slide 5 of </a:t>
            </a:r>
            <a:r>
              <a:rPr lang="en-US" sz="800">
                <a:solidFill>
                  <a:srgbClr val="64748B"/>
                </a:solidFill>
                <a:latin typeface="Inter"/>
                <a:ea typeface="Inter"/>
                <a:cs typeface="Inter"/>
                <a:sym typeface="Inter"/>
              </a:rPr>
              <a:t>11</a:t>
            </a:r>
            <a:endParaRPr/>
          </a:p>
        </p:txBody>
      </p:sp>
      <p:sp>
        <p:nvSpPr>
          <p:cNvPr id="215" name="Google Shape;215;p17"/>
          <p:cNvSpPr txBox="1"/>
          <p:nvPr/>
        </p:nvSpPr>
        <p:spPr>
          <a:xfrm>
            <a:off x="479665" y="813732"/>
            <a:ext cx="5300662" cy="215444"/>
          </a:xfrm>
          <a:prstGeom prst="rect">
            <a:avLst/>
          </a:prstGeom>
          <a:noFill/>
          <a:ln>
            <a:noFill/>
          </a:ln>
        </p:spPr>
        <p:txBody>
          <a:bodyPr spcFirstLastPara="1" wrap="square" lIns="0" tIns="0" rIns="0" bIns="0" anchor="t" anchorCtr="0">
            <a:spAutoFit/>
          </a:bodyPr>
          <a:lstStyle/>
          <a:p>
            <a:r>
              <a:rPr lang="en-US" b="1">
                <a:solidFill>
                  <a:srgbClr val="0F172A"/>
                </a:solidFill>
                <a:latin typeface="Poppins"/>
                <a:ea typeface="Poppins"/>
                <a:cs typeface="Poppins"/>
                <a:sym typeface="Poppins"/>
              </a:rPr>
              <a:t>Stockout Product Table</a:t>
            </a:r>
            <a:endParaRPr lang="en-US"/>
          </a:p>
        </p:txBody>
      </p:sp>
      <p:sp>
        <p:nvSpPr>
          <p:cNvPr id="240" name="Google Shape;240;p17"/>
          <p:cNvSpPr txBox="1"/>
          <p:nvPr/>
        </p:nvSpPr>
        <p:spPr>
          <a:xfrm>
            <a:off x="476250" y="267014"/>
            <a:ext cx="11715750" cy="432811"/>
          </a:xfrm>
          <a:prstGeom prst="rect">
            <a:avLst/>
          </a:prstGeom>
          <a:noFill/>
          <a:ln>
            <a:noFill/>
          </a:ln>
        </p:spPr>
        <p:txBody>
          <a:bodyPr spcFirstLastPara="1" wrap="square" lIns="0" tIns="0" rIns="0" bIns="0" anchor="ctr" anchorCtr="0">
            <a:spAutoFit/>
          </a:bodyPr>
          <a:lstStyle/>
          <a:p>
            <a:pPr>
              <a:lnSpc>
                <a:spcPct val="124977"/>
              </a:lnSpc>
            </a:pPr>
            <a:r>
              <a:rPr lang="en-US" sz="2250" b="1">
                <a:solidFill>
                  <a:srgbClr val="0F172A"/>
                </a:solidFill>
                <a:latin typeface="Poppins"/>
                <a:cs typeface="Poppins"/>
                <a:sym typeface="Poppins"/>
              </a:rPr>
              <a:t>Q2. Which products are frequently out of stock, causing lost sales?</a:t>
            </a:r>
            <a:endParaRPr lang="en-US">
              <a:sym typeface="Poppins"/>
            </a:endParaRPr>
          </a:p>
        </p:txBody>
      </p:sp>
      <p:graphicFrame>
        <p:nvGraphicFramePr>
          <p:cNvPr id="4" name="Table 3">
            <a:extLst>
              <a:ext uri="{FF2B5EF4-FFF2-40B4-BE49-F238E27FC236}">
                <a16:creationId xmlns:a16="http://schemas.microsoft.com/office/drawing/2014/main" id="{71C76772-BC3D-E2F8-ABE1-C09CC36A3519}"/>
              </a:ext>
            </a:extLst>
          </p:cNvPr>
          <p:cNvGraphicFramePr>
            <a:graphicFrameLocks noGrp="1"/>
          </p:cNvGraphicFramePr>
          <p:nvPr>
            <p:extLst>
              <p:ext uri="{D42A27DB-BD31-4B8C-83A1-F6EECF244321}">
                <p14:modId xmlns:p14="http://schemas.microsoft.com/office/powerpoint/2010/main" val="4219513287"/>
              </p:ext>
            </p:extLst>
          </p:nvPr>
        </p:nvGraphicFramePr>
        <p:xfrm>
          <a:off x="486673" y="1055872"/>
          <a:ext cx="6387822" cy="2651760"/>
        </p:xfrm>
        <a:graphic>
          <a:graphicData uri="http://schemas.openxmlformats.org/drawingml/2006/table">
            <a:tbl>
              <a:tblPr bandRow="1">
                <a:tableStyleId>{EC57BB94-E2DB-4D90-90F7-BE6D081111AD}</a:tableStyleId>
              </a:tblPr>
              <a:tblGrid>
                <a:gridCol w="1280808">
                  <a:extLst>
                    <a:ext uri="{9D8B030D-6E8A-4147-A177-3AD203B41FA5}">
                      <a16:colId xmlns:a16="http://schemas.microsoft.com/office/drawing/2014/main" val="780991932"/>
                    </a:ext>
                  </a:extLst>
                </a:gridCol>
                <a:gridCol w="1086252">
                  <a:extLst>
                    <a:ext uri="{9D8B030D-6E8A-4147-A177-3AD203B41FA5}">
                      <a16:colId xmlns:a16="http://schemas.microsoft.com/office/drawing/2014/main" val="222112661"/>
                    </a:ext>
                  </a:extLst>
                </a:gridCol>
                <a:gridCol w="761999">
                  <a:extLst>
                    <a:ext uri="{9D8B030D-6E8A-4147-A177-3AD203B41FA5}">
                      <a16:colId xmlns:a16="http://schemas.microsoft.com/office/drawing/2014/main" val="2348906300"/>
                    </a:ext>
                  </a:extLst>
                </a:gridCol>
                <a:gridCol w="745787">
                  <a:extLst>
                    <a:ext uri="{9D8B030D-6E8A-4147-A177-3AD203B41FA5}">
                      <a16:colId xmlns:a16="http://schemas.microsoft.com/office/drawing/2014/main" val="2987525768"/>
                    </a:ext>
                  </a:extLst>
                </a:gridCol>
                <a:gridCol w="891702">
                  <a:extLst>
                    <a:ext uri="{9D8B030D-6E8A-4147-A177-3AD203B41FA5}">
                      <a16:colId xmlns:a16="http://schemas.microsoft.com/office/drawing/2014/main" val="2582562121"/>
                    </a:ext>
                  </a:extLst>
                </a:gridCol>
                <a:gridCol w="713360">
                  <a:extLst>
                    <a:ext uri="{9D8B030D-6E8A-4147-A177-3AD203B41FA5}">
                      <a16:colId xmlns:a16="http://schemas.microsoft.com/office/drawing/2014/main" val="2275648728"/>
                    </a:ext>
                  </a:extLst>
                </a:gridCol>
                <a:gridCol w="907914">
                  <a:extLst>
                    <a:ext uri="{9D8B030D-6E8A-4147-A177-3AD203B41FA5}">
                      <a16:colId xmlns:a16="http://schemas.microsoft.com/office/drawing/2014/main" val="3545964574"/>
                    </a:ext>
                  </a:extLst>
                </a:gridCol>
              </a:tblGrid>
              <a:tr h="313754">
                <a:tc>
                  <a:txBody>
                    <a:bodyPr/>
                    <a:lstStyle/>
                    <a:p>
                      <a:pPr marL="0" marR="0" indent="0" algn="l" rtl="0" fontAlgn="base">
                        <a:lnSpc>
                          <a:spcPct val="100000"/>
                        </a:lnSpc>
                        <a:spcBef>
                          <a:spcPts val="0"/>
                        </a:spcBef>
                        <a:spcAft>
                          <a:spcPts val="0"/>
                        </a:spcAft>
                        <a:buClr>
                          <a:srgbClr val="000000"/>
                        </a:buClr>
                        <a:buFont typeface="Arial"/>
                        <a:buNone/>
                      </a:pPr>
                      <a:r>
                        <a:rPr lang="en-US" sz="900" b="1" i="0" u="none" strike="noStrike" cap="none">
                          <a:solidFill>
                            <a:schemeClr val="bg1"/>
                          </a:solidFill>
                          <a:effectLst/>
                          <a:latin typeface="Inter SemiBold"/>
                          <a:ea typeface="Calibri"/>
                          <a:cs typeface="Calibri"/>
                          <a:sym typeface="Arial"/>
                        </a:rPr>
                        <a:t>Product Name</a:t>
                      </a:r>
                    </a:p>
                  </a:txBody>
                  <a:tcPr anchor="ctr">
                    <a:lnL>
                      <a:noFill/>
                    </a:lnL>
                    <a:lnR>
                      <a:noFill/>
                    </a:lnR>
                    <a:lnT>
                      <a:noFill/>
                    </a:lnT>
                    <a:lnB w="3175">
                      <a:solidFill>
                        <a:srgbClr val="002060"/>
                      </a:solidFill>
                    </a:lnB>
                    <a:solidFill>
                      <a:srgbClr val="002060"/>
                    </a:solidFill>
                  </a:tcPr>
                </a:tc>
                <a:tc>
                  <a:txBody>
                    <a:bodyPr/>
                    <a:lstStyle/>
                    <a:p>
                      <a:pPr marL="0" marR="0" indent="0" algn="l" rtl="0" fontAlgn="base">
                        <a:lnSpc>
                          <a:spcPct val="100000"/>
                        </a:lnSpc>
                        <a:spcBef>
                          <a:spcPts val="0"/>
                        </a:spcBef>
                        <a:spcAft>
                          <a:spcPts val="0"/>
                        </a:spcAft>
                        <a:buClr>
                          <a:srgbClr val="000000"/>
                        </a:buClr>
                        <a:buFont typeface="Arial"/>
                        <a:buNone/>
                      </a:pPr>
                      <a:r>
                        <a:rPr lang="en-US" sz="900" b="1" i="0" u="none" strike="noStrike" cap="none">
                          <a:solidFill>
                            <a:schemeClr val="bg1"/>
                          </a:solidFill>
                          <a:effectLst/>
                          <a:latin typeface="Inter SemiBold"/>
                          <a:ea typeface="Calibri"/>
                          <a:cs typeface="Calibri"/>
                          <a:sym typeface="Arial"/>
                        </a:rPr>
                        <a:t>Category</a:t>
                      </a:r>
                    </a:p>
                  </a:txBody>
                  <a:tcPr anchor="ctr">
                    <a:lnL>
                      <a:noFill/>
                    </a:lnL>
                    <a:lnR>
                      <a:noFill/>
                    </a:lnR>
                    <a:lnT>
                      <a:noFill/>
                    </a:lnT>
                    <a:lnB w="3175">
                      <a:solidFill>
                        <a:srgbClr val="002060"/>
                      </a:solidFill>
                    </a:lnB>
                    <a:solidFill>
                      <a:srgbClr val="002060"/>
                    </a:solidFill>
                  </a:tcPr>
                </a:tc>
                <a:tc>
                  <a:txBody>
                    <a:bodyPr/>
                    <a:lstStyle/>
                    <a:p>
                      <a:pPr marL="0" marR="0" indent="0" algn="l" rtl="0" fontAlgn="base">
                        <a:lnSpc>
                          <a:spcPct val="100000"/>
                        </a:lnSpc>
                        <a:spcBef>
                          <a:spcPts val="0"/>
                        </a:spcBef>
                        <a:spcAft>
                          <a:spcPts val="0"/>
                        </a:spcAft>
                        <a:buClr>
                          <a:srgbClr val="000000"/>
                        </a:buClr>
                        <a:buFont typeface="Arial"/>
                        <a:buNone/>
                      </a:pPr>
                      <a:r>
                        <a:rPr lang="en-US" sz="900" b="1" i="0" u="none" strike="noStrike" cap="none">
                          <a:solidFill>
                            <a:schemeClr val="bg1"/>
                          </a:solidFill>
                          <a:effectLst/>
                          <a:latin typeface="Inter SemiBold"/>
                          <a:ea typeface="Calibri"/>
                          <a:cs typeface="Calibri"/>
                          <a:sym typeface="Arial"/>
                        </a:rPr>
                        <a:t>Stockout Count</a:t>
                      </a:r>
                    </a:p>
                  </a:txBody>
                  <a:tcPr anchor="ctr">
                    <a:lnL>
                      <a:noFill/>
                    </a:lnL>
                    <a:lnR>
                      <a:noFill/>
                    </a:lnR>
                    <a:lnT>
                      <a:noFill/>
                    </a:lnT>
                    <a:lnB w="3175">
                      <a:solidFill>
                        <a:srgbClr val="002060"/>
                      </a:solidFill>
                    </a:lnB>
                    <a:solidFill>
                      <a:srgbClr val="002060"/>
                    </a:solidFill>
                  </a:tcPr>
                </a:tc>
                <a:tc>
                  <a:txBody>
                    <a:bodyPr/>
                    <a:lstStyle/>
                    <a:p>
                      <a:pPr marL="0" marR="0" indent="0" algn="l" rtl="0" fontAlgn="base">
                        <a:lnSpc>
                          <a:spcPct val="100000"/>
                        </a:lnSpc>
                        <a:spcBef>
                          <a:spcPts val="0"/>
                        </a:spcBef>
                        <a:spcAft>
                          <a:spcPts val="0"/>
                        </a:spcAft>
                        <a:buClr>
                          <a:srgbClr val="000000"/>
                        </a:buClr>
                        <a:buFont typeface="Arial"/>
                        <a:buNone/>
                      </a:pPr>
                      <a:r>
                        <a:rPr lang="en-US" sz="900" b="1" i="0" u="none" strike="noStrike" cap="none">
                          <a:solidFill>
                            <a:schemeClr val="bg1"/>
                          </a:solidFill>
                          <a:effectLst/>
                          <a:latin typeface="Inter SemiBold"/>
                          <a:ea typeface="Calibri"/>
                          <a:cs typeface="Calibri"/>
                          <a:sym typeface="Arial"/>
                        </a:rPr>
                        <a:t>Stockout Rate</a:t>
                      </a:r>
                    </a:p>
                  </a:txBody>
                  <a:tcPr anchor="ctr">
                    <a:lnL>
                      <a:noFill/>
                    </a:lnL>
                    <a:lnR>
                      <a:noFill/>
                    </a:lnR>
                    <a:lnT>
                      <a:noFill/>
                    </a:lnT>
                    <a:lnB w="3175">
                      <a:solidFill>
                        <a:srgbClr val="002060"/>
                      </a:solidFill>
                    </a:lnB>
                    <a:solidFill>
                      <a:srgbClr val="002060"/>
                    </a:solidFill>
                  </a:tcPr>
                </a:tc>
                <a:tc>
                  <a:txBody>
                    <a:bodyPr/>
                    <a:lstStyle/>
                    <a:p>
                      <a:pPr marL="0" marR="0" indent="0" algn="l" rtl="0" fontAlgn="base">
                        <a:lnSpc>
                          <a:spcPct val="100000"/>
                        </a:lnSpc>
                        <a:spcBef>
                          <a:spcPts val="0"/>
                        </a:spcBef>
                        <a:spcAft>
                          <a:spcPts val="0"/>
                        </a:spcAft>
                        <a:buClr>
                          <a:srgbClr val="000000"/>
                        </a:buClr>
                        <a:buFont typeface="Arial"/>
                        <a:buNone/>
                      </a:pPr>
                      <a:r>
                        <a:rPr lang="en-US" sz="900" b="1" i="0" u="none" strike="noStrike" cap="none">
                          <a:solidFill>
                            <a:schemeClr val="bg1"/>
                          </a:solidFill>
                          <a:effectLst/>
                          <a:latin typeface="Inter SemiBold"/>
                          <a:ea typeface="Calibri"/>
                          <a:cs typeface="Calibri"/>
                          <a:sym typeface="Arial"/>
                        </a:rPr>
                        <a:t>Inventory Turnover</a:t>
                      </a:r>
                    </a:p>
                  </a:txBody>
                  <a:tcPr anchor="ctr">
                    <a:lnL>
                      <a:noFill/>
                    </a:lnL>
                    <a:lnR>
                      <a:noFill/>
                    </a:lnR>
                    <a:lnT>
                      <a:noFill/>
                    </a:lnT>
                    <a:lnB w="3175">
                      <a:solidFill>
                        <a:srgbClr val="002060"/>
                      </a:solidFill>
                    </a:lnB>
                    <a:solidFill>
                      <a:srgbClr val="002060"/>
                    </a:solidFill>
                  </a:tcPr>
                </a:tc>
                <a:tc>
                  <a:txBody>
                    <a:bodyPr/>
                    <a:lstStyle/>
                    <a:p>
                      <a:pPr marL="0" marR="0" indent="0" algn="l" rtl="0" fontAlgn="base">
                        <a:lnSpc>
                          <a:spcPct val="100000"/>
                        </a:lnSpc>
                        <a:spcBef>
                          <a:spcPts val="0"/>
                        </a:spcBef>
                        <a:spcAft>
                          <a:spcPts val="0"/>
                        </a:spcAft>
                        <a:buClr>
                          <a:srgbClr val="000000"/>
                        </a:buClr>
                        <a:buFont typeface="Arial"/>
                        <a:buNone/>
                      </a:pPr>
                      <a:r>
                        <a:rPr lang="en-US" sz="900" b="1" i="0" u="none" strike="noStrike" cap="none">
                          <a:solidFill>
                            <a:schemeClr val="bg1"/>
                          </a:solidFill>
                          <a:effectLst/>
                          <a:latin typeface="Inter SemiBold"/>
                          <a:ea typeface="Calibri"/>
                          <a:cs typeface="Calibri"/>
                          <a:sym typeface="Arial"/>
                        </a:rPr>
                        <a:t>Total Revenue</a:t>
                      </a:r>
                    </a:p>
                  </a:txBody>
                  <a:tcPr anchor="ctr">
                    <a:lnL>
                      <a:noFill/>
                    </a:lnL>
                    <a:lnR>
                      <a:noFill/>
                    </a:lnR>
                    <a:lnT>
                      <a:noFill/>
                    </a:lnT>
                    <a:lnB w="3175">
                      <a:solidFill>
                        <a:srgbClr val="002060"/>
                      </a:solidFill>
                    </a:lnB>
                    <a:solidFill>
                      <a:srgbClr val="002060"/>
                    </a:solidFill>
                  </a:tcPr>
                </a:tc>
                <a:tc>
                  <a:txBody>
                    <a:bodyPr/>
                    <a:lstStyle/>
                    <a:p>
                      <a:pPr marL="0" marR="0" indent="0" algn="l" rtl="0" fontAlgn="base">
                        <a:lnSpc>
                          <a:spcPct val="100000"/>
                        </a:lnSpc>
                        <a:spcBef>
                          <a:spcPts val="0"/>
                        </a:spcBef>
                        <a:spcAft>
                          <a:spcPts val="0"/>
                        </a:spcAft>
                        <a:buClr>
                          <a:srgbClr val="000000"/>
                        </a:buClr>
                        <a:buFont typeface="Arial"/>
                        <a:buNone/>
                      </a:pPr>
                      <a:r>
                        <a:rPr lang="en-US" sz="900" b="1" i="0" u="none" strike="noStrike" cap="none">
                          <a:solidFill>
                            <a:schemeClr val="bg1"/>
                          </a:solidFill>
                          <a:effectLst/>
                          <a:latin typeface="Inter SemiBold"/>
                          <a:ea typeface="Calibri"/>
                          <a:cs typeface="Calibri"/>
                          <a:sym typeface="Arial"/>
                        </a:rPr>
                        <a:t>Total Units Sold</a:t>
                      </a:r>
                    </a:p>
                  </a:txBody>
                  <a:tcPr anchor="ctr">
                    <a:lnL>
                      <a:noFill/>
                    </a:lnL>
                    <a:lnR>
                      <a:noFill/>
                    </a:lnR>
                    <a:lnT>
                      <a:noFill/>
                    </a:lnT>
                    <a:lnB w="3175">
                      <a:solidFill>
                        <a:srgbClr val="002060"/>
                      </a:solidFill>
                    </a:lnB>
                    <a:solidFill>
                      <a:srgbClr val="002060"/>
                    </a:solidFill>
                  </a:tcPr>
                </a:tc>
                <a:extLst>
                  <a:ext uri="{0D108BD9-81ED-4DB2-BD59-A6C34878D82A}">
                    <a16:rowId xmlns:a16="http://schemas.microsoft.com/office/drawing/2014/main" val="3091832221"/>
                  </a:ext>
                </a:extLst>
              </a:tr>
              <a:tr h="199661">
                <a:tc>
                  <a:txBody>
                    <a:bodyPr/>
                    <a:lstStyle/>
                    <a:p>
                      <a:pPr marL="0" marR="0" indent="0" algn="l" rtl="0" fontAlgn="base">
                        <a:lnSpc>
                          <a:spcPct val="100000"/>
                        </a:lnSpc>
                        <a:spcBef>
                          <a:spcPts val="0"/>
                        </a:spcBef>
                        <a:spcAft>
                          <a:spcPts val="0"/>
                        </a:spcAft>
                        <a:buClr>
                          <a:srgbClr val="000000"/>
                        </a:buClr>
                        <a:buFont typeface="Arial"/>
                        <a:buNone/>
                      </a:pPr>
                      <a:r>
                        <a:rPr lang="en-US" sz="900" b="1" i="0" u="none" strike="noStrike" cap="none">
                          <a:solidFill>
                            <a:srgbClr val="334155"/>
                          </a:solidFill>
                          <a:effectLst/>
                          <a:latin typeface="Inter" panose="020B0604020202020204" charset="0"/>
                          <a:ea typeface="Calibri"/>
                          <a:cs typeface="Calibri"/>
                          <a:sym typeface="Arial"/>
                        </a:rPr>
                        <a:t>Princess Doll</a:t>
                      </a:r>
                    </a:p>
                  </a:txBody>
                  <a:tcPr anchor="ctr">
                    <a:lnL w="3175">
                      <a:solidFill>
                        <a:srgbClr val="002060"/>
                      </a:solidFill>
                    </a:lnL>
                    <a:lnR w="3175">
                      <a:solidFill>
                        <a:srgbClr val="002060"/>
                      </a:solidFill>
                    </a:lnR>
                    <a:lnT w="3175">
                      <a:solidFill>
                        <a:srgbClr val="002060"/>
                      </a:solidFill>
                    </a:lnT>
                    <a:lnB w="3175">
                      <a:solidFill>
                        <a:srgbClr val="002060"/>
                      </a:solidFill>
                    </a:lnB>
                    <a:solidFill>
                      <a:schemeClr val="bg1"/>
                    </a:solidFill>
                  </a:tcPr>
                </a:tc>
                <a:tc>
                  <a:txBody>
                    <a:bodyPr/>
                    <a:lstStyle/>
                    <a:p>
                      <a:pPr marL="0" marR="0" indent="0" algn="l" rtl="0" fontAlgn="base">
                        <a:lnSpc>
                          <a:spcPct val="100000"/>
                        </a:lnSpc>
                        <a:spcBef>
                          <a:spcPts val="0"/>
                        </a:spcBef>
                        <a:spcAft>
                          <a:spcPts val="0"/>
                        </a:spcAft>
                        <a:buClr>
                          <a:srgbClr val="000000"/>
                        </a:buClr>
                        <a:buFont typeface="Arial"/>
                        <a:buNone/>
                      </a:pPr>
                      <a:r>
                        <a:rPr lang="en-US" sz="900" b="0" i="0" u="none" strike="noStrike" cap="none">
                          <a:solidFill>
                            <a:srgbClr val="334155"/>
                          </a:solidFill>
                          <a:effectLst/>
                          <a:latin typeface="Inter" panose="020B0604020202020204" charset="0"/>
                          <a:ea typeface="Calibri"/>
                          <a:cs typeface="Calibri"/>
                          <a:sym typeface="Arial"/>
                        </a:rPr>
                        <a:t>Dolls</a:t>
                      </a:r>
                    </a:p>
                  </a:txBody>
                  <a:tcPr anchor="ctr">
                    <a:lnL w="3175">
                      <a:solidFill>
                        <a:srgbClr val="002060"/>
                      </a:solidFill>
                    </a:lnL>
                    <a:lnR w="3175">
                      <a:solidFill>
                        <a:srgbClr val="002060"/>
                      </a:solidFill>
                    </a:lnR>
                    <a:lnT w="3175">
                      <a:solidFill>
                        <a:srgbClr val="002060"/>
                      </a:solidFill>
                    </a:lnT>
                    <a:lnB w="3175">
                      <a:solidFill>
                        <a:srgbClr val="002060"/>
                      </a:solidFill>
                    </a:lnB>
                    <a:solidFill>
                      <a:schemeClr val="bg1"/>
                    </a:solidFill>
                  </a:tcPr>
                </a:tc>
                <a:tc>
                  <a:txBody>
                    <a:bodyPr/>
                    <a:lstStyle/>
                    <a:p>
                      <a:pPr marL="0" marR="0" indent="0" algn="l" rtl="0" fontAlgn="base">
                        <a:lnSpc>
                          <a:spcPct val="100000"/>
                        </a:lnSpc>
                        <a:spcBef>
                          <a:spcPts val="0"/>
                        </a:spcBef>
                        <a:spcAft>
                          <a:spcPts val="0"/>
                        </a:spcAft>
                        <a:buClr>
                          <a:srgbClr val="000000"/>
                        </a:buClr>
                        <a:buFont typeface="Arial"/>
                        <a:buNone/>
                      </a:pPr>
                      <a:r>
                        <a:rPr lang="en-US" sz="900" b="1" i="0" u="none" strike="noStrike" cap="none">
                          <a:solidFill>
                            <a:srgbClr val="B91C1C"/>
                          </a:solidFill>
                          <a:effectLst/>
                          <a:latin typeface="Inter" panose="020B0604020202020204" charset="0"/>
                          <a:ea typeface="Calibri"/>
                          <a:cs typeface="Calibri"/>
                          <a:sym typeface="Arial"/>
                        </a:rPr>
                        <a:t>5 events</a:t>
                      </a:r>
                    </a:p>
                  </a:txBody>
                  <a:tcPr anchor="ctr">
                    <a:lnL w="3175">
                      <a:solidFill>
                        <a:srgbClr val="002060"/>
                      </a:solidFill>
                    </a:lnL>
                    <a:lnR w="3175">
                      <a:solidFill>
                        <a:srgbClr val="002060"/>
                      </a:solidFill>
                    </a:lnR>
                    <a:lnT w="3175">
                      <a:solidFill>
                        <a:srgbClr val="002060"/>
                      </a:solidFill>
                    </a:lnT>
                    <a:lnB w="3175">
                      <a:solidFill>
                        <a:srgbClr val="002060"/>
                      </a:solidFill>
                    </a:lnB>
                    <a:solidFill>
                      <a:schemeClr val="bg1"/>
                    </a:solidFill>
                  </a:tcPr>
                </a:tc>
                <a:tc>
                  <a:txBody>
                    <a:bodyPr/>
                    <a:lstStyle/>
                    <a:p>
                      <a:pPr marL="0" marR="0" indent="0" algn="l" rtl="0" fontAlgn="base">
                        <a:lnSpc>
                          <a:spcPct val="100000"/>
                        </a:lnSpc>
                        <a:spcBef>
                          <a:spcPts val="0"/>
                        </a:spcBef>
                        <a:spcAft>
                          <a:spcPts val="0"/>
                        </a:spcAft>
                        <a:buClr>
                          <a:srgbClr val="000000"/>
                        </a:buClr>
                        <a:buFont typeface="Arial"/>
                        <a:buNone/>
                      </a:pPr>
                      <a:r>
                        <a:rPr lang="en-US" sz="900" b="0" i="0" u="none" strike="noStrike" cap="none">
                          <a:solidFill>
                            <a:srgbClr val="334155"/>
                          </a:solidFill>
                          <a:effectLst/>
                          <a:latin typeface="Inter" panose="020B0604020202020204" charset="0"/>
                          <a:ea typeface="Calibri"/>
                          <a:cs typeface="Calibri"/>
                          <a:sym typeface="Arial"/>
                        </a:rPr>
                        <a:t>0.95%</a:t>
                      </a:r>
                    </a:p>
                  </a:txBody>
                  <a:tcPr anchor="ctr">
                    <a:lnL w="3175">
                      <a:solidFill>
                        <a:srgbClr val="002060"/>
                      </a:solidFill>
                    </a:lnL>
                    <a:lnR w="3175">
                      <a:solidFill>
                        <a:srgbClr val="002060"/>
                      </a:solidFill>
                    </a:lnR>
                    <a:lnT w="3175">
                      <a:solidFill>
                        <a:srgbClr val="002060"/>
                      </a:solidFill>
                    </a:lnT>
                    <a:lnB w="3175">
                      <a:solidFill>
                        <a:srgbClr val="002060"/>
                      </a:solidFill>
                    </a:lnB>
                    <a:solidFill>
                      <a:schemeClr val="bg1"/>
                    </a:solidFill>
                  </a:tcPr>
                </a:tc>
                <a:tc>
                  <a:txBody>
                    <a:bodyPr/>
                    <a:lstStyle/>
                    <a:p>
                      <a:pPr marL="0" marR="0" indent="0" algn="l" rtl="0" fontAlgn="base">
                        <a:lnSpc>
                          <a:spcPct val="100000"/>
                        </a:lnSpc>
                        <a:spcBef>
                          <a:spcPts val="0"/>
                        </a:spcBef>
                        <a:spcAft>
                          <a:spcPts val="0"/>
                        </a:spcAft>
                        <a:buClr>
                          <a:srgbClr val="000000"/>
                        </a:buClr>
                        <a:buFont typeface="Arial"/>
                        <a:buNone/>
                      </a:pPr>
                      <a:r>
                        <a:rPr lang="en-US" sz="900" b="1" i="0" u="none" strike="noStrike" cap="none">
                          <a:solidFill>
                            <a:srgbClr val="15803D"/>
                          </a:solidFill>
                          <a:effectLst/>
                          <a:latin typeface="Inter" panose="020B0604020202020204" charset="0"/>
                          <a:ea typeface="Calibri"/>
                          <a:cs typeface="Calibri"/>
                          <a:sym typeface="Arial"/>
                        </a:rPr>
                        <a:t>63.32</a:t>
                      </a:r>
                    </a:p>
                  </a:txBody>
                  <a:tcPr anchor="ctr">
                    <a:lnL w="3175">
                      <a:solidFill>
                        <a:srgbClr val="002060"/>
                      </a:solidFill>
                    </a:lnL>
                    <a:lnR w="3175">
                      <a:solidFill>
                        <a:srgbClr val="002060"/>
                      </a:solidFill>
                    </a:lnR>
                    <a:lnT w="3175">
                      <a:solidFill>
                        <a:srgbClr val="002060"/>
                      </a:solidFill>
                    </a:lnT>
                    <a:lnB w="3175">
                      <a:solidFill>
                        <a:srgbClr val="002060"/>
                      </a:solidFill>
                    </a:lnB>
                    <a:solidFill>
                      <a:schemeClr val="bg1"/>
                    </a:solidFill>
                  </a:tcPr>
                </a:tc>
                <a:tc>
                  <a:txBody>
                    <a:bodyPr/>
                    <a:lstStyle/>
                    <a:p>
                      <a:pPr marL="0" marR="0" indent="0" algn="l" rtl="0" fontAlgn="base">
                        <a:lnSpc>
                          <a:spcPct val="100000"/>
                        </a:lnSpc>
                        <a:spcBef>
                          <a:spcPts val="0"/>
                        </a:spcBef>
                        <a:spcAft>
                          <a:spcPts val="0"/>
                        </a:spcAft>
                        <a:buClr>
                          <a:srgbClr val="000000"/>
                        </a:buClr>
                        <a:buFont typeface="Arial"/>
                        <a:buNone/>
                      </a:pPr>
                      <a:r>
                        <a:rPr lang="en-US" sz="900" b="0" i="0" u="none" strike="noStrike" cap="none">
                          <a:solidFill>
                            <a:srgbClr val="334155"/>
                          </a:solidFill>
                          <a:effectLst/>
                          <a:latin typeface="Inter" panose="020B0604020202020204" charset="0"/>
                          <a:ea typeface="Calibri"/>
                          <a:cs typeface="Calibri"/>
                          <a:sym typeface="Arial"/>
                        </a:rPr>
                        <a:t>₹3.70M</a:t>
                      </a:r>
                    </a:p>
                  </a:txBody>
                  <a:tcPr anchor="ctr">
                    <a:lnL w="3175">
                      <a:solidFill>
                        <a:srgbClr val="002060"/>
                      </a:solidFill>
                    </a:lnL>
                    <a:lnR w="3175">
                      <a:solidFill>
                        <a:srgbClr val="002060"/>
                      </a:solidFill>
                    </a:lnR>
                    <a:lnT w="3175">
                      <a:solidFill>
                        <a:srgbClr val="002060"/>
                      </a:solidFill>
                    </a:lnT>
                    <a:lnB w="3175">
                      <a:solidFill>
                        <a:srgbClr val="002060"/>
                      </a:solidFill>
                    </a:lnB>
                    <a:solidFill>
                      <a:schemeClr val="bg1"/>
                    </a:solidFill>
                  </a:tcPr>
                </a:tc>
                <a:tc>
                  <a:txBody>
                    <a:bodyPr/>
                    <a:lstStyle/>
                    <a:p>
                      <a:pPr marL="0" marR="0" indent="0" algn="ctr" rtl="0" fontAlgn="base">
                        <a:lnSpc>
                          <a:spcPct val="100000"/>
                        </a:lnSpc>
                        <a:spcBef>
                          <a:spcPts val="0"/>
                        </a:spcBef>
                        <a:spcAft>
                          <a:spcPts val="0"/>
                        </a:spcAft>
                        <a:buClr>
                          <a:srgbClr val="000000"/>
                        </a:buClr>
                        <a:buFont typeface="Arial"/>
                        <a:buNone/>
                      </a:pPr>
                      <a:r>
                        <a:rPr lang="en-US" sz="900" b="0" i="0" u="none" strike="noStrike" cap="none">
                          <a:solidFill>
                            <a:srgbClr val="334155"/>
                          </a:solidFill>
                          <a:effectLst/>
                          <a:latin typeface="Inter"/>
                          <a:ea typeface="Calibri"/>
                          <a:cs typeface="Calibri"/>
                        </a:rPr>
                        <a:t>6,731</a:t>
                      </a:r>
                      <a:endParaRPr lang="en-US" sz="900" b="0" i="0" u="none" strike="noStrike" cap="none">
                        <a:solidFill>
                          <a:srgbClr val="334155"/>
                        </a:solidFill>
                        <a:effectLst/>
                        <a:latin typeface="Inter" panose="020B0604020202020204" charset="0"/>
                        <a:ea typeface="Calibri"/>
                        <a:cs typeface="Calibri"/>
                        <a:sym typeface="Arial"/>
                      </a:endParaRPr>
                    </a:p>
                  </a:txBody>
                  <a:tcPr anchor="ctr">
                    <a:lnL w="3175">
                      <a:solidFill>
                        <a:srgbClr val="002060"/>
                      </a:solidFill>
                    </a:lnL>
                    <a:lnR w="3175">
                      <a:solidFill>
                        <a:srgbClr val="002060"/>
                      </a:solidFill>
                    </a:lnR>
                    <a:lnT w="3175">
                      <a:solidFill>
                        <a:srgbClr val="002060"/>
                      </a:solidFill>
                    </a:lnT>
                    <a:lnB w="3175">
                      <a:solidFill>
                        <a:srgbClr val="002060"/>
                      </a:solidFill>
                    </a:lnB>
                    <a:solidFill>
                      <a:schemeClr val="bg1"/>
                    </a:solidFill>
                  </a:tcPr>
                </a:tc>
                <a:extLst>
                  <a:ext uri="{0D108BD9-81ED-4DB2-BD59-A6C34878D82A}">
                    <a16:rowId xmlns:a16="http://schemas.microsoft.com/office/drawing/2014/main" val="1122539299"/>
                  </a:ext>
                </a:extLst>
              </a:tr>
              <a:tr h="199661">
                <a:tc>
                  <a:txBody>
                    <a:bodyPr/>
                    <a:lstStyle/>
                    <a:p>
                      <a:pPr marL="0" marR="0" indent="0" algn="l" rtl="0" fontAlgn="base">
                        <a:lnSpc>
                          <a:spcPct val="100000"/>
                        </a:lnSpc>
                        <a:spcBef>
                          <a:spcPts val="0"/>
                        </a:spcBef>
                        <a:spcAft>
                          <a:spcPts val="0"/>
                        </a:spcAft>
                        <a:buClr>
                          <a:srgbClr val="000000"/>
                        </a:buClr>
                        <a:buFont typeface="Arial"/>
                        <a:buNone/>
                      </a:pPr>
                      <a:r>
                        <a:rPr lang="en-US" sz="900" b="1" i="0" u="none" strike="noStrike" cap="none">
                          <a:solidFill>
                            <a:srgbClr val="334155"/>
                          </a:solidFill>
                          <a:effectLst/>
                          <a:latin typeface="Inter" panose="020B0604020202020204" charset="0"/>
                          <a:ea typeface="Calibri"/>
                          <a:cs typeface="Calibri"/>
                          <a:sym typeface="Arial"/>
                        </a:rPr>
                        <a:t>Baby Doll Deluxe</a:t>
                      </a:r>
                    </a:p>
                  </a:txBody>
                  <a:tcPr anchor="ctr">
                    <a:lnL w="3175">
                      <a:solidFill>
                        <a:srgbClr val="002060"/>
                      </a:solidFill>
                    </a:lnL>
                    <a:lnR w="3175">
                      <a:solidFill>
                        <a:srgbClr val="002060"/>
                      </a:solidFill>
                    </a:lnR>
                    <a:lnT w="3175">
                      <a:solidFill>
                        <a:srgbClr val="002060"/>
                      </a:solidFill>
                    </a:lnT>
                    <a:lnB w="3175">
                      <a:solidFill>
                        <a:srgbClr val="002060"/>
                      </a:solidFill>
                    </a:lnB>
                    <a:solidFill>
                      <a:schemeClr val="bg1"/>
                    </a:solidFill>
                  </a:tcPr>
                </a:tc>
                <a:tc>
                  <a:txBody>
                    <a:bodyPr/>
                    <a:lstStyle/>
                    <a:p>
                      <a:pPr marL="0" marR="0" indent="0" algn="l" rtl="0" fontAlgn="base">
                        <a:lnSpc>
                          <a:spcPct val="100000"/>
                        </a:lnSpc>
                        <a:spcBef>
                          <a:spcPts val="0"/>
                        </a:spcBef>
                        <a:spcAft>
                          <a:spcPts val="0"/>
                        </a:spcAft>
                        <a:buClr>
                          <a:srgbClr val="000000"/>
                        </a:buClr>
                        <a:buFont typeface="Arial"/>
                        <a:buNone/>
                      </a:pPr>
                      <a:r>
                        <a:rPr lang="en-US" sz="900" b="0" i="0" u="none" strike="noStrike" cap="none">
                          <a:solidFill>
                            <a:srgbClr val="334155"/>
                          </a:solidFill>
                          <a:effectLst/>
                          <a:latin typeface="Inter" panose="020B0604020202020204" charset="0"/>
                          <a:ea typeface="Calibri"/>
                          <a:cs typeface="Calibri"/>
                          <a:sym typeface="Arial"/>
                        </a:rPr>
                        <a:t>Dolls</a:t>
                      </a:r>
                    </a:p>
                  </a:txBody>
                  <a:tcPr anchor="ctr">
                    <a:lnL w="3175">
                      <a:solidFill>
                        <a:srgbClr val="002060"/>
                      </a:solidFill>
                    </a:lnL>
                    <a:lnR w="3175">
                      <a:solidFill>
                        <a:srgbClr val="002060"/>
                      </a:solidFill>
                    </a:lnR>
                    <a:lnT w="3175">
                      <a:solidFill>
                        <a:srgbClr val="002060"/>
                      </a:solidFill>
                    </a:lnT>
                    <a:lnB w="3175">
                      <a:solidFill>
                        <a:srgbClr val="002060"/>
                      </a:solidFill>
                    </a:lnB>
                    <a:solidFill>
                      <a:schemeClr val="bg1"/>
                    </a:solidFill>
                  </a:tcPr>
                </a:tc>
                <a:tc rowSpan="2">
                  <a:txBody>
                    <a:bodyPr/>
                    <a:lstStyle/>
                    <a:p>
                      <a:pPr marL="0" marR="0" indent="0" algn="l" rtl="0" fontAlgn="base">
                        <a:lnSpc>
                          <a:spcPct val="100000"/>
                        </a:lnSpc>
                        <a:spcBef>
                          <a:spcPts val="0"/>
                        </a:spcBef>
                        <a:spcAft>
                          <a:spcPts val="0"/>
                        </a:spcAft>
                        <a:buClr>
                          <a:srgbClr val="000000"/>
                        </a:buClr>
                        <a:buFont typeface="Arial"/>
                        <a:buNone/>
                      </a:pPr>
                      <a:r>
                        <a:rPr lang="en-US" sz="900" b="1" i="0" u="none" strike="noStrike" cap="none">
                          <a:solidFill>
                            <a:srgbClr val="B45309"/>
                          </a:solidFill>
                          <a:effectLst/>
                          <a:latin typeface="Inter" panose="020B0604020202020204" charset="0"/>
                          <a:ea typeface="Calibri"/>
                          <a:cs typeface="Calibri"/>
                          <a:sym typeface="Arial"/>
                        </a:rPr>
                        <a:t>2 events</a:t>
                      </a:r>
                    </a:p>
                  </a:txBody>
                  <a:tcPr anchor="ctr">
                    <a:lnL w="3175">
                      <a:solidFill>
                        <a:srgbClr val="002060"/>
                      </a:solidFill>
                    </a:lnL>
                    <a:lnR w="3175">
                      <a:solidFill>
                        <a:srgbClr val="002060"/>
                      </a:solidFill>
                    </a:lnR>
                    <a:lnT w="3175">
                      <a:solidFill>
                        <a:srgbClr val="002060"/>
                      </a:solidFill>
                    </a:lnT>
                    <a:lnB w="3175">
                      <a:solidFill>
                        <a:srgbClr val="002060"/>
                      </a:solidFill>
                    </a:lnB>
                    <a:solidFill>
                      <a:schemeClr val="bg1"/>
                    </a:solidFill>
                  </a:tcPr>
                </a:tc>
                <a:tc>
                  <a:txBody>
                    <a:bodyPr/>
                    <a:lstStyle/>
                    <a:p>
                      <a:pPr marL="0" marR="0" indent="0" algn="l" rtl="0" fontAlgn="base">
                        <a:lnSpc>
                          <a:spcPct val="100000"/>
                        </a:lnSpc>
                        <a:spcBef>
                          <a:spcPts val="0"/>
                        </a:spcBef>
                        <a:spcAft>
                          <a:spcPts val="0"/>
                        </a:spcAft>
                        <a:buClr>
                          <a:srgbClr val="000000"/>
                        </a:buClr>
                        <a:buFont typeface="Arial"/>
                        <a:buNone/>
                      </a:pPr>
                      <a:r>
                        <a:rPr lang="en-US" sz="900" b="0" i="0" u="none" strike="noStrike" cap="none">
                          <a:solidFill>
                            <a:srgbClr val="334155"/>
                          </a:solidFill>
                          <a:effectLst/>
                          <a:latin typeface="Inter" panose="020B0604020202020204" charset="0"/>
                          <a:ea typeface="Calibri"/>
                          <a:cs typeface="Calibri"/>
                          <a:sym typeface="Arial"/>
                        </a:rPr>
                        <a:t>0.37%</a:t>
                      </a:r>
                    </a:p>
                  </a:txBody>
                  <a:tcPr anchor="ctr">
                    <a:lnL w="3175">
                      <a:solidFill>
                        <a:srgbClr val="002060"/>
                      </a:solidFill>
                    </a:lnL>
                    <a:lnR w="3175">
                      <a:solidFill>
                        <a:srgbClr val="002060"/>
                      </a:solidFill>
                    </a:lnR>
                    <a:lnT w="3175">
                      <a:solidFill>
                        <a:srgbClr val="002060"/>
                      </a:solidFill>
                    </a:lnT>
                    <a:lnB w="3175">
                      <a:solidFill>
                        <a:srgbClr val="002060"/>
                      </a:solidFill>
                    </a:lnB>
                    <a:solidFill>
                      <a:schemeClr val="bg1"/>
                    </a:solidFill>
                  </a:tcPr>
                </a:tc>
                <a:tc>
                  <a:txBody>
                    <a:bodyPr/>
                    <a:lstStyle/>
                    <a:p>
                      <a:pPr marL="0" marR="0" indent="0" algn="l" rtl="0" fontAlgn="base">
                        <a:lnSpc>
                          <a:spcPct val="100000"/>
                        </a:lnSpc>
                        <a:spcBef>
                          <a:spcPts val="0"/>
                        </a:spcBef>
                        <a:spcAft>
                          <a:spcPts val="0"/>
                        </a:spcAft>
                        <a:buClr>
                          <a:srgbClr val="000000"/>
                        </a:buClr>
                        <a:buFont typeface="Arial"/>
                        <a:buNone/>
                      </a:pPr>
                      <a:r>
                        <a:rPr lang="en-US" sz="900" b="1" i="0" u="none" strike="noStrike" cap="none">
                          <a:solidFill>
                            <a:srgbClr val="15803D"/>
                          </a:solidFill>
                          <a:effectLst/>
                          <a:latin typeface="Inter" panose="020B0604020202020204" charset="0"/>
                          <a:ea typeface="Calibri"/>
                          <a:cs typeface="Calibri"/>
                          <a:sym typeface="Arial"/>
                        </a:rPr>
                        <a:t>62.71</a:t>
                      </a:r>
                    </a:p>
                  </a:txBody>
                  <a:tcPr anchor="ctr">
                    <a:lnL w="3175">
                      <a:solidFill>
                        <a:srgbClr val="002060"/>
                      </a:solidFill>
                    </a:lnL>
                    <a:lnR w="3175">
                      <a:solidFill>
                        <a:srgbClr val="002060"/>
                      </a:solidFill>
                    </a:lnR>
                    <a:lnT w="3175">
                      <a:solidFill>
                        <a:srgbClr val="002060"/>
                      </a:solidFill>
                    </a:lnT>
                    <a:lnB w="3175">
                      <a:solidFill>
                        <a:srgbClr val="002060"/>
                      </a:solidFill>
                    </a:lnB>
                    <a:solidFill>
                      <a:schemeClr val="bg1"/>
                    </a:solidFill>
                  </a:tcPr>
                </a:tc>
                <a:tc>
                  <a:txBody>
                    <a:bodyPr/>
                    <a:lstStyle/>
                    <a:p>
                      <a:pPr marL="0" marR="0" indent="0" algn="l" rtl="0" fontAlgn="base">
                        <a:lnSpc>
                          <a:spcPct val="100000"/>
                        </a:lnSpc>
                        <a:spcBef>
                          <a:spcPts val="0"/>
                        </a:spcBef>
                        <a:spcAft>
                          <a:spcPts val="0"/>
                        </a:spcAft>
                        <a:buClr>
                          <a:srgbClr val="000000"/>
                        </a:buClr>
                        <a:buFont typeface="Arial"/>
                        <a:buNone/>
                      </a:pPr>
                      <a:r>
                        <a:rPr lang="en-US" sz="900" b="0" i="0" u="none" strike="noStrike" cap="none">
                          <a:solidFill>
                            <a:srgbClr val="334155"/>
                          </a:solidFill>
                          <a:effectLst/>
                          <a:latin typeface="Inter" panose="020B0604020202020204" charset="0"/>
                          <a:ea typeface="Calibri"/>
                          <a:cs typeface="Calibri"/>
                          <a:sym typeface="Arial"/>
                        </a:rPr>
                        <a:t>₹4.44M</a:t>
                      </a:r>
                    </a:p>
                  </a:txBody>
                  <a:tcPr anchor="ctr">
                    <a:lnL w="3175">
                      <a:solidFill>
                        <a:srgbClr val="002060"/>
                      </a:solidFill>
                    </a:lnL>
                    <a:lnR w="3175">
                      <a:solidFill>
                        <a:srgbClr val="002060"/>
                      </a:solidFill>
                    </a:lnR>
                    <a:lnT w="3175">
                      <a:solidFill>
                        <a:srgbClr val="002060"/>
                      </a:solidFill>
                    </a:lnT>
                    <a:lnB w="3175">
                      <a:solidFill>
                        <a:srgbClr val="002060"/>
                      </a:solidFill>
                    </a:lnB>
                    <a:solidFill>
                      <a:schemeClr val="bg1"/>
                    </a:solidFill>
                  </a:tcPr>
                </a:tc>
                <a:tc>
                  <a:txBody>
                    <a:bodyPr/>
                    <a:lstStyle/>
                    <a:p>
                      <a:pPr marL="0" marR="0" indent="0" algn="ctr" rtl="0" fontAlgn="base">
                        <a:lnSpc>
                          <a:spcPct val="100000"/>
                        </a:lnSpc>
                        <a:spcBef>
                          <a:spcPts val="0"/>
                        </a:spcBef>
                        <a:spcAft>
                          <a:spcPts val="0"/>
                        </a:spcAft>
                        <a:buClr>
                          <a:srgbClr val="000000"/>
                        </a:buClr>
                        <a:buFont typeface="Arial"/>
                        <a:buNone/>
                      </a:pPr>
                      <a:r>
                        <a:rPr lang="en-US" sz="900" b="0" i="0" u="none" strike="noStrike" cap="none">
                          <a:solidFill>
                            <a:srgbClr val="334155"/>
                          </a:solidFill>
                          <a:effectLst/>
                          <a:latin typeface="Inter"/>
                          <a:ea typeface="Calibri"/>
                          <a:cs typeface="Calibri"/>
                        </a:rPr>
                        <a:t>6,845</a:t>
                      </a:r>
                      <a:endParaRPr lang="en-US" sz="900" b="0" i="0" u="none" strike="noStrike" cap="none">
                        <a:solidFill>
                          <a:srgbClr val="334155"/>
                        </a:solidFill>
                        <a:effectLst/>
                        <a:latin typeface="Inter" panose="020B0604020202020204" charset="0"/>
                        <a:ea typeface="Calibri"/>
                        <a:cs typeface="Calibri"/>
                        <a:sym typeface="Arial"/>
                      </a:endParaRPr>
                    </a:p>
                  </a:txBody>
                  <a:tcPr anchor="ctr">
                    <a:lnL w="3175">
                      <a:solidFill>
                        <a:srgbClr val="002060"/>
                      </a:solidFill>
                    </a:lnL>
                    <a:lnR w="3175">
                      <a:solidFill>
                        <a:srgbClr val="002060"/>
                      </a:solidFill>
                    </a:lnR>
                    <a:lnT w="3175">
                      <a:solidFill>
                        <a:srgbClr val="002060"/>
                      </a:solidFill>
                    </a:lnT>
                    <a:lnB w="3175">
                      <a:solidFill>
                        <a:srgbClr val="002060"/>
                      </a:solidFill>
                    </a:lnB>
                    <a:solidFill>
                      <a:schemeClr val="bg1"/>
                    </a:solidFill>
                  </a:tcPr>
                </a:tc>
                <a:extLst>
                  <a:ext uri="{0D108BD9-81ED-4DB2-BD59-A6C34878D82A}">
                    <a16:rowId xmlns:a16="http://schemas.microsoft.com/office/drawing/2014/main" val="2132944767"/>
                  </a:ext>
                </a:extLst>
              </a:tr>
              <a:tr h="199661">
                <a:tc>
                  <a:txBody>
                    <a:bodyPr/>
                    <a:lstStyle/>
                    <a:p>
                      <a:pPr marL="0" marR="0" indent="0" algn="l" rtl="0" fontAlgn="base">
                        <a:lnSpc>
                          <a:spcPct val="100000"/>
                        </a:lnSpc>
                        <a:spcBef>
                          <a:spcPts val="0"/>
                        </a:spcBef>
                        <a:spcAft>
                          <a:spcPts val="0"/>
                        </a:spcAft>
                        <a:buClr>
                          <a:srgbClr val="000000"/>
                        </a:buClr>
                        <a:buFont typeface="Arial"/>
                        <a:buNone/>
                      </a:pPr>
                      <a:r>
                        <a:rPr lang="en-US" sz="900" b="1" i="0" u="none" strike="noStrike" cap="none" err="1">
                          <a:solidFill>
                            <a:srgbClr val="334155"/>
                          </a:solidFill>
                          <a:effectLst/>
                          <a:latin typeface="Inter" panose="020B0604020202020204" charset="0"/>
                          <a:ea typeface="Calibri"/>
                          <a:cs typeface="Calibri"/>
                          <a:sym typeface="Arial"/>
                        </a:rPr>
                        <a:t>SuperHero</a:t>
                      </a:r>
                      <a:r>
                        <a:rPr lang="en-US" sz="900" b="1" i="0" u="none" strike="noStrike" cap="none">
                          <a:solidFill>
                            <a:srgbClr val="334155"/>
                          </a:solidFill>
                          <a:effectLst/>
                          <a:latin typeface="Inter" panose="020B0604020202020204" charset="0"/>
                          <a:ea typeface="Calibri"/>
                          <a:cs typeface="Calibri"/>
                          <a:sym typeface="Arial"/>
                        </a:rPr>
                        <a:t> Warrior</a:t>
                      </a:r>
                    </a:p>
                  </a:txBody>
                  <a:tcPr anchor="ctr">
                    <a:lnL w="3175">
                      <a:solidFill>
                        <a:srgbClr val="002060"/>
                      </a:solidFill>
                    </a:lnL>
                    <a:lnR w="3175">
                      <a:solidFill>
                        <a:srgbClr val="002060"/>
                      </a:solidFill>
                    </a:lnR>
                    <a:lnT w="3175">
                      <a:solidFill>
                        <a:srgbClr val="002060"/>
                      </a:solidFill>
                    </a:lnT>
                    <a:lnB w="3175">
                      <a:solidFill>
                        <a:srgbClr val="002060"/>
                      </a:solidFill>
                    </a:lnB>
                    <a:solidFill>
                      <a:schemeClr val="bg1"/>
                    </a:solidFill>
                  </a:tcPr>
                </a:tc>
                <a:tc>
                  <a:txBody>
                    <a:bodyPr/>
                    <a:lstStyle/>
                    <a:p>
                      <a:pPr marL="0" marR="0" indent="0" algn="l" rtl="0" fontAlgn="base">
                        <a:lnSpc>
                          <a:spcPct val="100000"/>
                        </a:lnSpc>
                        <a:spcBef>
                          <a:spcPts val="0"/>
                        </a:spcBef>
                        <a:spcAft>
                          <a:spcPts val="0"/>
                        </a:spcAft>
                        <a:buClr>
                          <a:srgbClr val="000000"/>
                        </a:buClr>
                        <a:buFont typeface="Arial"/>
                        <a:buNone/>
                      </a:pPr>
                      <a:r>
                        <a:rPr lang="en-US" sz="900" b="0" i="0" u="none" strike="noStrike" cap="none">
                          <a:solidFill>
                            <a:srgbClr val="334155"/>
                          </a:solidFill>
                          <a:effectLst/>
                          <a:latin typeface="Inter" panose="020B0604020202020204" charset="0"/>
                          <a:ea typeface="Calibri"/>
                          <a:cs typeface="Calibri"/>
                          <a:sym typeface="Arial"/>
                        </a:rPr>
                        <a:t>Action Figures</a:t>
                      </a:r>
                    </a:p>
                  </a:txBody>
                  <a:tcPr anchor="ctr">
                    <a:lnL w="3175">
                      <a:solidFill>
                        <a:srgbClr val="002060"/>
                      </a:solidFill>
                    </a:lnL>
                    <a:lnR w="3175">
                      <a:solidFill>
                        <a:srgbClr val="002060"/>
                      </a:solidFill>
                    </a:lnR>
                    <a:lnT w="3175">
                      <a:solidFill>
                        <a:srgbClr val="002060"/>
                      </a:solidFill>
                    </a:lnT>
                    <a:lnB w="3175">
                      <a:solidFill>
                        <a:srgbClr val="002060"/>
                      </a:solidFill>
                    </a:lnB>
                    <a:solidFill>
                      <a:schemeClr val="bg1"/>
                    </a:solidFill>
                  </a:tcPr>
                </a:tc>
                <a:tc vMerge="1">
                  <a:txBody>
                    <a:bodyPr/>
                    <a:lstStyle/>
                    <a:p>
                      <a:endParaRPr lang="en-US" sz="900" b="1" i="0" u="none" strike="noStrike" cap="none">
                        <a:solidFill>
                          <a:srgbClr val="B45309"/>
                        </a:solidFill>
                        <a:effectLst/>
                        <a:latin typeface="Inter" panose="020B0604020202020204" charset="0"/>
                        <a:ea typeface="Calibri"/>
                        <a:cs typeface="Calibri"/>
                        <a:sym typeface="Arial"/>
                      </a:endParaRPr>
                    </a:p>
                  </a:txBody>
                  <a:tcPr anchor="ctr">
                    <a:lnL w="3175">
                      <a:solidFill>
                        <a:srgbClr val="002060"/>
                      </a:solidFill>
                    </a:lnL>
                    <a:lnR w="3175">
                      <a:solidFill>
                        <a:srgbClr val="002060"/>
                      </a:solidFill>
                    </a:lnR>
                    <a:lnT w="3175">
                      <a:solidFill>
                        <a:srgbClr val="002060"/>
                      </a:solidFill>
                    </a:lnT>
                    <a:lnB w="3175">
                      <a:solidFill>
                        <a:srgbClr val="002060"/>
                      </a:solidFill>
                    </a:lnB>
                    <a:solidFill>
                      <a:schemeClr val="bg1"/>
                    </a:solidFill>
                  </a:tcPr>
                </a:tc>
                <a:tc>
                  <a:txBody>
                    <a:bodyPr/>
                    <a:lstStyle/>
                    <a:p>
                      <a:pPr marL="0" marR="0" indent="0" algn="l" rtl="0" fontAlgn="base">
                        <a:lnSpc>
                          <a:spcPct val="100000"/>
                        </a:lnSpc>
                        <a:spcBef>
                          <a:spcPts val="0"/>
                        </a:spcBef>
                        <a:spcAft>
                          <a:spcPts val="0"/>
                        </a:spcAft>
                        <a:buClr>
                          <a:srgbClr val="000000"/>
                        </a:buClr>
                        <a:buFont typeface="Arial"/>
                        <a:buNone/>
                      </a:pPr>
                      <a:r>
                        <a:rPr lang="en-US" sz="900" b="0" i="0" u="none" strike="noStrike" cap="none">
                          <a:solidFill>
                            <a:srgbClr val="334155"/>
                          </a:solidFill>
                          <a:effectLst/>
                          <a:latin typeface="Inter" panose="020B0604020202020204" charset="0"/>
                          <a:ea typeface="Calibri"/>
                          <a:cs typeface="Calibri"/>
                          <a:sym typeface="Arial"/>
                        </a:rPr>
                        <a:t>0.42%</a:t>
                      </a:r>
                    </a:p>
                  </a:txBody>
                  <a:tcPr anchor="ctr">
                    <a:lnL w="3175">
                      <a:solidFill>
                        <a:srgbClr val="002060"/>
                      </a:solidFill>
                    </a:lnL>
                    <a:lnR w="3175">
                      <a:solidFill>
                        <a:srgbClr val="002060"/>
                      </a:solidFill>
                    </a:lnR>
                    <a:lnT w="3175">
                      <a:solidFill>
                        <a:srgbClr val="002060"/>
                      </a:solidFill>
                    </a:lnT>
                    <a:lnB w="3175">
                      <a:solidFill>
                        <a:srgbClr val="002060"/>
                      </a:solidFill>
                    </a:lnB>
                    <a:solidFill>
                      <a:schemeClr val="bg1"/>
                    </a:solidFill>
                  </a:tcPr>
                </a:tc>
                <a:tc>
                  <a:txBody>
                    <a:bodyPr/>
                    <a:lstStyle/>
                    <a:p>
                      <a:pPr marL="0" marR="0" indent="0" algn="l" rtl="0" fontAlgn="base">
                        <a:lnSpc>
                          <a:spcPct val="100000"/>
                        </a:lnSpc>
                        <a:spcBef>
                          <a:spcPts val="0"/>
                        </a:spcBef>
                        <a:spcAft>
                          <a:spcPts val="0"/>
                        </a:spcAft>
                        <a:buClr>
                          <a:srgbClr val="000000"/>
                        </a:buClr>
                        <a:buFont typeface="Arial"/>
                        <a:buNone/>
                      </a:pPr>
                      <a:r>
                        <a:rPr lang="en-US" sz="900" b="0" i="0" u="none" strike="noStrike" cap="none">
                          <a:solidFill>
                            <a:srgbClr val="334155"/>
                          </a:solidFill>
                          <a:effectLst/>
                          <a:latin typeface="Inter" panose="020B0604020202020204" charset="0"/>
                          <a:ea typeface="Calibri"/>
                          <a:cs typeface="Calibri"/>
                          <a:sym typeface="Arial"/>
                        </a:rPr>
                        <a:t>52.49</a:t>
                      </a:r>
                    </a:p>
                  </a:txBody>
                  <a:tcPr anchor="ctr">
                    <a:lnL w="3175">
                      <a:solidFill>
                        <a:srgbClr val="002060"/>
                      </a:solidFill>
                    </a:lnL>
                    <a:lnR w="3175">
                      <a:solidFill>
                        <a:srgbClr val="002060"/>
                      </a:solidFill>
                    </a:lnR>
                    <a:lnT w="3175">
                      <a:solidFill>
                        <a:srgbClr val="002060"/>
                      </a:solidFill>
                    </a:lnT>
                    <a:lnB w="3175">
                      <a:solidFill>
                        <a:srgbClr val="002060"/>
                      </a:solidFill>
                    </a:lnB>
                    <a:solidFill>
                      <a:schemeClr val="bg1"/>
                    </a:solidFill>
                  </a:tcPr>
                </a:tc>
                <a:tc>
                  <a:txBody>
                    <a:bodyPr/>
                    <a:lstStyle/>
                    <a:p>
                      <a:pPr marL="0" marR="0" indent="0" algn="l" rtl="0" fontAlgn="base">
                        <a:lnSpc>
                          <a:spcPct val="100000"/>
                        </a:lnSpc>
                        <a:spcBef>
                          <a:spcPts val="0"/>
                        </a:spcBef>
                        <a:spcAft>
                          <a:spcPts val="0"/>
                        </a:spcAft>
                        <a:buClr>
                          <a:srgbClr val="000000"/>
                        </a:buClr>
                        <a:buFont typeface="Arial"/>
                        <a:buNone/>
                      </a:pPr>
                      <a:r>
                        <a:rPr lang="en-US" sz="900" b="0" i="0" u="none" strike="noStrike" cap="none">
                          <a:solidFill>
                            <a:srgbClr val="334155"/>
                          </a:solidFill>
                          <a:effectLst/>
                          <a:latin typeface="Inter" panose="020B0604020202020204" charset="0"/>
                          <a:ea typeface="Calibri"/>
                          <a:cs typeface="Calibri"/>
                          <a:sym typeface="Arial"/>
                        </a:rPr>
                        <a:t>₹4.08M</a:t>
                      </a:r>
                    </a:p>
                  </a:txBody>
                  <a:tcPr anchor="ctr">
                    <a:lnL w="3175">
                      <a:solidFill>
                        <a:srgbClr val="002060"/>
                      </a:solidFill>
                    </a:lnL>
                    <a:lnR w="3175">
                      <a:solidFill>
                        <a:srgbClr val="002060"/>
                      </a:solidFill>
                    </a:lnR>
                    <a:lnT w="3175">
                      <a:solidFill>
                        <a:srgbClr val="002060"/>
                      </a:solidFill>
                    </a:lnT>
                    <a:lnB w="3175">
                      <a:solidFill>
                        <a:srgbClr val="002060"/>
                      </a:solidFill>
                    </a:lnB>
                    <a:solidFill>
                      <a:schemeClr val="bg1"/>
                    </a:solidFill>
                  </a:tcPr>
                </a:tc>
                <a:tc>
                  <a:txBody>
                    <a:bodyPr/>
                    <a:lstStyle/>
                    <a:p>
                      <a:pPr marL="0" marR="0" indent="0" algn="ctr" rtl="0" fontAlgn="base">
                        <a:lnSpc>
                          <a:spcPct val="100000"/>
                        </a:lnSpc>
                        <a:spcBef>
                          <a:spcPts val="0"/>
                        </a:spcBef>
                        <a:spcAft>
                          <a:spcPts val="0"/>
                        </a:spcAft>
                        <a:buClr>
                          <a:srgbClr val="000000"/>
                        </a:buClr>
                        <a:buFont typeface="Arial"/>
                        <a:buNone/>
                      </a:pPr>
                      <a:r>
                        <a:rPr lang="en-US" sz="900" b="0" i="0" u="none" strike="noStrike" cap="none">
                          <a:solidFill>
                            <a:srgbClr val="334155"/>
                          </a:solidFill>
                          <a:effectLst/>
                          <a:latin typeface="Inter"/>
                          <a:ea typeface="Calibri"/>
                          <a:cs typeface="Calibri"/>
                        </a:rPr>
                        <a:t>5,832</a:t>
                      </a:r>
                      <a:endParaRPr lang="en-US" sz="900" b="0" i="0" u="none" strike="noStrike" cap="none">
                        <a:solidFill>
                          <a:srgbClr val="334155"/>
                        </a:solidFill>
                        <a:effectLst/>
                        <a:latin typeface="Inter" panose="020B0604020202020204" charset="0"/>
                        <a:ea typeface="Calibri"/>
                        <a:cs typeface="Calibri"/>
                        <a:sym typeface="Arial"/>
                      </a:endParaRPr>
                    </a:p>
                  </a:txBody>
                  <a:tcPr anchor="ctr">
                    <a:lnL w="3175">
                      <a:solidFill>
                        <a:srgbClr val="002060"/>
                      </a:solidFill>
                    </a:lnL>
                    <a:lnR w="3175">
                      <a:solidFill>
                        <a:srgbClr val="002060"/>
                      </a:solidFill>
                    </a:lnR>
                    <a:lnT w="3175">
                      <a:solidFill>
                        <a:srgbClr val="002060"/>
                      </a:solidFill>
                    </a:lnT>
                    <a:lnB w="3175">
                      <a:solidFill>
                        <a:srgbClr val="002060"/>
                      </a:solidFill>
                    </a:lnB>
                    <a:solidFill>
                      <a:schemeClr val="bg1"/>
                    </a:solidFill>
                  </a:tcPr>
                </a:tc>
                <a:extLst>
                  <a:ext uri="{0D108BD9-81ED-4DB2-BD59-A6C34878D82A}">
                    <a16:rowId xmlns:a16="http://schemas.microsoft.com/office/drawing/2014/main" val="1394886204"/>
                  </a:ext>
                </a:extLst>
              </a:tr>
              <a:tr h="199661">
                <a:tc>
                  <a:txBody>
                    <a:bodyPr/>
                    <a:lstStyle/>
                    <a:p>
                      <a:pPr marL="0" marR="0" indent="0" algn="l" rtl="0" fontAlgn="base">
                        <a:lnSpc>
                          <a:spcPct val="100000"/>
                        </a:lnSpc>
                        <a:spcBef>
                          <a:spcPts val="0"/>
                        </a:spcBef>
                        <a:spcAft>
                          <a:spcPts val="0"/>
                        </a:spcAft>
                        <a:buClr>
                          <a:srgbClr val="000000"/>
                        </a:buClr>
                        <a:buFont typeface="Arial"/>
                        <a:buNone/>
                      </a:pPr>
                      <a:r>
                        <a:rPr lang="en-US" sz="900" b="1" i="0" u="none" strike="noStrike" cap="none">
                          <a:solidFill>
                            <a:srgbClr val="334155"/>
                          </a:solidFill>
                          <a:effectLst/>
                          <a:latin typeface="Inter" panose="020B0604020202020204" charset="0"/>
                          <a:ea typeface="Calibri"/>
                          <a:cs typeface="Calibri"/>
                          <a:sym typeface="Arial"/>
                        </a:rPr>
                        <a:t>Adventure Puzzle</a:t>
                      </a:r>
                    </a:p>
                  </a:txBody>
                  <a:tcPr anchor="ctr">
                    <a:lnL w="3175">
                      <a:solidFill>
                        <a:srgbClr val="002060"/>
                      </a:solidFill>
                    </a:lnL>
                    <a:lnR w="3175">
                      <a:solidFill>
                        <a:srgbClr val="002060"/>
                      </a:solidFill>
                    </a:lnR>
                    <a:lnT w="3175">
                      <a:solidFill>
                        <a:srgbClr val="002060"/>
                      </a:solidFill>
                    </a:lnT>
                    <a:lnB w="3175">
                      <a:solidFill>
                        <a:srgbClr val="002060"/>
                      </a:solidFill>
                    </a:lnB>
                    <a:solidFill>
                      <a:schemeClr val="bg1"/>
                    </a:solidFill>
                  </a:tcPr>
                </a:tc>
                <a:tc>
                  <a:txBody>
                    <a:bodyPr/>
                    <a:lstStyle/>
                    <a:p>
                      <a:pPr marL="0" marR="0" indent="0" algn="l" rtl="0" fontAlgn="base">
                        <a:lnSpc>
                          <a:spcPct val="100000"/>
                        </a:lnSpc>
                        <a:spcBef>
                          <a:spcPts val="0"/>
                        </a:spcBef>
                        <a:spcAft>
                          <a:spcPts val="0"/>
                        </a:spcAft>
                        <a:buClr>
                          <a:srgbClr val="000000"/>
                        </a:buClr>
                        <a:buFont typeface="Arial"/>
                        <a:buNone/>
                      </a:pPr>
                      <a:r>
                        <a:rPr lang="en-US" sz="900" b="0" i="0" u="none" strike="noStrike" cap="none">
                          <a:solidFill>
                            <a:srgbClr val="334155"/>
                          </a:solidFill>
                          <a:effectLst/>
                          <a:latin typeface="Inter" panose="020B0604020202020204" charset="0"/>
                          <a:ea typeface="Calibri"/>
                          <a:cs typeface="Calibri"/>
                          <a:sym typeface="Arial"/>
                        </a:rPr>
                        <a:t>Puzzles</a:t>
                      </a:r>
                    </a:p>
                  </a:txBody>
                  <a:tcPr anchor="ctr">
                    <a:lnL w="3175">
                      <a:solidFill>
                        <a:srgbClr val="002060"/>
                      </a:solidFill>
                    </a:lnL>
                    <a:lnR w="3175">
                      <a:solidFill>
                        <a:srgbClr val="002060"/>
                      </a:solidFill>
                    </a:lnR>
                    <a:lnT w="3175">
                      <a:solidFill>
                        <a:srgbClr val="002060"/>
                      </a:solidFill>
                    </a:lnT>
                    <a:lnB w="3175">
                      <a:solidFill>
                        <a:srgbClr val="002060"/>
                      </a:solidFill>
                    </a:lnB>
                    <a:solidFill>
                      <a:schemeClr val="bg1"/>
                    </a:solidFill>
                  </a:tcPr>
                </a:tc>
                <a:tc rowSpan="7">
                  <a:txBody>
                    <a:bodyPr/>
                    <a:lstStyle/>
                    <a:p>
                      <a:pPr marL="0" marR="0" indent="0" algn="l" rtl="0" fontAlgn="base">
                        <a:lnSpc>
                          <a:spcPct val="100000"/>
                        </a:lnSpc>
                        <a:spcBef>
                          <a:spcPts val="0"/>
                        </a:spcBef>
                        <a:spcAft>
                          <a:spcPts val="0"/>
                        </a:spcAft>
                        <a:buClr>
                          <a:srgbClr val="000000"/>
                        </a:buClr>
                        <a:buFont typeface="Arial"/>
                        <a:buNone/>
                      </a:pPr>
                      <a:r>
                        <a:rPr lang="en-US" sz="900" b="1" i="0" u="none" strike="noStrike" cap="none">
                          <a:solidFill>
                            <a:srgbClr val="15803D"/>
                          </a:solidFill>
                          <a:effectLst/>
                          <a:latin typeface="Inter" panose="020B0604020202020204" charset="0"/>
                          <a:ea typeface="Calibri"/>
                          <a:cs typeface="Calibri"/>
                          <a:sym typeface="Arial"/>
                        </a:rPr>
                        <a:t>0 events</a:t>
                      </a:r>
                    </a:p>
                  </a:txBody>
                  <a:tcPr anchor="ctr">
                    <a:lnL w="3175">
                      <a:solidFill>
                        <a:srgbClr val="002060"/>
                      </a:solidFill>
                    </a:lnL>
                    <a:lnR w="3175">
                      <a:solidFill>
                        <a:srgbClr val="002060"/>
                      </a:solidFill>
                    </a:lnR>
                    <a:lnT w="3175">
                      <a:solidFill>
                        <a:srgbClr val="002060"/>
                      </a:solidFill>
                    </a:lnT>
                    <a:lnB w="3175">
                      <a:solidFill>
                        <a:srgbClr val="002060"/>
                      </a:solidFill>
                    </a:lnB>
                    <a:solidFill>
                      <a:schemeClr val="bg1"/>
                    </a:solidFill>
                  </a:tcPr>
                </a:tc>
                <a:tc>
                  <a:txBody>
                    <a:bodyPr/>
                    <a:lstStyle/>
                    <a:p>
                      <a:pPr marL="0" marR="0" indent="0" algn="l" rtl="0" fontAlgn="base">
                        <a:lnSpc>
                          <a:spcPct val="100000"/>
                        </a:lnSpc>
                        <a:spcBef>
                          <a:spcPts val="0"/>
                        </a:spcBef>
                        <a:spcAft>
                          <a:spcPts val="0"/>
                        </a:spcAft>
                        <a:buClr>
                          <a:srgbClr val="000000"/>
                        </a:buClr>
                        <a:buFont typeface="Arial"/>
                        <a:buNone/>
                      </a:pPr>
                      <a:r>
                        <a:rPr lang="en-US" sz="900" b="0" i="0" u="none" strike="noStrike" cap="none">
                          <a:solidFill>
                            <a:srgbClr val="334155"/>
                          </a:solidFill>
                          <a:effectLst/>
                          <a:latin typeface="Inter" panose="020B0604020202020204" charset="0"/>
                          <a:ea typeface="Calibri"/>
                          <a:cs typeface="Calibri"/>
                          <a:sym typeface="Arial"/>
                        </a:rPr>
                        <a:t>0.00%</a:t>
                      </a:r>
                    </a:p>
                  </a:txBody>
                  <a:tcPr anchor="ctr">
                    <a:lnL w="3175">
                      <a:solidFill>
                        <a:srgbClr val="002060"/>
                      </a:solidFill>
                    </a:lnL>
                    <a:lnR w="3175">
                      <a:solidFill>
                        <a:srgbClr val="002060"/>
                      </a:solidFill>
                    </a:lnR>
                    <a:lnT w="3175">
                      <a:solidFill>
                        <a:srgbClr val="002060"/>
                      </a:solidFill>
                    </a:lnT>
                    <a:lnB w="3175">
                      <a:solidFill>
                        <a:srgbClr val="002060"/>
                      </a:solidFill>
                    </a:lnB>
                    <a:solidFill>
                      <a:schemeClr val="bg1"/>
                    </a:solidFill>
                  </a:tcPr>
                </a:tc>
                <a:tc>
                  <a:txBody>
                    <a:bodyPr/>
                    <a:lstStyle/>
                    <a:p>
                      <a:pPr marL="0" marR="0" indent="0" algn="l" rtl="0" fontAlgn="base">
                        <a:lnSpc>
                          <a:spcPct val="100000"/>
                        </a:lnSpc>
                        <a:spcBef>
                          <a:spcPts val="0"/>
                        </a:spcBef>
                        <a:spcAft>
                          <a:spcPts val="0"/>
                        </a:spcAft>
                        <a:buClr>
                          <a:srgbClr val="000000"/>
                        </a:buClr>
                        <a:buFont typeface="Arial"/>
                        <a:buNone/>
                      </a:pPr>
                      <a:r>
                        <a:rPr lang="en-US" sz="900" b="0" i="0" u="none" strike="noStrike" cap="none">
                          <a:solidFill>
                            <a:srgbClr val="334155"/>
                          </a:solidFill>
                          <a:effectLst/>
                          <a:latin typeface="Inter" panose="020B0604020202020204" charset="0"/>
                          <a:ea typeface="Calibri"/>
                          <a:cs typeface="Calibri"/>
                          <a:sym typeface="Arial"/>
                        </a:rPr>
                        <a:t>42.76</a:t>
                      </a:r>
                    </a:p>
                  </a:txBody>
                  <a:tcPr anchor="ctr">
                    <a:lnL w="3175">
                      <a:solidFill>
                        <a:srgbClr val="002060"/>
                      </a:solidFill>
                    </a:lnL>
                    <a:lnR w="3175">
                      <a:solidFill>
                        <a:srgbClr val="002060"/>
                      </a:solidFill>
                    </a:lnR>
                    <a:lnT w="3175">
                      <a:solidFill>
                        <a:srgbClr val="002060"/>
                      </a:solidFill>
                    </a:lnT>
                    <a:lnB w="3175">
                      <a:solidFill>
                        <a:srgbClr val="002060"/>
                      </a:solidFill>
                    </a:lnB>
                    <a:solidFill>
                      <a:schemeClr val="bg1"/>
                    </a:solidFill>
                  </a:tcPr>
                </a:tc>
                <a:tc>
                  <a:txBody>
                    <a:bodyPr/>
                    <a:lstStyle/>
                    <a:p>
                      <a:pPr marL="0" marR="0" indent="0" algn="l" rtl="0" fontAlgn="base">
                        <a:lnSpc>
                          <a:spcPct val="100000"/>
                        </a:lnSpc>
                        <a:spcBef>
                          <a:spcPts val="0"/>
                        </a:spcBef>
                        <a:spcAft>
                          <a:spcPts val="0"/>
                        </a:spcAft>
                        <a:buClr>
                          <a:srgbClr val="000000"/>
                        </a:buClr>
                        <a:buFont typeface="Arial"/>
                        <a:buNone/>
                      </a:pPr>
                      <a:r>
                        <a:rPr lang="en-US" sz="900" b="0" i="0" u="none" strike="noStrike" cap="none">
                          <a:solidFill>
                            <a:srgbClr val="334155"/>
                          </a:solidFill>
                          <a:effectLst/>
                          <a:latin typeface="Inter" panose="020B0604020202020204" charset="0"/>
                          <a:ea typeface="Calibri"/>
                          <a:cs typeface="Calibri"/>
                          <a:sym typeface="Arial"/>
                        </a:rPr>
                        <a:t>₹2.34M</a:t>
                      </a:r>
                    </a:p>
                  </a:txBody>
                  <a:tcPr anchor="ctr">
                    <a:lnL w="3175">
                      <a:solidFill>
                        <a:srgbClr val="002060"/>
                      </a:solidFill>
                    </a:lnL>
                    <a:lnR w="3175">
                      <a:solidFill>
                        <a:srgbClr val="002060"/>
                      </a:solidFill>
                    </a:lnR>
                    <a:lnT w="3175">
                      <a:solidFill>
                        <a:srgbClr val="002060"/>
                      </a:solidFill>
                    </a:lnT>
                    <a:lnB w="3175">
                      <a:solidFill>
                        <a:srgbClr val="002060"/>
                      </a:solidFill>
                    </a:lnB>
                    <a:solidFill>
                      <a:schemeClr val="bg1"/>
                    </a:solidFill>
                  </a:tcPr>
                </a:tc>
                <a:tc>
                  <a:txBody>
                    <a:bodyPr/>
                    <a:lstStyle/>
                    <a:p>
                      <a:pPr marL="0" marR="0" indent="0" algn="ctr" rtl="0" fontAlgn="base">
                        <a:lnSpc>
                          <a:spcPct val="100000"/>
                        </a:lnSpc>
                        <a:spcBef>
                          <a:spcPts val="0"/>
                        </a:spcBef>
                        <a:spcAft>
                          <a:spcPts val="0"/>
                        </a:spcAft>
                        <a:buClr>
                          <a:srgbClr val="000000"/>
                        </a:buClr>
                        <a:buFont typeface="Arial"/>
                        <a:buNone/>
                      </a:pPr>
                      <a:r>
                        <a:rPr lang="en-US" sz="900" b="0" i="0" u="none" strike="noStrike" cap="none">
                          <a:solidFill>
                            <a:srgbClr val="334155"/>
                          </a:solidFill>
                          <a:effectLst/>
                          <a:latin typeface="Inter"/>
                          <a:ea typeface="Calibri"/>
                          <a:cs typeface="Calibri"/>
                        </a:rPr>
                        <a:t>4,680</a:t>
                      </a:r>
                      <a:endParaRPr lang="en-US" sz="900" b="0" i="0" u="none" strike="noStrike" cap="none">
                        <a:solidFill>
                          <a:srgbClr val="334155"/>
                        </a:solidFill>
                        <a:effectLst/>
                        <a:latin typeface="Inter" panose="020B0604020202020204" charset="0"/>
                        <a:ea typeface="Calibri"/>
                        <a:cs typeface="Calibri"/>
                        <a:sym typeface="Arial"/>
                      </a:endParaRPr>
                    </a:p>
                  </a:txBody>
                  <a:tcPr anchor="ctr">
                    <a:lnL w="3175">
                      <a:solidFill>
                        <a:srgbClr val="002060"/>
                      </a:solidFill>
                    </a:lnL>
                    <a:lnR w="3175">
                      <a:solidFill>
                        <a:srgbClr val="002060"/>
                      </a:solidFill>
                    </a:lnR>
                    <a:lnT w="3175">
                      <a:solidFill>
                        <a:srgbClr val="002060"/>
                      </a:solidFill>
                    </a:lnT>
                    <a:lnB w="3175">
                      <a:solidFill>
                        <a:srgbClr val="002060"/>
                      </a:solidFill>
                    </a:lnB>
                    <a:solidFill>
                      <a:schemeClr val="bg1"/>
                    </a:solidFill>
                  </a:tcPr>
                </a:tc>
                <a:extLst>
                  <a:ext uri="{0D108BD9-81ED-4DB2-BD59-A6C34878D82A}">
                    <a16:rowId xmlns:a16="http://schemas.microsoft.com/office/drawing/2014/main" val="2619966066"/>
                  </a:ext>
                </a:extLst>
              </a:tr>
              <a:tr h="199661">
                <a:tc>
                  <a:txBody>
                    <a:bodyPr/>
                    <a:lstStyle/>
                    <a:p>
                      <a:pPr marL="0" marR="0" indent="0" algn="l" rtl="0" fontAlgn="base">
                        <a:lnSpc>
                          <a:spcPct val="100000"/>
                        </a:lnSpc>
                        <a:spcBef>
                          <a:spcPts val="0"/>
                        </a:spcBef>
                        <a:spcAft>
                          <a:spcPts val="0"/>
                        </a:spcAft>
                        <a:buClr>
                          <a:srgbClr val="000000"/>
                        </a:buClr>
                        <a:buFont typeface="Arial"/>
                        <a:buNone/>
                      </a:pPr>
                      <a:r>
                        <a:rPr lang="en-US" sz="900" b="1" i="0" u="none" strike="noStrike" cap="none">
                          <a:solidFill>
                            <a:srgbClr val="334155"/>
                          </a:solidFill>
                          <a:effectLst/>
                          <a:latin typeface="Inter" panose="020B0604020202020204" charset="0"/>
                          <a:ea typeface="Calibri"/>
                          <a:cs typeface="Calibri"/>
                          <a:sym typeface="Arial"/>
                        </a:rPr>
                        <a:t>Animal Puzzle</a:t>
                      </a:r>
                    </a:p>
                  </a:txBody>
                  <a:tcPr anchor="ctr">
                    <a:lnL w="3175">
                      <a:solidFill>
                        <a:srgbClr val="002060"/>
                      </a:solidFill>
                    </a:lnL>
                    <a:lnR w="3175">
                      <a:solidFill>
                        <a:srgbClr val="002060"/>
                      </a:solidFill>
                    </a:lnR>
                    <a:lnT w="3175">
                      <a:solidFill>
                        <a:srgbClr val="002060"/>
                      </a:solidFill>
                    </a:lnT>
                    <a:lnB w="3175">
                      <a:solidFill>
                        <a:srgbClr val="002060"/>
                      </a:solidFill>
                    </a:lnB>
                    <a:solidFill>
                      <a:schemeClr val="bg1"/>
                    </a:solidFill>
                  </a:tcPr>
                </a:tc>
                <a:tc>
                  <a:txBody>
                    <a:bodyPr/>
                    <a:lstStyle/>
                    <a:p>
                      <a:pPr marL="0" marR="0" indent="0" algn="l" rtl="0" fontAlgn="base">
                        <a:lnSpc>
                          <a:spcPct val="100000"/>
                        </a:lnSpc>
                        <a:spcBef>
                          <a:spcPts val="0"/>
                        </a:spcBef>
                        <a:spcAft>
                          <a:spcPts val="0"/>
                        </a:spcAft>
                        <a:buClr>
                          <a:srgbClr val="000000"/>
                        </a:buClr>
                        <a:buFont typeface="Arial"/>
                        <a:buNone/>
                      </a:pPr>
                      <a:r>
                        <a:rPr lang="en-US" sz="900" b="0" i="0" u="none" strike="noStrike" cap="none">
                          <a:solidFill>
                            <a:srgbClr val="334155"/>
                          </a:solidFill>
                          <a:effectLst/>
                          <a:latin typeface="Inter" panose="020B0604020202020204" charset="0"/>
                          <a:ea typeface="Calibri"/>
                          <a:cs typeface="Calibri"/>
                          <a:sym typeface="Arial"/>
                        </a:rPr>
                        <a:t>Puzzles</a:t>
                      </a:r>
                    </a:p>
                  </a:txBody>
                  <a:tcPr anchor="ctr">
                    <a:lnL w="3175">
                      <a:solidFill>
                        <a:srgbClr val="002060"/>
                      </a:solidFill>
                    </a:lnL>
                    <a:lnR w="3175">
                      <a:solidFill>
                        <a:srgbClr val="002060"/>
                      </a:solidFill>
                    </a:lnR>
                    <a:lnT w="3175">
                      <a:solidFill>
                        <a:srgbClr val="002060"/>
                      </a:solidFill>
                    </a:lnT>
                    <a:lnB w="3175">
                      <a:solidFill>
                        <a:srgbClr val="002060"/>
                      </a:solidFill>
                    </a:lnB>
                    <a:solidFill>
                      <a:schemeClr val="bg1"/>
                    </a:solidFill>
                  </a:tcPr>
                </a:tc>
                <a:tc vMerge="1">
                  <a:txBody>
                    <a:bodyPr/>
                    <a:lstStyle/>
                    <a:p>
                      <a:endParaRPr lang="en-US">
                        <a:effectLst/>
                      </a:endParaRPr>
                    </a:p>
                  </a:txBody>
                  <a:tcPr anchor="ctr">
                    <a:lnL>
                      <a:noFill/>
                    </a:lnL>
                    <a:lnR>
                      <a:noFill/>
                    </a:lnR>
                    <a:lnT>
                      <a:noFill/>
                    </a:lnT>
                    <a:lnB>
                      <a:noFill/>
                    </a:lnB>
                    <a:noFill/>
                  </a:tcPr>
                </a:tc>
                <a:tc>
                  <a:txBody>
                    <a:bodyPr/>
                    <a:lstStyle/>
                    <a:p>
                      <a:pPr marL="0" marR="0" indent="0" algn="l" rtl="0" fontAlgn="base">
                        <a:lnSpc>
                          <a:spcPct val="100000"/>
                        </a:lnSpc>
                        <a:spcBef>
                          <a:spcPts val="0"/>
                        </a:spcBef>
                        <a:spcAft>
                          <a:spcPts val="0"/>
                        </a:spcAft>
                        <a:buClr>
                          <a:srgbClr val="000000"/>
                        </a:buClr>
                        <a:buFont typeface="Arial"/>
                        <a:buNone/>
                      </a:pPr>
                      <a:r>
                        <a:rPr lang="en-US" sz="900" b="0" i="0" u="none" strike="noStrike" cap="none">
                          <a:solidFill>
                            <a:srgbClr val="334155"/>
                          </a:solidFill>
                          <a:effectLst/>
                          <a:latin typeface="Inter" panose="020B0604020202020204" charset="0"/>
                          <a:ea typeface="Calibri"/>
                          <a:cs typeface="Calibri"/>
                          <a:sym typeface="Arial"/>
                        </a:rPr>
                        <a:t>0.00%</a:t>
                      </a:r>
                    </a:p>
                  </a:txBody>
                  <a:tcPr anchor="ctr">
                    <a:lnL w="3175">
                      <a:solidFill>
                        <a:srgbClr val="002060"/>
                      </a:solidFill>
                    </a:lnL>
                    <a:lnR w="3175">
                      <a:solidFill>
                        <a:srgbClr val="002060"/>
                      </a:solidFill>
                    </a:lnR>
                    <a:lnT w="3175">
                      <a:solidFill>
                        <a:srgbClr val="002060"/>
                      </a:solidFill>
                    </a:lnT>
                    <a:lnB w="3175">
                      <a:solidFill>
                        <a:srgbClr val="002060"/>
                      </a:solidFill>
                    </a:lnB>
                    <a:solidFill>
                      <a:schemeClr val="bg1"/>
                    </a:solidFill>
                  </a:tcPr>
                </a:tc>
                <a:tc>
                  <a:txBody>
                    <a:bodyPr/>
                    <a:lstStyle/>
                    <a:p>
                      <a:pPr marL="0" marR="0" indent="0" algn="l" rtl="0" fontAlgn="base">
                        <a:lnSpc>
                          <a:spcPct val="100000"/>
                        </a:lnSpc>
                        <a:spcBef>
                          <a:spcPts val="0"/>
                        </a:spcBef>
                        <a:spcAft>
                          <a:spcPts val="0"/>
                        </a:spcAft>
                        <a:buClr>
                          <a:srgbClr val="000000"/>
                        </a:buClr>
                        <a:buFont typeface="Arial"/>
                        <a:buNone/>
                      </a:pPr>
                      <a:r>
                        <a:rPr lang="en-US" sz="900" b="0" i="0" u="none" strike="noStrike" cap="none">
                          <a:solidFill>
                            <a:srgbClr val="334155"/>
                          </a:solidFill>
                          <a:effectLst/>
                          <a:latin typeface="Inter" panose="020B0604020202020204" charset="0"/>
                          <a:ea typeface="Calibri"/>
                          <a:cs typeface="Calibri"/>
                          <a:sym typeface="Arial"/>
                        </a:rPr>
                        <a:t>43.28</a:t>
                      </a:r>
                    </a:p>
                  </a:txBody>
                  <a:tcPr anchor="ctr">
                    <a:lnL w="3175">
                      <a:solidFill>
                        <a:srgbClr val="002060"/>
                      </a:solidFill>
                    </a:lnL>
                    <a:lnR w="3175">
                      <a:solidFill>
                        <a:srgbClr val="002060"/>
                      </a:solidFill>
                    </a:lnR>
                    <a:lnT w="3175">
                      <a:solidFill>
                        <a:srgbClr val="002060"/>
                      </a:solidFill>
                    </a:lnT>
                    <a:lnB w="3175">
                      <a:solidFill>
                        <a:srgbClr val="002060"/>
                      </a:solidFill>
                    </a:lnB>
                    <a:solidFill>
                      <a:schemeClr val="bg1"/>
                    </a:solidFill>
                  </a:tcPr>
                </a:tc>
                <a:tc>
                  <a:txBody>
                    <a:bodyPr/>
                    <a:lstStyle/>
                    <a:p>
                      <a:pPr marL="0" marR="0" indent="0" algn="l" rtl="0" fontAlgn="base">
                        <a:lnSpc>
                          <a:spcPct val="100000"/>
                        </a:lnSpc>
                        <a:spcBef>
                          <a:spcPts val="0"/>
                        </a:spcBef>
                        <a:spcAft>
                          <a:spcPts val="0"/>
                        </a:spcAft>
                        <a:buClr>
                          <a:srgbClr val="000000"/>
                        </a:buClr>
                        <a:buFont typeface="Arial"/>
                        <a:buNone/>
                      </a:pPr>
                      <a:r>
                        <a:rPr lang="en-US" sz="900" b="0" i="0" u="none" strike="noStrike" cap="none">
                          <a:solidFill>
                            <a:srgbClr val="334155"/>
                          </a:solidFill>
                          <a:effectLst/>
                          <a:latin typeface="Inter" panose="020B0604020202020204" charset="0"/>
                          <a:ea typeface="Calibri"/>
                          <a:cs typeface="Calibri"/>
                          <a:sym typeface="Arial"/>
                        </a:rPr>
                        <a:t>₹1.87M</a:t>
                      </a:r>
                    </a:p>
                  </a:txBody>
                  <a:tcPr anchor="ctr">
                    <a:lnL w="3175">
                      <a:solidFill>
                        <a:srgbClr val="002060"/>
                      </a:solidFill>
                    </a:lnL>
                    <a:lnR w="3175">
                      <a:solidFill>
                        <a:srgbClr val="002060"/>
                      </a:solidFill>
                    </a:lnR>
                    <a:lnT w="3175">
                      <a:solidFill>
                        <a:srgbClr val="002060"/>
                      </a:solidFill>
                    </a:lnT>
                    <a:lnB w="3175">
                      <a:solidFill>
                        <a:srgbClr val="002060"/>
                      </a:solidFill>
                    </a:lnB>
                    <a:solidFill>
                      <a:schemeClr val="bg1"/>
                    </a:solidFill>
                  </a:tcPr>
                </a:tc>
                <a:tc>
                  <a:txBody>
                    <a:bodyPr/>
                    <a:lstStyle/>
                    <a:p>
                      <a:pPr marL="0" marR="0" indent="0" algn="ctr" rtl="0" fontAlgn="base">
                        <a:lnSpc>
                          <a:spcPct val="100000"/>
                        </a:lnSpc>
                        <a:spcBef>
                          <a:spcPts val="0"/>
                        </a:spcBef>
                        <a:spcAft>
                          <a:spcPts val="0"/>
                        </a:spcAft>
                        <a:buClr>
                          <a:srgbClr val="000000"/>
                        </a:buClr>
                        <a:buFont typeface="Arial"/>
                        <a:buNone/>
                      </a:pPr>
                      <a:r>
                        <a:rPr lang="en-US" sz="900" b="0" i="0" u="none" strike="noStrike" cap="none">
                          <a:solidFill>
                            <a:srgbClr val="334155"/>
                          </a:solidFill>
                          <a:effectLst/>
                          <a:latin typeface="Inter"/>
                          <a:ea typeface="Calibri"/>
                          <a:cs typeface="Calibri"/>
                        </a:rPr>
                        <a:t>4,688</a:t>
                      </a:r>
                      <a:endParaRPr lang="en-US" sz="900" b="0" i="0" u="none" strike="noStrike" cap="none">
                        <a:solidFill>
                          <a:srgbClr val="334155"/>
                        </a:solidFill>
                        <a:effectLst/>
                        <a:latin typeface="Inter" panose="020B0604020202020204" charset="0"/>
                        <a:ea typeface="Calibri"/>
                        <a:cs typeface="Calibri"/>
                        <a:sym typeface="Arial"/>
                      </a:endParaRPr>
                    </a:p>
                  </a:txBody>
                  <a:tcPr anchor="ctr">
                    <a:lnL w="3175">
                      <a:solidFill>
                        <a:srgbClr val="002060"/>
                      </a:solidFill>
                    </a:lnL>
                    <a:lnR w="3175">
                      <a:solidFill>
                        <a:srgbClr val="002060"/>
                      </a:solidFill>
                    </a:lnR>
                    <a:lnT w="3175">
                      <a:solidFill>
                        <a:srgbClr val="002060"/>
                      </a:solidFill>
                    </a:lnT>
                    <a:lnB w="3175">
                      <a:solidFill>
                        <a:srgbClr val="002060"/>
                      </a:solidFill>
                    </a:lnB>
                    <a:solidFill>
                      <a:schemeClr val="bg1"/>
                    </a:solidFill>
                  </a:tcPr>
                </a:tc>
                <a:extLst>
                  <a:ext uri="{0D108BD9-81ED-4DB2-BD59-A6C34878D82A}">
                    <a16:rowId xmlns:a16="http://schemas.microsoft.com/office/drawing/2014/main" val="1317371045"/>
                  </a:ext>
                </a:extLst>
              </a:tr>
              <a:tr h="199661">
                <a:tc>
                  <a:txBody>
                    <a:bodyPr/>
                    <a:lstStyle/>
                    <a:p>
                      <a:pPr marL="0" marR="0" indent="0" algn="l" rtl="0" fontAlgn="base">
                        <a:lnSpc>
                          <a:spcPct val="100000"/>
                        </a:lnSpc>
                        <a:spcBef>
                          <a:spcPts val="0"/>
                        </a:spcBef>
                        <a:spcAft>
                          <a:spcPts val="0"/>
                        </a:spcAft>
                        <a:buClr>
                          <a:srgbClr val="000000"/>
                        </a:buClr>
                        <a:buFont typeface="Arial"/>
                        <a:buNone/>
                      </a:pPr>
                      <a:r>
                        <a:rPr lang="en-US" sz="900" b="1" i="0" u="none" strike="noStrike" cap="none">
                          <a:solidFill>
                            <a:srgbClr val="334155"/>
                          </a:solidFill>
                          <a:effectLst/>
                          <a:latin typeface="Inter" panose="020B0604020202020204" charset="0"/>
                          <a:ea typeface="Calibri"/>
                          <a:cs typeface="Calibri"/>
                          <a:sym typeface="Arial"/>
                        </a:rPr>
                        <a:t>Chess Master</a:t>
                      </a:r>
                    </a:p>
                  </a:txBody>
                  <a:tcPr anchor="ctr">
                    <a:lnL w="3175">
                      <a:solidFill>
                        <a:srgbClr val="002060"/>
                      </a:solidFill>
                    </a:lnL>
                    <a:lnR w="3175">
                      <a:solidFill>
                        <a:srgbClr val="002060"/>
                      </a:solidFill>
                    </a:lnR>
                    <a:lnT w="3175">
                      <a:solidFill>
                        <a:srgbClr val="002060"/>
                      </a:solidFill>
                    </a:lnT>
                    <a:lnB w="3175">
                      <a:solidFill>
                        <a:srgbClr val="002060"/>
                      </a:solidFill>
                    </a:lnB>
                    <a:solidFill>
                      <a:schemeClr val="bg1"/>
                    </a:solidFill>
                  </a:tcPr>
                </a:tc>
                <a:tc>
                  <a:txBody>
                    <a:bodyPr/>
                    <a:lstStyle/>
                    <a:p>
                      <a:pPr marL="0" marR="0" indent="0" algn="l" rtl="0" fontAlgn="base">
                        <a:lnSpc>
                          <a:spcPct val="100000"/>
                        </a:lnSpc>
                        <a:spcBef>
                          <a:spcPts val="0"/>
                        </a:spcBef>
                        <a:spcAft>
                          <a:spcPts val="0"/>
                        </a:spcAft>
                        <a:buClr>
                          <a:srgbClr val="000000"/>
                        </a:buClr>
                        <a:buFont typeface="Arial"/>
                        <a:buNone/>
                      </a:pPr>
                      <a:r>
                        <a:rPr lang="en-US" sz="900" b="0" i="0" u="none" strike="noStrike" cap="none">
                          <a:solidFill>
                            <a:srgbClr val="334155"/>
                          </a:solidFill>
                          <a:effectLst/>
                          <a:latin typeface="Inter" panose="020B0604020202020204" charset="0"/>
                          <a:ea typeface="Calibri"/>
                          <a:cs typeface="Calibri"/>
                          <a:sym typeface="Arial"/>
                        </a:rPr>
                        <a:t>Board Games</a:t>
                      </a:r>
                    </a:p>
                  </a:txBody>
                  <a:tcPr anchor="ctr">
                    <a:lnL w="3175">
                      <a:solidFill>
                        <a:srgbClr val="002060"/>
                      </a:solidFill>
                    </a:lnL>
                    <a:lnR w="3175">
                      <a:solidFill>
                        <a:srgbClr val="002060"/>
                      </a:solidFill>
                    </a:lnR>
                    <a:lnT w="3175">
                      <a:solidFill>
                        <a:srgbClr val="002060"/>
                      </a:solidFill>
                    </a:lnT>
                    <a:lnB w="3175">
                      <a:solidFill>
                        <a:srgbClr val="002060"/>
                      </a:solidFill>
                    </a:lnB>
                    <a:solidFill>
                      <a:schemeClr val="bg1"/>
                    </a:solidFill>
                  </a:tcPr>
                </a:tc>
                <a:tc vMerge="1">
                  <a:txBody>
                    <a:bodyPr/>
                    <a:lstStyle/>
                    <a:p>
                      <a:endParaRPr lang="en-US">
                        <a:effectLst/>
                      </a:endParaRPr>
                    </a:p>
                  </a:txBody>
                  <a:tcPr anchor="ctr">
                    <a:lnL>
                      <a:noFill/>
                    </a:lnL>
                    <a:lnR>
                      <a:noFill/>
                    </a:lnR>
                    <a:lnT>
                      <a:noFill/>
                    </a:lnT>
                    <a:lnB>
                      <a:noFill/>
                    </a:lnB>
                    <a:noFill/>
                  </a:tcPr>
                </a:tc>
                <a:tc>
                  <a:txBody>
                    <a:bodyPr/>
                    <a:lstStyle/>
                    <a:p>
                      <a:pPr marL="0" marR="0" indent="0" algn="l" rtl="0" fontAlgn="base">
                        <a:lnSpc>
                          <a:spcPct val="100000"/>
                        </a:lnSpc>
                        <a:spcBef>
                          <a:spcPts val="0"/>
                        </a:spcBef>
                        <a:spcAft>
                          <a:spcPts val="0"/>
                        </a:spcAft>
                        <a:buClr>
                          <a:srgbClr val="000000"/>
                        </a:buClr>
                        <a:buFont typeface="Arial"/>
                        <a:buNone/>
                      </a:pPr>
                      <a:r>
                        <a:rPr lang="en-US" sz="900" b="0" i="0" u="none" strike="noStrike" cap="none">
                          <a:solidFill>
                            <a:srgbClr val="334155"/>
                          </a:solidFill>
                          <a:effectLst/>
                          <a:latin typeface="Inter" panose="020B0604020202020204" charset="0"/>
                          <a:ea typeface="Calibri"/>
                          <a:cs typeface="Calibri"/>
                          <a:sym typeface="Arial"/>
                        </a:rPr>
                        <a:t>0.00%</a:t>
                      </a:r>
                    </a:p>
                  </a:txBody>
                  <a:tcPr anchor="ctr">
                    <a:lnL w="3175">
                      <a:solidFill>
                        <a:srgbClr val="002060"/>
                      </a:solidFill>
                    </a:lnL>
                    <a:lnR w="3175">
                      <a:solidFill>
                        <a:srgbClr val="002060"/>
                      </a:solidFill>
                    </a:lnR>
                    <a:lnT w="3175">
                      <a:solidFill>
                        <a:srgbClr val="002060"/>
                      </a:solidFill>
                    </a:lnT>
                    <a:lnB w="3175">
                      <a:solidFill>
                        <a:srgbClr val="002060"/>
                      </a:solidFill>
                    </a:lnB>
                    <a:solidFill>
                      <a:schemeClr val="bg1"/>
                    </a:solidFill>
                  </a:tcPr>
                </a:tc>
                <a:tc>
                  <a:txBody>
                    <a:bodyPr/>
                    <a:lstStyle/>
                    <a:p>
                      <a:pPr marL="0" marR="0" indent="0" algn="l" rtl="0" fontAlgn="base">
                        <a:lnSpc>
                          <a:spcPct val="100000"/>
                        </a:lnSpc>
                        <a:spcBef>
                          <a:spcPts val="0"/>
                        </a:spcBef>
                        <a:spcAft>
                          <a:spcPts val="0"/>
                        </a:spcAft>
                        <a:buClr>
                          <a:srgbClr val="000000"/>
                        </a:buClr>
                        <a:buFont typeface="Arial"/>
                        <a:buNone/>
                      </a:pPr>
                      <a:r>
                        <a:rPr lang="en-US" sz="900" b="0" i="0" u="none" strike="noStrike" cap="none">
                          <a:solidFill>
                            <a:srgbClr val="334155"/>
                          </a:solidFill>
                          <a:effectLst/>
                          <a:latin typeface="Inter" panose="020B0604020202020204" charset="0"/>
                          <a:ea typeface="Calibri"/>
                          <a:cs typeface="Calibri"/>
                          <a:sym typeface="Arial"/>
                        </a:rPr>
                        <a:t>36.91</a:t>
                      </a:r>
                    </a:p>
                  </a:txBody>
                  <a:tcPr anchor="ctr">
                    <a:lnL w="3175">
                      <a:solidFill>
                        <a:srgbClr val="002060"/>
                      </a:solidFill>
                    </a:lnL>
                    <a:lnR w="3175">
                      <a:solidFill>
                        <a:srgbClr val="002060"/>
                      </a:solidFill>
                    </a:lnR>
                    <a:lnT w="3175">
                      <a:solidFill>
                        <a:srgbClr val="002060"/>
                      </a:solidFill>
                    </a:lnT>
                    <a:lnB w="3175">
                      <a:solidFill>
                        <a:srgbClr val="002060"/>
                      </a:solidFill>
                    </a:lnB>
                    <a:solidFill>
                      <a:schemeClr val="bg1"/>
                    </a:solidFill>
                  </a:tcPr>
                </a:tc>
                <a:tc>
                  <a:txBody>
                    <a:bodyPr/>
                    <a:lstStyle/>
                    <a:p>
                      <a:pPr marL="0" marR="0" indent="0" algn="l" rtl="0" fontAlgn="base">
                        <a:lnSpc>
                          <a:spcPct val="100000"/>
                        </a:lnSpc>
                        <a:spcBef>
                          <a:spcPts val="0"/>
                        </a:spcBef>
                        <a:spcAft>
                          <a:spcPts val="0"/>
                        </a:spcAft>
                        <a:buClr>
                          <a:srgbClr val="000000"/>
                        </a:buClr>
                        <a:buFont typeface="Arial"/>
                        <a:buNone/>
                      </a:pPr>
                      <a:r>
                        <a:rPr lang="en-US" sz="900" b="0" i="0" u="none" strike="noStrike" cap="none">
                          <a:solidFill>
                            <a:srgbClr val="334155"/>
                          </a:solidFill>
                          <a:effectLst/>
                          <a:latin typeface="Inter" panose="020B0604020202020204" charset="0"/>
                          <a:ea typeface="Calibri"/>
                          <a:cs typeface="Calibri"/>
                          <a:sym typeface="Arial"/>
                        </a:rPr>
                        <a:t>₹2.33M</a:t>
                      </a:r>
                    </a:p>
                  </a:txBody>
                  <a:tcPr anchor="ctr">
                    <a:lnL w="3175">
                      <a:solidFill>
                        <a:srgbClr val="002060"/>
                      </a:solidFill>
                    </a:lnL>
                    <a:lnR w="3175">
                      <a:solidFill>
                        <a:srgbClr val="002060"/>
                      </a:solidFill>
                    </a:lnR>
                    <a:lnT w="3175">
                      <a:solidFill>
                        <a:srgbClr val="002060"/>
                      </a:solidFill>
                    </a:lnT>
                    <a:lnB w="3175">
                      <a:solidFill>
                        <a:srgbClr val="002060"/>
                      </a:solidFill>
                    </a:lnB>
                    <a:solidFill>
                      <a:schemeClr val="bg1"/>
                    </a:solidFill>
                  </a:tcPr>
                </a:tc>
                <a:tc>
                  <a:txBody>
                    <a:bodyPr/>
                    <a:lstStyle/>
                    <a:p>
                      <a:pPr marL="0" marR="0" indent="0" algn="ctr" rtl="0" fontAlgn="base">
                        <a:lnSpc>
                          <a:spcPct val="100000"/>
                        </a:lnSpc>
                        <a:spcBef>
                          <a:spcPts val="0"/>
                        </a:spcBef>
                        <a:spcAft>
                          <a:spcPts val="0"/>
                        </a:spcAft>
                        <a:buClr>
                          <a:srgbClr val="000000"/>
                        </a:buClr>
                        <a:buFont typeface="Arial"/>
                        <a:buNone/>
                      </a:pPr>
                      <a:r>
                        <a:rPr lang="en-US" sz="900" b="0" i="0" u="none" strike="noStrike" cap="none">
                          <a:solidFill>
                            <a:srgbClr val="334155"/>
                          </a:solidFill>
                          <a:effectLst/>
                          <a:latin typeface="Inter"/>
                          <a:ea typeface="Calibri"/>
                          <a:cs typeface="Calibri"/>
                        </a:rPr>
                        <a:t>4,237</a:t>
                      </a:r>
                      <a:endParaRPr lang="en-US" sz="900" b="0" i="0" u="none" strike="noStrike" cap="none">
                        <a:solidFill>
                          <a:srgbClr val="334155"/>
                        </a:solidFill>
                        <a:effectLst/>
                        <a:latin typeface="Inter" panose="020B0604020202020204" charset="0"/>
                        <a:ea typeface="Calibri"/>
                        <a:cs typeface="Calibri"/>
                        <a:sym typeface="Arial"/>
                      </a:endParaRPr>
                    </a:p>
                  </a:txBody>
                  <a:tcPr anchor="ctr">
                    <a:lnL w="3175">
                      <a:solidFill>
                        <a:srgbClr val="002060"/>
                      </a:solidFill>
                    </a:lnL>
                    <a:lnR w="3175">
                      <a:solidFill>
                        <a:srgbClr val="002060"/>
                      </a:solidFill>
                    </a:lnR>
                    <a:lnT w="3175">
                      <a:solidFill>
                        <a:srgbClr val="002060"/>
                      </a:solidFill>
                    </a:lnT>
                    <a:lnB w="3175">
                      <a:solidFill>
                        <a:srgbClr val="002060"/>
                      </a:solidFill>
                    </a:lnB>
                    <a:solidFill>
                      <a:schemeClr val="bg1"/>
                    </a:solidFill>
                  </a:tcPr>
                </a:tc>
                <a:extLst>
                  <a:ext uri="{0D108BD9-81ED-4DB2-BD59-A6C34878D82A}">
                    <a16:rowId xmlns:a16="http://schemas.microsoft.com/office/drawing/2014/main" val="1545333141"/>
                  </a:ext>
                </a:extLst>
              </a:tr>
              <a:tr h="199661">
                <a:tc>
                  <a:txBody>
                    <a:bodyPr/>
                    <a:lstStyle/>
                    <a:p>
                      <a:pPr marL="0" marR="0" indent="0" algn="l" rtl="0" fontAlgn="base">
                        <a:lnSpc>
                          <a:spcPct val="100000"/>
                        </a:lnSpc>
                        <a:spcBef>
                          <a:spcPts val="0"/>
                        </a:spcBef>
                        <a:spcAft>
                          <a:spcPts val="0"/>
                        </a:spcAft>
                        <a:buClr>
                          <a:srgbClr val="000000"/>
                        </a:buClr>
                        <a:buFont typeface="Arial"/>
                        <a:buNone/>
                      </a:pPr>
                      <a:r>
                        <a:rPr lang="en-US" sz="900" b="1" i="0" u="none" strike="noStrike" cap="none">
                          <a:solidFill>
                            <a:srgbClr val="334155"/>
                          </a:solidFill>
                          <a:effectLst/>
                          <a:latin typeface="Inter" panose="020B0604020202020204" charset="0"/>
                          <a:ea typeface="Calibri"/>
                          <a:cs typeface="Calibri"/>
                          <a:sym typeface="Arial"/>
                        </a:rPr>
                        <a:t>Family Ludo</a:t>
                      </a:r>
                    </a:p>
                  </a:txBody>
                  <a:tcPr anchor="ctr">
                    <a:lnL w="3175">
                      <a:solidFill>
                        <a:srgbClr val="002060"/>
                      </a:solidFill>
                    </a:lnL>
                    <a:lnR w="3175">
                      <a:solidFill>
                        <a:srgbClr val="002060"/>
                      </a:solidFill>
                    </a:lnR>
                    <a:lnT w="3175">
                      <a:solidFill>
                        <a:srgbClr val="002060"/>
                      </a:solidFill>
                    </a:lnT>
                    <a:lnB w="3175">
                      <a:solidFill>
                        <a:srgbClr val="002060"/>
                      </a:solidFill>
                    </a:lnB>
                    <a:solidFill>
                      <a:schemeClr val="bg1"/>
                    </a:solidFill>
                  </a:tcPr>
                </a:tc>
                <a:tc>
                  <a:txBody>
                    <a:bodyPr/>
                    <a:lstStyle/>
                    <a:p>
                      <a:pPr marL="0" marR="0" indent="0" algn="l" rtl="0" fontAlgn="base">
                        <a:lnSpc>
                          <a:spcPct val="100000"/>
                        </a:lnSpc>
                        <a:spcBef>
                          <a:spcPts val="0"/>
                        </a:spcBef>
                        <a:spcAft>
                          <a:spcPts val="0"/>
                        </a:spcAft>
                        <a:buClr>
                          <a:srgbClr val="000000"/>
                        </a:buClr>
                        <a:buFont typeface="Arial"/>
                        <a:buNone/>
                      </a:pPr>
                      <a:r>
                        <a:rPr lang="en-US" sz="900" b="0" i="0" u="none" strike="noStrike" cap="none">
                          <a:solidFill>
                            <a:srgbClr val="334155"/>
                          </a:solidFill>
                          <a:effectLst/>
                          <a:latin typeface="Inter" panose="020B0604020202020204" charset="0"/>
                          <a:ea typeface="Calibri"/>
                          <a:cs typeface="Calibri"/>
                          <a:sym typeface="Arial"/>
                        </a:rPr>
                        <a:t>Board Games</a:t>
                      </a:r>
                    </a:p>
                  </a:txBody>
                  <a:tcPr anchor="ctr">
                    <a:lnL w="3175">
                      <a:solidFill>
                        <a:srgbClr val="002060"/>
                      </a:solidFill>
                    </a:lnL>
                    <a:lnR w="3175">
                      <a:solidFill>
                        <a:srgbClr val="002060"/>
                      </a:solidFill>
                    </a:lnR>
                    <a:lnT w="3175">
                      <a:solidFill>
                        <a:srgbClr val="002060"/>
                      </a:solidFill>
                    </a:lnT>
                    <a:lnB w="3175">
                      <a:solidFill>
                        <a:srgbClr val="002060"/>
                      </a:solidFill>
                    </a:lnB>
                    <a:solidFill>
                      <a:schemeClr val="bg1"/>
                    </a:solidFill>
                  </a:tcPr>
                </a:tc>
                <a:tc vMerge="1">
                  <a:txBody>
                    <a:bodyPr/>
                    <a:lstStyle/>
                    <a:p>
                      <a:endParaRPr lang="en-US">
                        <a:effectLst/>
                      </a:endParaRPr>
                    </a:p>
                  </a:txBody>
                  <a:tcPr anchor="ctr">
                    <a:lnL>
                      <a:noFill/>
                    </a:lnL>
                    <a:lnR>
                      <a:noFill/>
                    </a:lnR>
                    <a:lnT>
                      <a:noFill/>
                    </a:lnT>
                    <a:lnB>
                      <a:noFill/>
                    </a:lnB>
                    <a:noFill/>
                  </a:tcPr>
                </a:tc>
                <a:tc>
                  <a:txBody>
                    <a:bodyPr/>
                    <a:lstStyle/>
                    <a:p>
                      <a:pPr marL="0" marR="0" indent="0" algn="l" rtl="0" fontAlgn="base">
                        <a:lnSpc>
                          <a:spcPct val="100000"/>
                        </a:lnSpc>
                        <a:spcBef>
                          <a:spcPts val="0"/>
                        </a:spcBef>
                        <a:spcAft>
                          <a:spcPts val="0"/>
                        </a:spcAft>
                        <a:buClr>
                          <a:srgbClr val="000000"/>
                        </a:buClr>
                        <a:buFont typeface="Arial"/>
                        <a:buNone/>
                      </a:pPr>
                      <a:r>
                        <a:rPr lang="en-US" sz="900" b="0" i="0" u="none" strike="noStrike" cap="none">
                          <a:solidFill>
                            <a:srgbClr val="334155"/>
                          </a:solidFill>
                          <a:effectLst/>
                          <a:latin typeface="Inter" panose="020B0604020202020204" charset="0"/>
                          <a:ea typeface="Calibri"/>
                          <a:cs typeface="Calibri"/>
                          <a:sym typeface="Arial"/>
                        </a:rPr>
                        <a:t>0.00%</a:t>
                      </a:r>
                    </a:p>
                  </a:txBody>
                  <a:tcPr anchor="ctr">
                    <a:lnL w="3175">
                      <a:solidFill>
                        <a:srgbClr val="002060"/>
                      </a:solidFill>
                    </a:lnL>
                    <a:lnR w="3175">
                      <a:solidFill>
                        <a:srgbClr val="002060"/>
                      </a:solidFill>
                    </a:lnR>
                    <a:lnT w="3175">
                      <a:solidFill>
                        <a:srgbClr val="002060"/>
                      </a:solidFill>
                    </a:lnT>
                    <a:lnB w="3175">
                      <a:solidFill>
                        <a:srgbClr val="002060"/>
                      </a:solidFill>
                    </a:lnB>
                    <a:solidFill>
                      <a:schemeClr val="bg1"/>
                    </a:solidFill>
                  </a:tcPr>
                </a:tc>
                <a:tc>
                  <a:txBody>
                    <a:bodyPr/>
                    <a:lstStyle/>
                    <a:p>
                      <a:pPr marL="0" marR="0" indent="0" algn="l" rtl="0" fontAlgn="base">
                        <a:lnSpc>
                          <a:spcPct val="100000"/>
                        </a:lnSpc>
                        <a:spcBef>
                          <a:spcPts val="0"/>
                        </a:spcBef>
                        <a:spcAft>
                          <a:spcPts val="0"/>
                        </a:spcAft>
                        <a:buClr>
                          <a:srgbClr val="000000"/>
                        </a:buClr>
                        <a:buFont typeface="Arial"/>
                        <a:buNone/>
                      </a:pPr>
                      <a:r>
                        <a:rPr lang="en-US" sz="900" b="0" i="0" u="none" strike="noStrike" cap="none">
                          <a:solidFill>
                            <a:srgbClr val="334155"/>
                          </a:solidFill>
                          <a:effectLst/>
                          <a:latin typeface="Inter" panose="020B0604020202020204" charset="0"/>
                          <a:ea typeface="Calibri"/>
                          <a:cs typeface="Calibri"/>
                          <a:sym typeface="Arial"/>
                        </a:rPr>
                        <a:t>40.48</a:t>
                      </a:r>
                    </a:p>
                  </a:txBody>
                  <a:tcPr anchor="ctr">
                    <a:lnL w="3175">
                      <a:solidFill>
                        <a:srgbClr val="002060"/>
                      </a:solidFill>
                    </a:lnL>
                    <a:lnR w="3175">
                      <a:solidFill>
                        <a:srgbClr val="002060"/>
                      </a:solidFill>
                    </a:lnR>
                    <a:lnT w="3175">
                      <a:solidFill>
                        <a:srgbClr val="002060"/>
                      </a:solidFill>
                    </a:lnT>
                    <a:lnB w="3175">
                      <a:solidFill>
                        <a:srgbClr val="002060"/>
                      </a:solidFill>
                    </a:lnB>
                    <a:solidFill>
                      <a:schemeClr val="bg1"/>
                    </a:solidFill>
                  </a:tcPr>
                </a:tc>
                <a:tc>
                  <a:txBody>
                    <a:bodyPr/>
                    <a:lstStyle/>
                    <a:p>
                      <a:pPr marL="0" marR="0" indent="0" algn="l" rtl="0" fontAlgn="base">
                        <a:lnSpc>
                          <a:spcPct val="100000"/>
                        </a:lnSpc>
                        <a:spcBef>
                          <a:spcPts val="0"/>
                        </a:spcBef>
                        <a:spcAft>
                          <a:spcPts val="0"/>
                        </a:spcAft>
                        <a:buClr>
                          <a:srgbClr val="000000"/>
                        </a:buClr>
                        <a:buFont typeface="Arial"/>
                        <a:buNone/>
                      </a:pPr>
                      <a:r>
                        <a:rPr lang="en-US" sz="900" b="0" i="0" u="none" strike="noStrike" cap="none">
                          <a:solidFill>
                            <a:srgbClr val="334155"/>
                          </a:solidFill>
                          <a:effectLst/>
                          <a:latin typeface="Inter" panose="020B0604020202020204" charset="0"/>
                          <a:ea typeface="Calibri"/>
                          <a:cs typeface="Calibri"/>
                          <a:sym typeface="Arial"/>
                        </a:rPr>
                        <a:t>₹1.38M</a:t>
                      </a:r>
                    </a:p>
                  </a:txBody>
                  <a:tcPr anchor="ctr">
                    <a:lnL w="3175">
                      <a:solidFill>
                        <a:srgbClr val="002060"/>
                      </a:solidFill>
                    </a:lnL>
                    <a:lnR w="3175">
                      <a:solidFill>
                        <a:srgbClr val="002060"/>
                      </a:solidFill>
                    </a:lnR>
                    <a:lnT w="3175">
                      <a:solidFill>
                        <a:srgbClr val="002060"/>
                      </a:solidFill>
                    </a:lnT>
                    <a:lnB w="3175">
                      <a:solidFill>
                        <a:srgbClr val="002060"/>
                      </a:solidFill>
                    </a:lnB>
                    <a:solidFill>
                      <a:schemeClr val="bg1"/>
                    </a:solidFill>
                  </a:tcPr>
                </a:tc>
                <a:tc>
                  <a:txBody>
                    <a:bodyPr/>
                    <a:lstStyle/>
                    <a:p>
                      <a:pPr marL="0" marR="0" indent="0" algn="ctr" rtl="0" fontAlgn="base">
                        <a:lnSpc>
                          <a:spcPct val="100000"/>
                        </a:lnSpc>
                        <a:spcBef>
                          <a:spcPts val="0"/>
                        </a:spcBef>
                        <a:spcAft>
                          <a:spcPts val="0"/>
                        </a:spcAft>
                        <a:buClr>
                          <a:srgbClr val="000000"/>
                        </a:buClr>
                        <a:buFont typeface="Arial"/>
                        <a:buNone/>
                      </a:pPr>
                      <a:r>
                        <a:rPr lang="en-US" sz="900" b="0" i="0" u="none" strike="noStrike" cap="none">
                          <a:solidFill>
                            <a:srgbClr val="334155"/>
                          </a:solidFill>
                          <a:effectLst/>
                          <a:latin typeface="Inter"/>
                          <a:ea typeface="Calibri"/>
                          <a:cs typeface="Calibri"/>
                        </a:rPr>
                        <a:t>4,620</a:t>
                      </a:r>
                      <a:endParaRPr lang="en-US" sz="900" b="0" i="0" u="none" strike="noStrike" cap="none">
                        <a:solidFill>
                          <a:srgbClr val="334155"/>
                        </a:solidFill>
                        <a:effectLst/>
                        <a:latin typeface="Inter" panose="020B0604020202020204" charset="0"/>
                        <a:ea typeface="Calibri"/>
                        <a:cs typeface="Calibri"/>
                        <a:sym typeface="Arial"/>
                      </a:endParaRPr>
                    </a:p>
                  </a:txBody>
                  <a:tcPr anchor="ctr">
                    <a:lnL w="3175">
                      <a:solidFill>
                        <a:srgbClr val="002060"/>
                      </a:solidFill>
                    </a:lnL>
                    <a:lnR w="3175">
                      <a:solidFill>
                        <a:srgbClr val="002060"/>
                      </a:solidFill>
                    </a:lnR>
                    <a:lnT w="3175">
                      <a:solidFill>
                        <a:srgbClr val="002060"/>
                      </a:solidFill>
                    </a:lnT>
                    <a:lnB w="3175">
                      <a:solidFill>
                        <a:srgbClr val="002060"/>
                      </a:solidFill>
                    </a:lnB>
                    <a:solidFill>
                      <a:schemeClr val="bg1"/>
                    </a:solidFill>
                  </a:tcPr>
                </a:tc>
                <a:extLst>
                  <a:ext uri="{0D108BD9-81ED-4DB2-BD59-A6C34878D82A}">
                    <a16:rowId xmlns:a16="http://schemas.microsoft.com/office/drawing/2014/main" val="941173217"/>
                  </a:ext>
                </a:extLst>
              </a:tr>
              <a:tr h="199661">
                <a:tc>
                  <a:txBody>
                    <a:bodyPr/>
                    <a:lstStyle/>
                    <a:p>
                      <a:pPr marL="0" marR="0" indent="0" algn="l" rtl="0" fontAlgn="base">
                        <a:lnSpc>
                          <a:spcPct val="100000"/>
                        </a:lnSpc>
                        <a:spcBef>
                          <a:spcPts val="0"/>
                        </a:spcBef>
                        <a:spcAft>
                          <a:spcPts val="0"/>
                        </a:spcAft>
                        <a:buClr>
                          <a:srgbClr val="000000"/>
                        </a:buClr>
                        <a:buFont typeface="Arial"/>
                        <a:buNone/>
                      </a:pPr>
                      <a:r>
                        <a:rPr lang="en-US" sz="900" b="1" i="0" u="none" strike="noStrike" cap="none">
                          <a:solidFill>
                            <a:srgbClr val="334155"/>
                          </a:solidFill>
                          <a:effectLst/>
                          <a:latin typeface="Inter" panose="020B0604020202020204" charset="0"/>
                          <a:ea typeface="Calibri"/>
                          <a:cs typeface="Calibri"/>
                          <a:sym typeface="Arial"/>
                        </a:rPr>
                        <a:t>Jigsaw Puzzle 500</a:t>
                      </a:r>
                    </a:p>
                  </a:txBody>
                  <a:tcPr anchor="ctr">
                    <a:lnL w="3175">
                      <a:solidFill>
                        <a:srgbClr val="002060"/>
                      </a:solidFill>
                    </a:lnL>
                    <a:lnR w="3175">
                      <a:solidFill>
                        <a:srgbClr val="002060"/>
                      </a:solidFill>
                    </a:lnR>
                    <a:lnT w="3175">
                      <a:solidFill>
                        <a:srgbClr val="002060"/>
                      </a:solidFill>
                    </a:lnT>
                    <a:lnB w="3175">
                      <a:solidFill>
                        <a:srgbClr val="002060"/>
                      </a:solidFill>
                    </a:lnB>
                    <a:solidFill>
                      <a:schemeClr val="bg1"/>
                    </a:solidFill>
                  </a:tcPr>
                </a:tc>
                <a:tc>
                  <a:txBody>
                    <a:bodyPr/>
                    <a:lstStyle/>
                    <a:p>
                      <a:pPr marL="0" marR="0" indent="0" algn="l" rtl="0" fontAlgn="base">
                        <a:lnSpc>
                          <a:spcPct val="100000"/>
                        </a:lnSpc>
                        <a:spcBef>
                          <a:spcPts val="0"/>
                        </a:spcBef>
                        <a:spcAft>
                          <a:spcPts val="0"/>
                        </a:spcAft>
                        <a:buClr>
                          <a:srgbClr val="000000"/>
                        </a:buClr>
                        <a:buFont typeface="Arial"/>
                        <a:buNone/>
                      </a:pPr>
                      <a:r>
                        <a:rPr lang="en-US" sz="900" b="0" i="0" u="none" strike="noStrike" cap="none">
                          <a:solidFill>
                            <a:srgbClr val="334155"/>
                          </a:solidFill>
                          <a:effectLst/>
                          <a:latin typeface="Inter" panose="020B0604020202020204" charset="0"/>
                          <a:ea typeface="Calibri"/>
                          <a:cs typeface="Calibri"/>
                          <a:sym typeface="Arial"/>
                        </a:rPr>
                        <a:t>Puzzles</a:t>
                      </a:r>
                    </a:p>
                  </a:txBody>
                  <a:tcPr anchor="ctr">
                    <a:lnL w="3175">
                      <a:solidFill>
                        <a:srgbClr val="002060"/>
                      </a:solidFill>
                    </a:lnL>
                    <a:lnR w="3175">
                      <a:solidFill>
                        <a:srgbClr val="002060"/>
                      </a:solidFill>
                    </a:lnR>
                    <a:lnT w="3175">
                      <a:solidFill>
                        <a:srgbClr val="002060"/>
                      </a:solidFill>
                    </a:lnT>
                    <a:lnB w="3175">
                      <a:solidFill>
                        <a:srgbClr val="002060"/>
                      </a:solidFill>
                    </a:lnB>
                    <a:solidFill>
                      <a:schemeClr val="bg1"/>
                    </a:solidFill>
                  </a:tcPr>
                </a:tc>
                <a:tc vMerge="1">
                  <a:txBody>
                    <a:bodyPr/>
                    <a:lstStyle/>
                    <a:p>
                      <a:endParaRPr lang="en-US">
                        <a:effectLst/>
                      </a:endParaRPr>
                    </a:p>
                  </a:txBody>
                  <a:tcPr anchor="ctr">
                    <a:lnL>
                      <a:noFill/>
                    </a:lnL>
                    <a:lnR>
                      <a:noFill/>
                    </a:lnR>
                    <a:lnT>
                      <a:noFill/>
                    </a:lnT>
                    <a:lnB>
                      <a:noFill/>
                    </a:lnB>
                    <a:noFill/>
                  </a:tcPr>
                </a:tc>
                <a:tc>
                  <a:txBody>
                    <a:bodyPr/>
                    <a:lstStyle/>
                    <a:p>
                      <a:pPr marL="0" marR="0" indent="0" algn="l" rtl="0" fontAlgn="base">
                        <a:lnSpc>
                          <a:spcPct val="100000"/>
                        </a:lnSpc>
                        <a:spcBef>
                          <a:spcPts val="0"/>
                        </a:spcBef>
                        <a:spcAft>
                          <a:spcPts val="0"/>
                        </a:spcAft>
                        <a:buClr>
                          <a:srgbClr val="000000"/>
                        </a:buClr>
                        <a:buFont typeface="Arial"/>
                        <a:buNone/>
                      </a:pPr>
                      <a:r>
                        <a:rPr lang="en-US" sz="900" b="0" i="0" u="none" strike="noStrike" cap="none">
                          <a:solidFill>
                            <a:srgbClr val="334155"/>
                          </a:solidFill>
                          <a:effectLst/>
                          <a:latin typeface="Inter" panose="020B0604020202020204" charset="0"/>
                          <a:ea typeface="Calibri"/>
                          <a:cs typeface="Calibri"/>
                          <a:sym typeface="Arial"/>
                        </a:rPr>
                        <a:t>0.00%</a:t>
                      </a:r>
                    </a:p>
                  </a:txBody>
                  <a:tcPr anchor="ctr">
                    <a:lnL w="3175">
                      <a:solidFill>
                        <a:srgbClr val="002060"/>
                      </a:solidFill>
                    </a:lnL>
                    <a:lnR w="3175">
                      <a:solidFill>
                        <a:srgbClr val="002060"/>
                      </a:solidFill>
                    </a:lnR>
                    <a:lnT w="3175">
                      <a:solidFill>
                        <a:srgbClr val="002060"/>
                      </a:solidFill>
                    </a:lnT>
                    <a:lnB w="3175">
                      <a:solidFill>
                        <a:srgbClr val="002060"/>
                      </a:solidFill>
                    </a:lnB>
                    <a:solidFill>
                      <a:schemeClr val="bg1"/>
                    </a:solidFill>
                  </a:tcPr>
                </a:tc>
                <a:tc>
                  <a:txBody>
                    <a:bodyPr/>
                    <a:lstStyle/>
                    <a:p>
                      <a:pPr marL="0" marR="0" indent="0" algn="l" rtl="0" fontAlgn="base">
                        <a:lnSpc>
                          <a:spcPct val="100000"/>
                        </a:lnSpc>
                        <a:spcBef>
                          <a:spcPts val="0"/>
                        </a:spcBef>
                        <a:spcAft>
                          <a:spcPts val="0"/>
                        </a:spcAft>
                        <a:buClr>
                          <a:srgbClr val="000000"/>
                        </a:buClr>
                        <a:buFont typeface="Arial"/>
                        <a:buNone/>
                      </a:pPr>
                      <a:r>
                        <a:rPr lang="en-US" sz="900" b="0" i="0" u="none" strike="noStrike" cap="none">
                          <a:solidFill>
                            <a:srgbClr val="334155"/>
                          </a:solidFill>
                          <a:effectLst/>
                          <a:latin typeface="Inter" panose="020B0604020202020204" charset="0"/>
                          <a:ea typeface="Calibri"/>
                          <a:cs typeface="Calibri"/>
                          <a:sym typeface="Arial"/>
                        </a:rPr>
                        <a:t>43.88</a:t>
                      </a:r>
                    </a:p>
                  </a:txBody>
                  <a:tcPr anchor="ctr">
                    <a:lnL w="3175">
                      <a:solidFill>
                        <a:srgbClr val="002060"/>
                      </a:solidFill>
                    </a:lnL>
                    <a:lnR w="3175">
                      <a:solidFill>
                        <a:srgbClr val="002060"/>
                      </a:solidFill>
                    </a:lnR>
                    <a:lnT w="3175">
                      <a:solidFill>
                        <a:srgbClr val="002060"/>
                      </a:solidFill>
                    </a:lnT>
                    <a:lnB w="3175">
                      <a:solidFill>
                        <a:srgbClr val="002060"/>
                      </a:solidFill>
                    </a:lnB>
                    <a:solidFill>
                      <a:schemeClr val="bg1"/>
                    </a:solidFill>
                  </a:tcPr>
                </a:tc>
                <a:tc>
                  <a:txBody>
                    <a:bodyPr/>
                    <a:lstStyle/>
                    <a:p>
                      <a:pPr marL="0" marR="0" indent="0" algn="l" rtl="0" fontAlgn="base">
                        <a:lnSpc>
                          <a:spcPct val="100000"/>
                        </a:lnSpc>
                        <a:spcBef>
                          <a:spcPts val="0"/>
                        </a:spcBef>
                        <a:spcAft>
                          <a:spcPts val="0"/>
                        </a:spcAft>
                        <a:buClr>
                          <a:srgbClr val="000000"/>
                        </a:buClr>
                        <a:buFont typeface="Arial"/>
                        <a:buNone/>
                      </a:pPr>
                      <a:r>
                        <a:rPr lang="en-US" sz="900" b="0" i="0" u="none" strike="noStrike" cap="none">
                          <a:solidFill>
                            <a:srgbClr val="334155"/>
                          </a:solidFill>
                          <a:effectLst/>
                          <a:latin typeface="Inter" panose="020B0604020202020204" charset="0"/>
                          <a:ea typeface="Calibri"/>
                          <a:cs typeface="Calibri"/>
                          <a:sym typeface="Arial"/>
                        </a:rPr>
                        <a:t>₹2.20M</a:t>
                      </a:r>
                    </a:p>
                  </a:txBody>
                  <a:tcPr anchor="ctr">
                    <a:lnL w="3175">
                      <a:solidFill>
                        <a:srgbClr val="002060"/>
                      </a:solidFill>
                    </a:lnL>
                    <a:lnR w="3175">
                      <a:solidFill>
                        <a:srgbClr val="002060"/>
                      </a:solidFill>
                    </a:lnR>
                    <a:lnT w="3175">
                      <a:solidFill>
                        <a:srgbClr val="002060"/>
                      </a:solidFill>
                    </a:lnT>
                    <a:lnB w="3175">
                      <a:solidFill>
                        <a:srgbClr val="002060"/>
                      </a:solidFill>
                    </a:lnB>
                    <a:solidFill>
                      <a:schemeClr val="bg1"/>
                    </a:solidFill>
                  </a:tcPr>
                </a:tc>
                <a:tc>
                  <a:txBody>
                    <a:bodyPr/>
                    <a:lstStyle/>
                    <a:p>
                      <a:pPr marL="0" marR="0" indent="0" algn="ctr" rtl="0" fontAlgn="base">
                        <a:lnSpc>
                          <a:spcPct val="100000"/>
                        </a:lnSpc>
                        <a:spcBef>
                          <a:spcPts val="0"/>
                        </a:spcBef>
                        <a:spcAft>
                          <a:spcPts val="0"/>
                        </a:spcAft>
                        <a:buClr>
                          <a:srgbClr val="000000"/>
                        </a:buClr>
                        <a:buFont typeface="Arial"/>
                        <a:buNone/>
                      </a:pPr>
                      <a:r>
                        <a:rPr lang="en-US" sz="900" b="0" i="0" u="none" strike="noStrike" cap="none">
                          <a:solidFill>
                            <a:srgbClr val="334155"/>
                          </a:solidFill>
                          <a:effectLst/>
                          <a:latin typeface="Inter"/>
                          <a:ea typeface="Calibri"/>
                          <a:cs typeface="Calibri"/>
                        </a:rPr>
                        <a:t>4,895</a:t>
                      </a:r>
                      <a:endParaRPr lang="en-US" sz="900" b="0" i="0" u="none" strike="noStrike" cap="none">
                        <a:solidFill>
                          <a:srgbClr val="334155"/>
                        </a:solidFill>
                        <a:effectLst/>
                        <a:latin typeface="Inter" panose="020B0604020202020204" charset="0"/>
                        <a:ea typeface="Calibri"/>
                        <a:cs typeface="Calibri"/>
                        <a:sym typeface="Arial"/>
                      </a:endParaRPr>
                    </a:p>
                  </a:txBody>
                  <a:tcPr anchor="ctr">
                    <a:lnL w="3175">
                      <a:solidFill>
                        <a:srgbClr val="002060"/>
                      </a:solidFill>
                    </a:lnL>
                    <a:lnR w="3175">
                      <a:solidFill>
                        <a:srgbClr val="002060"/>
                      </a:solidFill>
                    </a:lnR>
                    <a:lnT w="3175">
                      <a:solidFill>
                        <a:srgbClr val="002060"/>
                      </a:solidFill>
                    </a:lnT>
                    <a:lnB w="3175">
                      <a:solidFill>
                        <a:srgbClr val="002060"/>
                      </a:solidFill>
                    </a:lnB>
                    <a:solidFill>
                      <a:schemeClr val="bg1"/>
                    </a:solidFill>
                  </a:tcPr>
                </a:tc>
                <a:extLst>
                  <a:ext uri="{0D108BD9-81ED-4DB2-BD59-A6C34878D82A}">
                    <a16:rowId xmlns:a16="http://schemas.microsoft.com/office/drawing/2014/main" val="3284394143"/>
                  </a:ext>
                </a:extLst>
              </a:tr>
              <a:tr h="199661">
                <a:tc>
                  <a:txBody>
                    <a:bodyPr/>
                    <a:lstStyle/>
                    <a:p>
                      <a:pPr marL="0" marR="0" indent="0" algn="l" rtl="0" fontAlgn="base">
                        <a:lnSpc>
                          <a:spcPct val="100000"/>
                        </a:lnSpc>
                        <a:spcBef>
                          <a:spcPts val="0"/>
                        </a:spcBef>
                        <a:spcAft>
                          <a:spcPts val="0"/>
                        </a:spcAft>
                        <a:buClr>
                          <a:srgbClr val="000000"/>
                        </a:buClr>
                        <a:buFont typeface="Arial"/>
                        <a:buNone/>
                      </a:pPr>
                      <a:r>
                        <a:rPr lang="en-US" sz="900" b="1" i="0" u="none" strike="noStrike" cap="none">
                          <a:solidFill>
                            <a:srgbClr val="334155"/>
                          </a:solidFill>
                          <a:effectLst/>
                          <a:latin typeface="Inter" panose="020B0604020202020204" charset="0"/>
                          <a:ea typeface="Calibri"/>
                          <a:cs typeface="Calibri"/>
                          <a:sym typeface="Arial"/>
                        </a:rPr>
                        <a:t>Monopoly Classic</a:t>
                      </a:r>
                    </a:p>
                  </a:txBody>
                  <a:tcPr anchor="ctr">
                    <a:lnL w="3175">
                      <a:solidFill>
                        <a:srgbClr val="002060"/>
                      </a:solidFill>
                    </a:lnL>
                    <a:lnR w="3175">
                      <a:solidFill>
                        <a:srgbClr val="002060"/>
                      </a:solidFill>
                    </a:lnR>
                    <a:lnT w="3175">
                      <a:solidFill>
                        <a:srgbClr val="002060"/>
                      </a:solidFill>
                    </a:lnT>
                    <a:lnB w="3175">
                      <a:solidFill>
                        <a:srgbClr val="002060"/>
                      </a:solidFill>
                    </a:lnB>
                    <a:solidFill>
                      <a:schemeClr val="bg1"/>
                    </a:solidFill>
                  </a:tcPr>
                </a:tc>
                <a:tc>
                  <a:txBody>
                    <a:bodyPr/>
                    <a:lstStyle/>
                    <a:p>
                      <a:pPr marL="0" marR="0" indent="0" algn="l" rtl="0" fontAlgn="base">
                        <a:lnSpc>
                          <a:spcPct val="100000"/>
                        </a:lnSpc>
                        <a:spcBef>
                          <a:spcPts val="0"/>
                        </a:spcBef>
                        <a:spcAft>
                          <a:spcPts val="0"/>
                        </a:spcAft>
                        <a:buClr>
                          <a:srgbClr val="000000"/>
                        </a:buClr>
                        <a:buFont typeface="Arial"/>
                        <a:buNone/>
                      </a:pPr>
                      <a:r>
                        <a:rPr lang="en-US" sz="900" b="0" i="0" u="none" strike="noStrike" cap="none">
                          <a:solidFill>
                            <a:srgbClr val="334155"/>
                          </a:solidFill>
                          <a:effectLst/>
                          <a:latin typeface="Inter" panose="020B0604020202020204" charset="0"/>
                          <a:ea typeface="Calibri"/>
                          <a:cs typeface="Calibri"/>
                          <a:sym typeface="Arial"/>
                        </a:rPr>
                        <a:t>Board Games</a:t>
                      </a:r>
                    </a:p>
                  </a:txBody>
                  <a:tcPr anchor="ctr">
                    <a:lnL w="3175">
                      <a:solidFill>
                        <a:srgbClr val="002060"/>
                      </a:solidFill>
                    </a:lnL>
                    <a:lnR w="3175">
                      <a:solidFill>
                        <a:srgbClr val="002060"/>
                      </a:solidFill>
                    </a:lnR>
                    <a:lnT w="3175">
                      <a:solidFill>
                        <a:srgbClr val="002060"/>
                      </a:solidFill>
                    </a:lnT>
                    <a:lnB w="3175">
                      <a:solidFill>
                        <a:srgbClr val="002060"/>
                      </a:solidFill>
                    </a:lnB>
                    <a:solidFill>
                      <a:schemeClr val="bg1"/>
                    </a:solidFill>
                  </a:tcPr>
                </a:tc>
                <a:tc vMerge="1">
                  <a:txBody>
                    <a:bodyPr/>
                    <a:lstStyle/>
                    <a:p>
                      <a:endParaRPr lang="en-US">
                        <a:effectLst/>
                      </a:endParaRPr>
                    </a:p>
                  </a:txBody>
                  <a:tcPr anchor="ctr">
                    <a:lnL>
                      <a:noFill/>
                    </a:lnL>
                    <a:lnR>
                      <a:noFill/>
                    </a:lnR>
                    <a:lnT>
                      <a:noFill/>
                    </a:lnT>
                    <a:lnB>
                      <a:noFill/>
                    </a:lnB>
                    <a:noFill/>
                  </a:tcPr>
                </a:tc>
                <a:tc>
                  <a:txBody>
                    <a:bodyPr/>
                    <a:lstStyle/>
                    <a:p>
                      <a:pPr marL="0" marR="0" indent="0" algn="l" rtl="0" fontAlgn="base">
                        <a:lnSpc>
                          <a:spcPct val="100000"/>
                        </a:lnSpc>
                        <a:spcBef>
                          <a:spcPts val="0"/>
                        </a:spcBef>
                        <a:spcAft>
                          <a:spcPts val="0"/>
                        </a:spcAft>
                        <a:buClr>
                          <a:srgbClr val="000000"/>
                        </a:buClr>
                        <a:buFont typeface="Arial"/>
                        <a:buNone/>
                      </a:pPr>
                      <a:r>
                        <a:rPr lang="en-US" sz="900" b="0" i="0" u="none" strike="noStrike" cap="none">
                          <a:solidFill>
                            <a:srgbClr val="334155"/>
                          </a:solidFill>
                          <a:effectLst/>
                          <a:latin typeface="Inter" panose="020B0604020202020204" charset="0"/>
                          <a:ea typeface="Calibri"/>
                          <a:cs typeface="Calibri"/>
                          <a:sym typeface="Arial"/>
                        </a:rPr>
                        <a:t>0.00%</a:t>
                      </a:r>
                    </a:p>
                  </a:txBody>
                  <a:tcPr anchor="ctr">
                    <a:lnL w="3175">
                      <a:solidFill>
                        <a:srgbClr val="002060"/>
                      </a:solidFill>
                    </a:lnL>
                    <a:lnR w="3175">
                      <a:solidFill>
                        <a:srgbClr val="002060"/>
                      </a:solidFill>
                    </a:lnR>
                    <a:lnT w="3175">
                      <a:solidFill>
                        <a:srgbClr val="002060"/>
                      </a:solidFill>
                    </a:lnT>
                    <a:lnB w="3175">
                      <a:solidFill>
                        <a:srgbClr val="002060"/>
                      </a:solidFill>
                    </a:lnB>
                    <a:solidFill>
                      <a:schemeClr val="bg1"/>
                    </a:solidFill>
                  </a:tcPr>
                </a:tc>
                <a:tc>
                  <a:txBody>
                    <a:bodyPr/>
                    <a:lstStyle/>
                    <a:p>
                      <a:pPr marL="0" marR="0" indent="0" algn="l" rtl="0" fontAlgn="base">
                        <a:lnSpc>
                          <a:spcPct val="100000"/>
                        </a:lnSpc>
                        <a:spcBef>
                          <a:spcPts val="0"/>
                        </a:spcBef>
                        <a:spcAft>
                          <a:spcPts val="0"/>
                        </a:spcAft>
                        <a:buClr>
                          <a:srgbClr val="000000"/>
                        </a:buClr>
                        <a:buFont typeface="Arial"/>
                        <a:buNone/>
                      </a:pPr>
                      <a:r>
                        <a:rPr lang="en-US" sz="900" b="0" i="0" u="none" strike="noStrike" cap="none">
                          <a:solidFill>
                            <a:srgbClr val="334155"/>
                          </a:solidFill>
                          <a:effectLst/>
                          <a:latin typeface="Inter" panose="020B0604020202020204" charset="0"/>
                          <a:ea typeface="Calibri"/>
                          <a:cs typeface="Calibri"/>
                          <a:sym typeface="Arial"/>
                        </a:rPr>
                        <a:t>42.56</a:t>
                      </a:r>
                    </a:p>
                  </a:txBody>
                  <a:tcPr anchor="ctr">
                    <a:lnL w="3175">
                      <a:solidFill>
                        <a:srgbClr val="002060"/>
                      </a:solidFill>
                    </a:lnL>
                    <a:lnR w="3175">
                      <a:solidFill>
                        <a:srgbClr val="002060"/>
                      </a:solidFill>
                    </a:lnR>
                    <a:lnT w="3175">
                      <a:solidFill>
                        <a:srgbClr val="002060"/>
                      </a:solidFill>
                    </a:lnT>
                    <a:lnB w="3175">
                      <a:solidFill>
                        <a:srgbClr val="002060"/>
                      </a:solidFill>
                    </a:lnB>
                    <a:solidFill>
                      <a:schemeClr val="bg1"/>
                    </a:solidFill>
                  </a:tcPr>
                </a:tc>
                <a:tc>
                  <a:txBody>
                    <a:bodyPr/>
                    <a:lstStyle/>
                    <a:p>
                      <a:pPr marL="0" marR="0" indent="0" algn="l" rtl="0" fontAlgn="base">
                        <a:lnSpc>
                          <a:spcPct val="100000"/>
                        </a:lnSpc>
                        <a:spcBef>
                          <a:spcPts val="0"/>
                        </a:spcBef>
                        <a:spcAft>
                          <a:spcPts val="0"/>
                        </a:spcAft>
                        <a:buClr>
                          <a:srgbClr val="000000"/>
                        </a:buClr>
                        <a:buFont typeface="Arial"/>
                        <a:buNone/>
                      </a:pPr>
                      <a:r>
                        <a:rPr lang="en-US" sz="900" b="0" i="0" u="none" strike="noStrike" cap="none">
                          <a:solidFill>
                            <a:srgbClr val="334155"/>
                          </a:solidFill>
                          <a:effectLst/>
                          <a:latin typeface="Inter" panose="020B0604020202020204" charset="0"/>
                          <a:ea typeface="Calibri"/>
                          <a:cs typeface="Calibri"/>
                          <a:sym typeface="Arial"/>
                        </a:rPr>
                        <a:t>₹4.80M</a:t>
                      </a:r>
                    </a:p>
                  </a:txBody>
                  <a:tcPr anchor="ctr">
                    <a:lnL w="3175">
                      <a:solidFill>
                        <a:srgbClr val="002060"/>
                      </a:solidFill>
                    </a:lnL>
                    <a:lnR w="3175">
                      <a:solidFill>
                        <a:srgbClr val="002060"/>
                      </a:solidFill>
                    </a:lnR>
                    <a:lnT w="3175">
                      <a:solidFill>
                        <a:srgbClr val="002060"/>
                      </a:solidFill>
                    </a:lnT>
                    <a:lnB w="3175">
                      <a:solidFill>
                        <a:srgbClr val="002060"/>
                      </a:solidFill>
                    </a:lnB>
                    <a:solidFill>
                      <a:schemeClr val="bg1"/>
                    </a:solidFill>
                  </a:tcPr>
                </a:tc>
                <a:tc>
                  <a:txBody>
                    <a:bodyPr/>
                    <a:lstStyle/>
                    <a:p>
                      <a:pPr marL="0" marR="0" indent="0" algn="ctr" rtl="0" fontAlgn="base">
                        <a:lnSpc>
                          <a:spcPct val="100000"/>
                        </a:lnSpc>
                        <a:spcBef>
                          <a:spcPts val="0"/>
                        </a:spcBef>
                        <a:spcAft>
                          <a:spcPts val="0"/>
                        </a:spcAft>
                        <a:buClr>
                          <a:srgbClr val="000000"/>
                        </a:buClr>
                        <a:buFont typeface="Arial"/>
                        <a:buNone/>
                      </a:pPr>
                      <a:r>
                        <a:rPr lang="en-US" sz="900" b="0" i="0" u="none" strike="noStrike" cap="none">
                          <a:solidFill>
                            <a:srgbClr val="334155"/>
                          </a:solidFill>
                          <a:effectLst/>
                          <a:latin typeface="Inter"/>
                          <a:ea typeface="Calibri"/>
                          <a:cs typeface="Calibri"/>
                        </a:rPr>
                        <a:t>4,800</a:t>
                      </a:r>
                      <a:endParaRPr lang="en-US" sz="900" b="0" i="0" u="none" strike="noStrike" cap="none">
                        <a:solidFill>
                          <a:srgbClr val="334155"/>
                        </a:solidFill>
                        <a:effectLst/>
                        <a:latin typeface="Inter" panose="020B0604020202020204" charset="0"/>
                        <a:ea typeface="Calibri"/>
                        <a:cs typeface="Calibri"/>
                        <a:sym typeface="Arial"/>
                      </a:endParaRPr>
                    </a:p>
                  </a:txBody>
                  <a:tcPr anchor="ctr">
                    <a:lnL w="3175">
                      <a:solidFill>
                        <a:srgbClr val="002060"/>
                      </a:solidFill>
                    </a:lnL>
                    <a:lnR w="3175">
                      <a:solidFill>
                        <a:srgbClr val="002060"/>
                      </a:solidFill>
                    </a:lnR>
                    <a:lnT w="3175">
                      <a:solidFill>
                        <a:srgbClr val="002060"/>
                      </a:solidFill>
                    </a:lnT>
                    <a:lnB w="3175">
                      <a:solidFill>
                        <a:srgbClr val="002060"/>
                      </a:solidFill>
                    </a:lnB>
                    <a:solidFill>
                      <a:schemeClr val="bg1"/>
                    </a:solidFill>
                  </a:tcPr>
                </a:tc>
                <a:extLst>
                  <a:ext uri="{0D108BD9-81ED-4DB2-BD59-A6C34878D82A}">
                    <a16:rowId xmlns:a16="http://schemas.microsoft.com/office/drawing/2014/main" val="156667720"/>
                  </a:ext>
                </a:extLst>
              </a:tr>
              <a:tr h="199661">
                <a:tc>
                  <a:txBody>
                    <a:bodyPr/>
                    <a:lstStyle/>
                    <a:p>
                      <a:pPr marL="0" marR="0" indent="0" algn="l" rtl="0" fontAlgn="base">
                        <a:lnSpc>
                          <a:spcPct val="100000"/>
                        </a:lnSpc>
                        <a:spcBef>
                          <a:spcPts val="0"/>
                        </a:spcBef>
                        <a:spcAft>
                          <a:spcPts val="0"/>
                        </a:spcAft>
                        <a:buClr>
                          <a:srgbClr val="000000"/>
                        </a:buClr>
                        <a:buFont typeface="Arial"/>
                        <a:buNone/>
                      </a:pPr>
                      <a:r>
                        <a:rPr lang="en-US" sz="900" b="1" i="0" u="none" strike="noStrike" cap="none">
                          <a:solidFill>
                            <a:srgbClr val="334155"/>
                          </a:solidFill>
                          <a:effectLst/>
                          <a:latin typeface="Inter" panose="020B0604020202020204" charset="0"/>
                          <a:ea typeface="Calibri"/>
                          <a:cs typeface="Calibri"/>
                          <a:sym typeface="Arial"/>
                        </a:rPr>
                        <a:t>Robo Defender</a:t>
                      </a:r>
                    </a:p>
                  </a:txBody>
                  <a:tcPr anchor="ctr">
                    <a:lnL w="3175">
                      <a:solidFill>
                        <a:srgbClr val="002060"/>
                      </a:solidFill>
                    </a:lnL>
                    <a:lnR w="3175">
                      <a:solidFill>
                        <a:srgbClr val="002060"/>
                      </a:solidFill>
                    </a:lnR>
                    <a:lnT w="3175">
                      <a:solidFill>
                        <a:srgbClr val="002060"/>
                      </a:solidFill>
                    </a:lnT>
                    <a:lnB w="3175">
                      <a:solidFill>
                        <a:srgbClr val="002060"/>
                      </a:solidFill>
                    </a:lnB>
                    <a:solidFill>
                      <a:schemeClr val="bg1"/>
                    </a:solidFill>
                  </a:tcPr>
                </a:tc>
                <a:tc>
                  <a:txBody>
                    <a:bodyPr/>
                    <a:lstStyle/>
                    <a:p>
                      <a:pPr marL="0" marR="0" indent="0" algn="l" rtl="0" fontAlgn="base">
                        <a:lnSpc>
                          <a:spcPct val="100000"/>
                        </a:lnSpc>
                        <a:spcBef>
                          <a:spcPts val="0"/>
                        </a:spcBef>
                        <a:spcAft>
                          <a:spcPts val="0"/>
                        </a:spcAft>
                        <a:buClr>
                          <a:srgbClr val="000000"/>
                        </a:buClr>
                        <a:buFont typeface="Arial"/>
                        <a:buNone/>
                      </a:pPr>
                      <a:r>
                        <a:rPr lang="en-US" sz="900" b="0" i="0" u="none" strike="noStrike" cap="none">
                          <a:solidFill>
                            <a:srgbClr val="334155"/>
                          </a:solidFill>
                          <a:effectLst/>
                          <a:latin typeface="Inter" panose="020B0604020202020204" charset="0"/>
                          <a:ea typeface="Calibri"/>
                          <a:cs typeface="Calibri"/>
                          <a:sym typeface="Arial"/>
                        </a:rPr>
                        <a:t>Action Figures</a:t>
                      </a:r>
                    </a:p>
                  </a:txBody>
                  <a:tcPr anchor="ctr">
                    <a:lnL w="3175">
                      <a:solidFill>
                        <a:srgbClr val="002060"/>
                      </a:solidFill>
                    </a:lnL>
                    <a:lnR w="3175">
                      <a:solidFill>
                        <a:srgbClr val="002060"/>
                      </a:solidFill>
                    </a:lnR>
                    <a:lnT w="3175">
                      <a:solidFill>
                        <a:srgbClr val="002060"/>
                      </a:solidFill>
                    </a:lnT>
                    <a:lnB w="3175">
                      <a:solidFill>
                        <a:srgbClr val="002060"/>
                      </a:solidFill>
                    </a:lnB>
                    <a:solidFill>
                      <a:schemeClr val="bg1"/>
                    </a:solidFill>
                  </a:tcPr>
                </a:tc>
                <a:tc vMerge="1">
                  <a:txBody>
                    <a:bodyPr/>
                    <a:lstStyle/>
                    <a:p>
                      <a:endParaRPr lang="en-US">
                        <a:effectLst/>
                      </a:endParaRPr>
                    </a:p>
                  </a:txBody>
                  <a:tcPr anchor="ctr">
                    <a:lnL>
                      <a:noFill/>
                    </a:lnL>
                    <a:lnR>
                      <a:noFill/>
                    </a:lnR>
                    <a:lnT>
                      <a:noFill/>
                    </a:lnT>
                    <a:lnB>
                      <a:noFill/>
                    </a:lnB>
                    <a:noFill/>
                  </a:tcPr>
                </a:tc>
                <a:tc>
                  <a:txBody>
                    <a:bodyPr/>
                    <a:lstStyle/>
                    <a:p>
                      <a:pPr marL="0" marR="0" indent="0" algn="l" rtl="0" fontAlgn="base">
                        <a:lnSpc>
                          <a:spcPct val="100000"/>
                        </a:lnSpc>
                        <a:spcBef>
                          <a:spcPts val="0"/>
                        </a:spcBef>
                        <a:spcAft>
                          <a:spcPts val="0"/>
                        </a:spcAft>
                        <a:buClr>
                          <a:srgbClr val="000000"/>
                        </a:buClr>
                        <a:buFont typeface="Arial"/>
                        <a:buNone/>
                      </a:pPr>
                      <a:r>
                        <a:rPr lang="en-US" sz="900" b="0" i="0" u="none" strike="noStrike" cap="none">
                          <a:solidFill>
                            <a:srgbClr val="334155"/>
                          </a:solidFill>
                          <a:effectLst/>
                          <a:latin typeface="Inter" panose="020B0604020202020204" charset="0"/>
                          <a:ea typeface="Calibri"/>
                          <a:cs typeface="Calibri"/>
                          <a:sym typeface="Arial"/>
                        </a:rPr>
                        <a:t>0.00%</a:t>
                      </a:r>
                    </a:p>
                  </a:txBody>
                  <a:tcPr anchor="ctr">
                    <a:lnL w="3175">
                      <a:solidFill>
                        <a:srgbClr val="002060"/>
                      </a:solidFill>
                    </a:lnL>
                    <a:lnR w="3175">
                      <a:solidFill>
                        <a:srgbClr val="002060"/>
                      </a:solidFill>
                    </a:lnR>
                    <a:lnT w="3175">
                      <a:solidFill>
                        <a:srgbClr val="002060"/>
                      </a:solidFill>
                    </a:lnT>
                    <a:lnB w="3175">
                      <a:solidFill>
                        <a:srgbClr val="002060"/>
                      </a:solidFill>
                    </a:lnB>
                    <a:solidFill>
                      <a:schemeClr val="bg1"/>
                    </a:solidFill>
                  </a:tcPr>
                </a:tc>
                <a:tc>
                  <a:txBody>
                    <a:bodyPr/>
                    <a:lstStyle/>
                    <a:p>
                      <a:pPr marL="0" marR="0" indent="0" algn="l" rtl="0" fontAlgn="base">
                        <a:lnSpc>
                          <a:spcPct val="100000"/>
                        </a:lnSpc>
                        <a:spcBef>
                          <a:spcPts val="0"/>
                        </a:spcBef>
                        <a:spcAft>
                          <a:spcPts val="0"/>
                        </a:spcAft>
                        <a:buClr>
                          <a:srgbClr val="000000"/>
                        </a:buClr>
                        <a:buFont typeface="Arial"/>
                        <a:buNone/>
                      </a:pPr>
                      <a:r>
                        <a:rPr lang="en-US" sz="900" b="0" i="0" u="none" strike="noStrike" cap="none">
                          <a:solidFill>
                            <a:srgbClr val="334155"/>
                          </a:solidFill>
                          <a:effectLst/>
                          <a:latin typeface="Inter" panose="020B0604020202020204" charset="0"/>
                          <a:ea typeface="Calibri"/>
                          <a:cs typeface="Calibri"/>
                          <a:sym typeface="Arial"/>
                        </a:rPr>
                        <a:t>56.61</a:t>
                      </a:r>
                    </a:p>
                  </a:txBody>
                  <a:tcPr anchor="ctr">
                    <a:lnL w="3175">
                      <a:solidFill>
                        <a:srgbClr val="002060"/>
                      </a:solidFill>
                    </a:lnL>
                    <a:lnR w="3175">
                      <a:solidFill>
                        <a:srgbClr val="002060"/>
                      </a:solidFill>
                    </a:lnR>
                    <a:lnT w="3175">
                      <a:solidFill>
                        <a:srgbClr val="002060"/>
                      </a:solidFill>
                    </a:lnT>
                    <a:lnB w="3175">
                      <a:solidFill>
                        <a:srgbClr val="002060"/>
                      </a:solidFill>
                    </a:lnB>
                    <a:solidFill>
                      <a:schemeClr val="bg1"/>
                    </a:solidFill>
                  </a:tcPr>
                </a:tc>
                <a:tc>
                  <a:txBody>
                    <a:bodyPr/>
                    <a:lstStyle/>
                    <a:p>
                      <a:pPr marL="0" marR="0" indent="0" algn="l" rtl="0" fontAlgn="base">
                        <a:lnSpc>
                          <a:spcPct val="100000"/>
                        </a:lnSpc>
                        <a:spcBef>
                          <a:spcPts val="0"/>
                        </a:spcBef>
                        <a:spcAft>
                          <a:spcPts val="0"/>
                        </a:spcAft>
                        <a:buClr>
                          <a:srgbClr val="000000"/>
                        </a:buClr>
                        <a:buFont typeface="Arial"/>
                        <a:buNone/>
                      </a:pPr>
                      <a:r>
                        <a:rPr lang="en-US" sz="900" b="0" i="0" u="none" strike="noStrike" cap="none">
                          <a:solidFill>
                            <a:srgbClr val="334155"/>
                          </a:solidFill>
                          <a:effectLst/>
                          <a:latin typeface="Inter" panose="020B0604020202020204" charset="0"/>
                          <a:ea typeface="Calibri"/>
                          <a:cs typeface="Calibri"/>
                          <a:sym typeface="Arial"/>
                        </a:rPr>
                        <a:t>₹5.01M</a:t>
                      </a:r>
                    </a:p>
                  </a:txBody>
                  <a:tcPr anchor="ctr">
                    <a:lnL w="3175">
                      <a:solidFill>
                        <a:srgbClr val="002060"/>
                      </a:solidFill>
                    </a:lnL>
                    <a:lnR w="3175">
                      <a:solidFill>
                        <a:srgbClr val="002060"/>
                      </a:solidFill>
                    </a:lnR>
                    <a:lnT w="3175">
                      <a:solidFill>
                        <a:srgbClr val="002060"/>
                      </a:solidFill>
                    </a:lnT>
                    <a:lnB w="3175">
                      <a:solidFill>
                        <a:srgbClr val="002060"/>
                      </a:solidFill>
                    </a:lnB>
                    <a:solidFill>
                      <a:schemeClr val="bg1"/>
                    </a:solidFill>
                  </a:tcPr>
                </a:tc>
                <a:tc>
                  <a:txBody>
                    <a:bodyPr/>
                    <a:lstStyle/>
                    <a:p>
                      <a:pPr marL="0" marR="0" indent="0" algn="ctr" rtl="0" fontAlgn="base">
                        <a:lnSpc>
                          <a:spcPct val="100000"/>
                        </a:lnSpc>
                        <a:spcBef>
                          <a:spcPts val="0"/>
                        </a:spcBef>
                        <a:spcAft>
                          <a:spcPts val="0"/>
                        </a:spcAft>
                        <a:buClr>
                          <a:srgbClr val="000000"/>
                        </a:buClr>
                        <a:buFont typeface="Arial"/>
                        <a:buNone/>
                      </a:pPr>
                      <a:r>
                        <a:rPr lang="en-US" sz="900" b="0" i="0" u="none" strike="noStrike" cap="none">
                          <a:solidFill>
                            <a:srgbClr val="334155"/>
                          </a:solidFill>
                          <a:effectLst/>
                          <a:latin typeface="Inter"/>
                          <a:ea typeface="Calibri"/>
                          <a:cs typeface="Calibri"/>
                        </a:rPr>
                        <a:t>6,273</a:t>
                      </a:r>
                      <a:endParaRPr lang="en-US" sz="900" b="0" i="0" u="none" strike="noStrike" cap="none">
                        <a:solidFill>
                          <a:srgbClr val="334155"/>
                        </a:solidFill>
                        <a:effectLst/>
                        <a:latin typeface="Inter" panose="020B0604020202020204" charset="0"/>
                        <a:ea typeface="Calibri"/>
                        <a:cs typeface="Calibri"/>
                        <a:sym typeface="Arial"/>
                      </a:endParaRPr>
                    </a:p>
                  </a:txBody>
                  <a:tcPr anchor="ctr">
                    <a:lnL w="3175">
                      <a:solidFill>
                        <a:srgbClr val="002060"/>
                      </a:solidFill>
                    </a:lnL>
                    <a:lnR w="3175">
                      <a:solidFill>
                        <a:srgbClr val="002060"/>
                      </a:solidFill>
                    </a:lnR>
                    <a:lnT w="3175">
                      <a:solidFill>
                        <a:srgbClr val="002060"/>
                      </a:solidFill>
                    </a:lnT>
                    <a:lnB w="3175">
                      <a:solidFill>
                        <a:srgbClr val="002060"/>
                      </a:solidFill>
                    </a:lnB>
                    <a:solidFill>
                      <a:schemeClr val="bg1"/>
                    </a:solidFill>
                  </a:tcPr>
                </a:tc>
                <a:extLst>
                  <a:ext uri="{0D108BD9-81ED-4DB2-BD59-A6C34878D82A}">
                    <a16:rowId xmlns:a16="http://schemas.microsoft.com/office/drawing/2014/main" val="111665308"/>
                  </a:ext>
                </a:extLst>
              </a:tr>
            </a:tbl>
          </a:graphicData>
        </a:graphic>
      </p:graphicFrame>
      <p:sp>
        <p:nvSpPr>
          <p:cNvPr id="3" name="Google Shape;215;p17">
            <a:extLst>
              <a:ext uri="{FF2B5EF4-FFF2-40B4-BE49-F238E27FC236}">
                <a16:creationId xmlns:a16="http://schemas.microsoft.com/office/drawing/2014/main" id="{0234EA31-213C-79D6-3D34-BB24DC188447}"/>
              </a:ext>
            </a:extLst>
          </p:cNvPr>
          <p:cNvSpPr txBox="1"/>
          <p:nvPr/>
        </p:nvSpPr>
        <p:spPr>
          <a:xfrm>
            <a:off x="7050118" y="813731"/>
            <a:ext cx="4121719" cy="215444"/>
          </a:xfrm>
          <a:prstGeom prst="rect">
            <a:avLst/>
          </a:prstGeom>
          <a:noFill/>
          <a:ln>
            <a:noFill/>
          </a:ln>
        </p:spPr>
        <p:txBody>
          <a:bodyPr spcFirstLastPara="1" wrap="square" lIns="0" tIns="0" rIns="0" bIns="0" anchor="t" anchorCtr="0">
            <a:spAutoFit/>
          </a:bodyPr>
          <a:lstStyle/>
          <a:p>
            <a:r>
              <a:rPr lang="en-US" b="1">
                <a:solidFill>
                  <a:srgbClr val="0F172A"/>
                </a:solidFill>
                <a:latin typeface="Poppins"/>
                <a:ea typeface="Poppins"/>
                <a:cs typeface="Poppins"/>
                <a:sym typeface="Poppins"/>
              </a:rPr>
              <a:t>Demand vs. Stockout Risk </a:t>
            </a:r>
            <a:endParaRPr lang="en-US"/>
          </a:p>
        </p:txBody>
      </p:sp>
      <p:pic>
        <p:nvPicPr>
          <p:cNvPr id="5" name="Google Shape;274;p18">
            <a:extLst>
              <a:ext uri="{FF2B5EF4-FFF2-40B4-BE49-F238E27FC236}">
                <a16:creationId xmlns:a16="http://schemas.microsoft.com/office/drawing/2014/main" id="{9BCEA585-EB15-1BCE-8ECA-1721A7A0B053}"/>
              </a:ext>
            </a:extLst>
          </p:cNvPr>
          <p:cNvPicPr preferRelativeResize="0"/>
          <p:nvPr/>
        </p:nvPicPr>
        <p:blipFill rotWithShape="1">
          <a:blip r:embed="rId3">
            <a:alphaModFix/>
          </a:blip>
          <a:srcRect/>
          <a:stretch/>
        </p:blipFill>
        <p:spPr>
          <a:xfrm>
            <a:off x="473553" y="3763308"/>
            <a:ext cx="4139779" cy="1809573"/>
          </a:xfrm>
          <a:prstGeom prst="rect">
            <a:avLst/>
          </a:prstGeom>
          <a:noFill/>
          <a:ln>
            <a:noFill/>
          </a:ln>
        </p:spPr>
      </p:pic>
      <p:pic>
        <p:nvPicPr>
          <p:cNvPr id="6" name="Google Shape;275;p18">
            <a:extLst>
              <a:ext uri="{FF2B5EF4-FFF2-40B4-BE49-F238E27FC236}">
                <a16:creationId xmlns:a16="http://schemas.microsoft.com/office/drawing/2014/main" id="{37C47934-A90B-C396-6757-451F8760FFBF}"/>
              </a:ext>
            </a:extLst>
          </p:cNvPr>
          <p:cNvPicPr preferRelativeResize="0"/>
          <p:nvPr/>
        </p:nvPicPr>
        <p:blipFill rotWithShape="1">
          <a:blip r:embed="rId4">
            <a:alphaModFix/>
          </a:blip>
          <a:srcRect/>
          <a:stretch/>
        </p:blipFill>
        <p:spPr>
          <a:xfrm>
            <a:off x="4786762" y="3760614"/>
            <a:ext cx="3521554" cy="1796272"/>
          </a:xfrm>
          <a:prstGeom prst="rect">
            <a:avLst/>
          </a:prstGeom>
          <a:noFill/>
          <a:ln>
            <a:noFill/>
          </a:ln>
        </p:spPr>
      </p:pic>
      <p:pic>
        <p:nvPicPr>
          <p:cNvPr id="7" name="Google Shape;276;p18">
            <a:extLst>
              <a:ext uri="{FF2B5EF4-FFF2-40B4-BE49-F238E27FC236}">
                <a16:creationId xmlns:a16="http://schemas.microsoft.com/office/drawing/2014/main" id="{8C9A176D-1347-CE70-C384-59DC1B0D698E}"/>
              </a:ext>
            </a:extLst>
          </p:cNvPr>
          <p:cNvPicPr preferRelativeResize="0"/>
          <p:nvPr/>
        </p:nvPicPr>
        <p:blipFill rotWithShape="1">
          <a:blip r:embed="rId5">
            <a:alphaModFix/>
          </a:blip>
          <a:srcRect/>
          <a:stretch/>
        </p:blipFill>
        <p:spPr>
          <a:xfrm>
            <a:off x="8438609" y="3758997"/>
            <a:ext cx="3521557" cy="1796271"/>
          </a:xfrm>
          <a:prstGeom prst="rect">
            <a:avLst/>
          </a:prstGeom>
          <a:noFill/>
          <a:ln>
            <a:noFill/>
          </a:ln>
        </p:spPr>
      </p:pic>
      <p:sp>
        <p:nvSpPr>
          <p:cNvPr id="8" name="Google Shape;277;p18">
            <a:extLst>
              <a:ext uri="{FF2B5EF4-FFF2-40B4-BE49-F238E27FC236}">
                <a16:creationId xmlns:a16="http://schemas.microsoft.com/office/drawing/2014/main" id="{6C9605AE-8C72-CF7F-C786-5EC9BE84CA11}"/>
              </a:ext>
            </a:extLst>
          </p:cNvPr>
          <p:cNvSpPr txBox="1"/>
          <p:nvPr/>
        </p:nvSpPr>
        <p:spPr>
          <a:xfrm>
            <a:off x="831910" y="3877430"/>
            <a:ext cx="3019681" cy="276999"/>
          </a:xfrm>
          <a:prstGeom prst="rect">
            <a:avLst/>
          </a:prstGeom>
          <a:noFill/>
          <a:ln>
            <a:noFill/>
          </a:ln>
        </p:spPr>
        <p:txBody>
          <a:bodyPr spcFirstLastPara="1" wrap="square" lIns="152400" tIns="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sz="1800">
                <a:solidFill>
                  <a:srgbClr val="DC2626"/>
                </a:solidFill>
                <a:latin typeface="Inter Black"/>
                <a:ea typeface="Inter Black"/>
                <a:sym typeface="Poppins SemiBold"/>
              </a:rPr>
              <a:t>Stockout Concentration</a:t>
            </a:r>
            <a:endParaRPr lang="en-US" sz="1800"/>
          </a:p>
        </p:txBody>
      </p:sp>
      <p:sp>
        <p:nvSpPr>
          <p:cNvPr id="9" name="Google Shape;278;p18">
            <a:extLst>
              <a:ext uri="{FF2B5EF4-FFF2-40B4-BE49-F238E27FC236}">
                <a16:creationId xmlns:a16="http://schemas.microsoft.com/office/drawing/2014/main" id="{5E7F0805-FE2D-7819-3F19-A2A0E0C95F15}"/>
              </a:ext>
            </a:extLst>
          </p:cNvPr>
          <p:cNvSpPr txBox="1"/>
          <p:nvPr/>
        </p:nvSpPr>
        <p:spPr>
          <a:xfrm>
            <a:off x="573117" y="4182411"/>
            <a:ext cx="4127529" cy="1292662"/>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171450" indent="-171450">
              <a:lnSpc>
                <a:spcPct val="150000"/>
              </a:lnSpc>
              <a:buFont typeface="Wingdings"/>
              <a:buChar char="q"/>
            </a:pPr>
            <a:r>
              <a:rPr lang="en-US" b="1">
                <a:solidFill>
                  <a:srgbClr val="48566A"/>
                </a:solidFill>
                <a:latin typeface="Inter"/>
                <a:ea typeface="Inter"/>
              </a:rPr>
              <a:t>3 of the Top 4 sellers</a:t>
            </a:r>
            <a:r>
              <a:rPr lang="en-US">
                <a:solidFill>
                  <a:srgbClr val="48566A"/>
                </a:solidFill>
                <a:latin typeface="Inter"/>
                <a:ea typeface="Inter"/>
              </a:rPr>
              <a:t> had stockouts.</a:t>
            </a:r>
            <a:endParaRPr lang="en-US"/>
          </a:p>
          <a:p>
            <a:pPr marL="171450" indent="-171450">
              <a:lnSpc>
                <a:spcPct val="150000"/>
              </a:lnSpc>
              <a:buFont typeface="Wingdings"/>
              <a:buChar char="q"/>
            </a:pPr>
            <a:r>
              <a:rPr lang="en-US">
                <a:solidFill>
                  <a:srgbClr val="48566A"/>
                </a:solidFill>
                <a:latin typeface="Inter"/>
                <a:ea typeface="Inter"/>
              </a:rPr>
              <a:t>Risk is concentrated in </a:t>
            </a:r>
            <a:r>
              <a:rPr lang="en-US" b="1">
                <a:solidFill>
                  <a:srgbClr val="48566A"/>
                </a:solidFill>
                <a:latin typeface="Inter"/>
                <a:ea typeface="Inter"/>
              </a:rPr>
              <a:t>Dolls &amp; Action Figures</a:t>
            </a:r>
            <a:r>
              <a:rPr lang="en-US">
                <a:solidFill>
                  <a:srgbClr val="48566A"/>
                </a:solidFill>
                <a:latin typeface="Inter"/>
                <a:ea typeface="Inter"/>
              </a:rPr>
              <a:t>.</a:t>
            </a:r>
          </a:p>
          <a:p>
            <a:pPr marL="171450" indent="-171450">
              <a:lnSpc>
                <a:spcPct val="150000"/>
              </a:lnSpc>
              <a:buFont typeface="Wingdings"/>
              <a:buChar char="q"/>
            </a:pPr>
            <a:r>
              <a:rPr lang="en-US">
                <a:solidFill>
                  <a:srgbClr val="48566A"/>
                </a:solidFill>
                <a:latin typeface="Inter"/>
                <a:ea typeface="Inter"/>
              </a:rPr>
              <a:t>Indicates </a:t>
            </a:r>
            <a:r>
              <a:rPr lang="en-US" b="1">
                <a:solidFill>
                  <a:srgbClr val="48566A"/>
                </a:solidFill>
                <a:latin typeface="Inter"/>
                <a:ea typeface="Inter"/>
              </a:rPr>
              <a:t>potential lost-sales</a:t>
            </a:r>
            <a:r>
              <a:rPr lang="en-US">
                <a:solidFill>
                  <a:srgbClr val="48566A"/>
                </a:solidFill>
                <a:latin typeface="Inter"/>
                <a:ea typeface="Inter"/>
              </a:rPr>
              <a:t> risk</a:t>
            </a:r>
            <a:r>
              <a:rPr lang="en-US">
                <a:solidFill>
                  <a:srgbClr val="48566A"/>
                </a:solidFill>
                <a:latin typeface="Inter"/>
                <a:ea typeface="Inter"/>
                <a:sym typeface="Inter"/>
              </a:rPr>
              <a:t> on high-demand SKUs.</a:t>
            </a:r>
            <a:endParaRPr lang="en-US">
              <a:solidFill>
                <a:srgbClr val="48566A"/>
              </a:solidFill>
              <a:latin typeface="Inter"/>
              <a:ea typeface="Inter"/>
            </a:endParaRPr>
          </a:p>
        </p:txBody>
      </p:sp>
      <p:sp>
        <p:nvSpPr>
          <p:cNvPr id="10" name="Google Shape;279;p18">
            <a:extLst>
              <a:ext uri="{FF2B5EF4-FFF2-40B4-BE49-F238E27FC236}">
                <a16:creationId xmlns:a16="http://schemas.microsoft.com/office/drawing/2014/main" id="{AC7497DD-5FBF-5191-26FA-35A2879CCCC9}"/>
              </a:ext>
            </a:extLst>
          </p:cNvPr>
          <p:cNvSpPr txBox="1"/>
          <p:nvPr/>
        </p:nvSpPr>
        <p:spPr>
          <a:xfrm>
            <a:off x="4953996" y="3847706"/>
            <a:ext cx="3364736" cy="276999"/>
          </a:xfrm>
          <a:prstGeom prst="rect">
            <a:avLst/>
          </a:prstGeom>
          <a:noFill/>
          <a:ln>
            <a:noFill/>
          </a:ln>
        </p:spPr>
        <p:txBody>
          <a:bodyPr spcFirstLastPara="1" wrap="square" lIns="133350" tIns="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sz="1800">
                <a:solidFill>
                  <a:srgbClr val="D97706"/>
                </a:solidFill>
                <a:latin typeface="Inter Black"/>
                <a:ea typeface="Inter Black"/>
                <a:cs typeface="Poppins SemiBold"/>
                <a:sym typeface="Poppins SemiBold"/>
              </a:rPr>
              <a:t>Princess Doll Needs Priority</a:t>
            </a:r>
            <a:endParaRPr lang="en-US" sz="1800">
              <a:latin typeface="Inter Black"/>
              <a:ea typeface="Inter Black"/>
            </a:endParaRPr>
          </a:p>
        </p:txBody>
      </p:sp>
      <p:sp>
        <p:nvSpPr>
          <p:cNvPr id="11" name="Google Shape;280;p18">
            <a:extLst>
              <a:ext uri="{FF2B5EF4-FFF2-40B4-BE49-F238E27FC236}">
                <a16:creationId xmlns:a16="http://schemas.microsoft.com/office/drawing/2014/main" id="{E709B2BB-635C-3A7D-C570-70572526DFEE}"/>
              </a:ext>
            </a:extLst>
          </p:cNvPr>
          <p:cNvSpPr txBox="1"/>
          <p:nvPr/>
        </p:nvSpPr>
        <p:spPr>
          <a:xfrm>
            <a:off x="4828817" y="4136584"/>
            <a:ext cx="3523681" cy="1292662"/>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171450" indent="-171450">
              <a:lnSpc>
                <a:spcPct val="150000"/>
              </a:lnSpc>
              <a:buFont typeface="Wingdings"/>
              <a:buChar char="q"/>
            </a:pPr>
            <a:r>
              <a:rPr lang="en-US" b="1">
                <a:solidFill>
                  <a:srgbClr val="475569"/>
                </a:solidFill>
                <a:latin typeface="Inter"/>
                <a:ea typeface="Inter"/>
              </a:rPr>
              <a:t>5 stockout events</a:t>
            </a:r>
            <a:r>
              <a:rPr lang="en-US">
                <a:solidFill>
                  <a:srgbClr val="475569"/>
                </a:solidFill>
                <a:latin typeface="Inter"/>
                <a:ea typeface="Inter"/>
              </a:rPr>
              <a:t> — highest observed.</a:t>
            </a:r>
            <a:endParaRPr lang="en-US">
              <a:ea typeface="Inter"/>
            </a:endParaRPr>
          </a:p>
          <a:p>
            <a:pPr marL="171450" indent="-171450">
              <a:lnSpc>
                <a:spcPct val="150000"/>
              </a:lnSpc>
              <a:buFont typeface="Wingdings"/>
              <a:buChar char="q"/>
            </a:pPr>
            <a:r>
              <a:rPr lang="en-US" b="1">
                <a:solidFill>
                  <a:srgbClr val="475569"/>
                </a:solidFill>
                <a:latin typeface="Inter"/>
                <a:ea typeface="Inter"/>
              </a:rPr>
              <a:t>6,731 units sold | 63.32 turnover.</a:t>
            </a:r>
            <a:r>
              <a:rPr lang="en-US">
                <a:solidFill>
                  <a:srgbClr val="475569"/>
                </a:solidFill>
                <a:latin typeface="Inter"/>
                <a:ea typeface="Inter"/>
              </a:rPr>
              <a:t> </a:t>
            </a:r>
            <a:endParaRPr lang="en-US"/>
          </a:p>
          <a:p>
            <a:pPr marL="171450" indent="-171450">
              <a:lnSpc>
                <a:spcPct val="150000"/>
              </a:lnSpc>
              <a:buFont typeface="Wingdings"/>
              <a:buChar char="q"/>
            </a:pPr>
            <a:r>
              <a:rPr lang="en-US">
                <a:solidFill>
                  <a:srgbClr val="475569"/>
                </a:solidFill>
                <a:latin typeface="Inter"/>
                <a:ea typeface="Inter"/>
              </a:rPr>
              <a:t>Requires </a:t>
            </a:r>
            <a:r>
              <a:rPr lang="en-US" b="1">
                <a:solidFill>
                  <a:srgbClr val="475569"/>
                </a:solidFill>
                <a:latin typeface="Inter"/>
                <a:ea typeface="Inter"/>
              </a:rPr>
              <a:t>higher replenishment priority</a:t>
            </a:r>
            <a:r>
              <a:rPr lang="en-US">
                <a:solidFill>
                  <a:srgbClr val="475569"/>
                </a:solidFill>
                <a:latin typeface="Inter"/>
                <a:ea typeface="Inter"/>
              </a:rPr>
              <a:t> to reduce potential lost sales.</a:t>
            </a:r>
            <a:endParaRPr lang="en-US"/>
          </a:p>
        </p:txBody>
      </p:sp>
      <p:sp>
        <p:nvSpPr>
          <p:cNvPr id="12" name="Google Shape;281;p18">
            <a:extLst>
              <a:ext uri="{FF2B5EF4-FFF2-40B4-BE49-F238E27FC236}">
                <a16:creationId xmlns:a16="http://schemas.microsoft.com/office/drawing/2014/main" id="{67FE186C-D300-6508-8B95-67319FD0FCD4}"/>
              </a:ext>
            </a:extLst>
          </p:cNvPr>
          <p:cNvSpPr txBox="1"/>
          <p:nvPr/>
        </p:nvSpPr>
        <p:spPr>
          <a:xfrm>
            <a:off x="8696324" y="3844364"/>
            <a:ext cx="3637907" cy="276999"/>
          </a:xfrm>
          <a:prstGeom prst="rect">
            <a:avLst/>
          </a:prstGeom>
          <a:noFill/>
          <a:ln>
            <a:noFill/>
          </a:ln>
        </p:spPr>
        <p:txBody>
          <a:bodyPr spcFirstLastPara="1" wrap="square" lIns="133350" tIns="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sz="1800">
                <a:solidFill>
                  <a:srgbClr val="047857"/>
                </a:solidFill>
                <a:latin typeface="Inter Black"/>
                <a:ea typeface="Inter Black"/>
                <a:cs typeface="Poppins SemiBold"/>
                <a:sym typeface="Poppins SemiBold"/>
              </a:rPr>
              <a:t>Robo Defender Benchmark</a:t>
            </a:r>
            <a:endParaRPr lang="en-US" sz="1800">
              <a:latin typeface="Inter Black"/>
              <a:ea typeface="Inter Black"/>
            </a:endParaRPr>
          </a:p>
        </p:txBody>
      </p:sp>
      <p:sp>
        <p:nvSpPr>
          <p:cNvPr id="13" name="Google Shape;282;p18">
            <a:extLst>
              <a:ext uri="{FF2B5EF4-FFF2-40B4-BE49-F238E27FC236}">
                <a16:creationId xmlns:a16="http://schemas.microsoft.com/office/drawing/2014/main" id="{3D91CA7A-F261-1274-D62E-3FDE80221652}"/>
              </a:ext>
            </a:extLst>
          </p:cNvPr>
          <p:cNvSpPr txBox="1"/>
          <p:nvPr/>
        </p:nvSpPr>
        <p:spPr>
          <a:xfrm>
            <a:off x="8552551" y="4178096"/>
            <a:ext cx="3408663" cy="1292662"/>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171450" indent="-171450">
              <a:lnSpc>
                <a:spcPct val="150000"/>
              </a:lnSpc>
              <a:buFont typeface="Wingdings"/>
              <a:buChar char="q"/>
            </a:pPr>
            <a:r>
              <a:rPr lang="en-US" b="1">
                <a:solidFill>
                  <a:srgbClr val="475569"/>
                </a:solidFill>
                <a:latin typeface="Inter"/>
                <a:ea typeface="Inter"/>
                <a:sym typeface="Inter"/>
              </a:rPr>
              <a:t>6,273 units sold | 0 stockouts.</a:t>
            </a:r>
            <a:endParaRPr lang="en-US" b="1">
              <a:ea typeface="Inter"/>
            </a:endParaRPr>
          </a:p>
          <a:p>
            <a:pPr marL="171450" indent="-171450">
              <a:lnSpc>
                <a:spcPct val="150000"/>
              </a:lnSpc>
              <a:buFont typeface="Wingdings"/>
              <a:buChar char="q"/>
            </a:pPr>
            <a:r>
              <a:rPr lang="en-US">
                <a:solidFill>
                  <a:srgbClr val="475569"/>
                </a:solidFill>
                <a:latin typeface="Inter"/>
                <a:ea typeface="Inter"/>
                <a:sym typeface="Inter"/>
              </a:rPr>
              <a:t>High demand can be supported </a:t>
            </a:r>
            <a:r>
              <a:rPr lang="en-US" b="1">
                <a:solidFill>
                  <a:srgbClr val="475569"/>
                </a:solidFill>
                <a:latin typeface="Inter"/>
                <a:ea typeface="Inter"/>
                <a:sym typeface="Inter"/>
              </a:rPr>
              <a:t>without </a:t>
            </a:r>
            <a:r>
              <a:rPr lang="en-US" b="1">
                <a:solidFill>
                  <a:srgbClr val="475569"/>
                </a:solidFill>
                <a:latin typeface="Inter"/>
                <a:ea typeface="Inter"/>
              </a:rPr>
              <a:t>stockouts</a:t>
            </a:r>
            <a:r>
              <a:rPr lang="en-US">
                <a:solidFill>
                  <a:srgbClr val="475569"/>
                </a:solidFill>
                <a:latin typeface="Inter"/>
                <a:ea typeface="Inter"/>
              </a:rPr>
              <a:t>.</a:t>
            </a:r>
            <a:endParaRPr lang="en-US">
              <a:ea typeface="Inter"/>
            </a:endParaRPr>
          </a:p>
          <a:p>
            <a:pPr marL="171450" indent="-171450">
              <a:lnSpc>
                <a:spcPct val="150000"/>
              </a:lnSpc>
              <a:buFont typeface="Wingdings"/>
              <a:buChar char="q"/>
            </a:pPr>
            <a:r>
              <a:rPr lang="en-US">
                <a:solidFill>
                  <a:srgbClr val="475569"/>
                </a:solidFill>
                <a:latin typeface="Inter"/>
                <a:ea typeface="Inter"/>
              </a:rPr>
              <a:t>Benchmark for </a:t>
            </a:r>
            <a:r>
              <a:rPr lang="en-US" b="1">
                <a:solidFill>
                  <a:srgbClr val="475569"/>
                </a:solidFill>
                <a:latin typeface="Inter"/>
                <a:ea typeface="Inter"/>
              </a:rPr>
              <a:t>inventory availability.</a:t>
            </a:r>
            <a:endParaRPr lang="en-US" b="1"/>
          </a:p>
        </p:txBody>
      </p:sp>
      <p:sp>
        <p:nvSpPr>
          <p:cNvPr id="30" name="TextBox 29">
            <a:extLst>
              <a:ext uri="{FF2B5EF4-FFF2-40B4-BE49-F238E27FC236}">
                <a16:creationId xmlns:a16="http://schemas.microsoft.com/office/drawing/2014/main" id="{4403B9EF-B772-5A72-9BE3-E4986C497686}"/>
              </a:ext>
            </a:extLst>
          </p:cNvPr>
          <p:cNvSpPr txBox="1"/>
          <p:nvPr/>
        </p:nvSpPr>
        <p:spPr>
          <a:xfrm>
            <a:off x="704490" y="5686246"/>
            <a:ext cx="11257471" cy="89255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300" b="1" dirty="0">
                <a:solidFill>
                  <a:srgbClr val="002060"/>
                </a:solidFill>
                <a:latin typeface="Inter"/>
                <a:ea typeface="Inter"/>
              </a:rPr>
              <a:t>EXECUTIVE TAKEAWAY:</a:t>
            </a:r>
            <a:r>
              <a:rPr lang="en-US" b="1" dirty="0">
                <a:solidFill>
                  <a:srgbClr val="002060"/>
                </a:solidFill>
              </a:rPr>
              <a:t> </a:t>
            </a:r>
            <a:r>
              <a:rPr lang="en-US" sz="1200" b="1" dirty="0">
                <a:solidFill>
                  <a:srgbClr val="002060"/>
                </a:solidFill>
                <a:latin typeface="Inter"/>
                <a:ea typeface="Inter"/>
              </a:rPr>
              <a:t>Prioritize Princess Doll, Baby Doll Deluxe and </a:t>
            </a:r>
            <a:r>
              <a:rPr lang="en-US" sz="1200" b="1" dirty="0" err="1">
                <a:solidFill>
                  <a:srgbClr val="002060"/>
                </a:solidFill>
                <a:latin typeface="Inter"/>
                <a:ea typeface="Inter"/>
              </a:rPr>
              <a:t>SuperHero</a:t>
            </a:r>
            <a:r>
              <a:rPr lang="en-US" sz="1200" b="1" dirty="0">
                <a:solidFill>
                  <a:srgbClr val="002060"/>
                </a:solidFill>
                <a:latin typeface="Inter"/>
                <a:ea typeface="Inter"/>
              </a:rPr>
              <a:t> Warrior for higher reorder points and safety stock.</a:t>
            </a:r>
            <a:r>
              <a:rPr lang="en-US" sz="1200" dirty="0">
                <a:solidFill>
                  <a:srgbClr val="002060"/>
                </a:solidFill>
                <a:latin typeface="Inter"/>
                <a:ea typeface="Inter"/>
              </a:rPr>
              <a:t> Monitor these high-demand SKUs more frequently and replenish proactively before peak-demand periods to </a:t>
            </a:r>
            <a:r>
              <a:rPr lang="en-US" sz="1200" b="1" dirty="0">
                <a:solidFill>
                  <a:srgbClr val="002060"/>
                </a:solidFill>
                <a:latin typeface="Inter"/>
                <a:ea typeface="Inter"/>
              </a:rPr>
              <a:t>reduce stockouts and minimize potential lost sales</a:t>
            </a:r>
            <a:r>
              <a:rPr lang="en-US" sz="1200" dirty="0">
                <a:solidFill>
                  <a:srgbClr val="002060"/>
                </a:solidFill>
                <a:latin typeface="Inter"/>
                <a:ea typeface="Inter"/>
              </a:rPr>
              <a:t>.</a:t>
            </a:r>
          </a:p>
          <a:p>
            <a:pPr algn="ctr"/>
            <a:endParaRPr lang="en-US"/>
          </a:p>
        </p:txBody>
      </p:sp>
      <p:pic>
        <p:nvPicPr>
          <p:cNvPr id="16" name="Graphic 15">
            <a:extLst>
              <a:ext uri="{FF2B5EF4-FFF2-40B4-BE49-F238E27FC236}">
                <a16:creationId xmlns:a16="http://schemas.microsoft.com/office/drawing/2014/main" id="{6A68C4F3-7783-7D91-B890-E24A8A0BF76E}"/>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573752" y="3860704"/>
            <a:ext cx="253044" cy="249785"/>
          </a:xfrm>
          <a:prstGeom prst="rect">
            <a:avLst/>
          </a:prstGeom>
        </p:spPr>
      </p:pic>
      <p:pic>
        <p:nvPicPr>
          <p:cNvPr id="17" name="Graphic 16">
            <a:extLst>
              <a:ext uri="{FF2B5EF4-FFF2-40B4-BE49-F238E27FC236}">
                <a16:creationId xmlns:a16="http://schemas.microsoft.com/office/drawing/2014/main" id="{BCF6A41C-0EEA-C07F-D7FA-529172930E54}"/>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flipH="1">
            <a:off x="4827916" y="3863197"/>
            <a:ext cx="278921" cy="281795"/>
          </a:xfrm>
          <a:prstGeom prst="rect">
            <a:avLst/>
          </a:prstGeom>
        </p:spPr>
      </p:pic>
      <p:pic>
        <p:nvPicPr>
          <p:cNvPr id="14" name="Graphic 13">
            <a:extLst>
              <a:ext uri="{FF2B5EF4-FFF2-40B4-BE49-F238E27FC236}">
                <a16:creationId xmlns:a16="http://schemas.microsoft.com/office/drawing/2014/main" id="{80C9F2EF-90D0-E99D-E747-574B38E0105F}"/>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434197" y="5746629"/>
            <a:ext cx="296175" cy="439948"/>
          </a:xfrm>
          <a:prstGeom prst="rect">
            <a:avLst/>
          </a:prstGeom>
        </p:spPr>
      </p:pic>
      <p:pic>
        <p:nvPicPr>
          <p:cNvPr id="18" name="Graphic 17">
            <a:extLst>
              <a:ext uri="{FF2B5EF4-FFF2-40B4-BE49-F238E27FC236}">
                <a16:creationId xmlns:a16="http://schemas.microsoft.com/office/drawing/2014/main" id="{38A7C374-1D99-DBBA-60D8-937FE1489436}"/>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8442385" y="3848819"/>
            <a:ext cx="310552" cy="296175"/>
          </a:xfrm>
          <a:prstGeom prst="rect">
            <a:avLst/>
          </a:prstGeom>
        </p:spPr>
      </p:pic>
      <p:graphicFrame>
        <p:nvGraphicFramePr>
          <p:cNvPr id="2" name="Chart 1">
            <a:extLst>
              <a:ext uri="{FF2B5EF4-FFF2-40B4-BE49-F238E27FC236}">
                <a16:creationId xmlns:a16="http://schemas.microsoft.com/office/drawing/2014/main" id="{31386C0D-C997-8B21-68FE-9ADBDC4B9C03}"/>
              </a:ext>
              <a:ext uri="{147F2762-F138-4A5C-976F-8EAC2B608ADB}">
                <a16:predDERef xmlns:a16="http://schemas.microsoft.com/office/drawing/2014/main" pred="{B6CA0A80-9DEA-B8B1-B890-5EDFC3DFDAA6}"/>
              </a:ext>
            </a:extLst>
          </p:cNvPr>
          <p:cNvGraphicFramePr>
            <a:graphicFrameLocks/>
          </p:cNvGraphicFramePr>
          <p:nvPr>
            <p:extLst>
              <p:ext uri="{D42A27DB-BD31-4B8C-83A1-F6EECF244321}">
                <p14:modId xmlns:p14="http://schemas.microsoft.com/office/powerpoint/2010/main" val="731286606"/>
              </p:ext>
            </p:extLst>
          </p:nvPr>
        </p:nvGraphicFramePr>
        <p:xfrm>
          <a:off x="7049758" y="1055837"/>
          <a:ext cx="4629510" cy="2556296"/>
        </p:xfrm>
        <a:graphic>
          <a:graphicData uri="http://schemas.openxmlformats.org/drawingml/2006/chart">
            <c:chart xmlns:c="http://schemas.openxmlformats.org/drawingml/2006/chart" xmlns:r="http://schemas.openxmlformats.org/officeDocument/2006/relationships" r:id="rId10"/>
          </a:graphicData>
        </a:graphic>
      </p:graphicFrame>
      <p:sp>
        <p:nvSpPr>
          <p:cNvPr id="19" name="Google Shape;146;p15">
            <a:extLst>
              <a:ext uri="{FF2B5EF4-FFF2-40B4-BE49-F238E27FC236}">
                <a16:creationId xmlns:a16="http://schemas.microsoft.com/office/drawing/2014/main" id="{4B84A42E-62B6-120D-0189-9CEB26B52F7B}"/>
              </a:ext>
            </a:extLst>
          </p:cNvPr>
          <p:cNvSpPr txBox="1"/>
          <p:nvPr/>
        </p:nvSpPr>
        <p:spPr>
          <a:xfrm>
            <a:off x="476250" y="6417310"/>
            <a:ext cx="4161155" cy="123111"/>
          </a:xfrm>
          <a:prstGeom prst="rect">
            <a:avLst/>
          </a:prstGeom>
          <a:noFill/>
          <a:ln>
            <a:noFill/>
          </a:ln>
        </p:spPr>
        <p:txBody>
          <a:bodyPr spcFirstLastPara="1" wrap="square" lIns="0" tIns="0" rIns="0" bIns="0" anchor="t" anchorCtr="0">
            <a:spAutoFit/>
          </a:bodyPr>
          <a:lstStyle/>
          <a:p>
            <a:r>
              <a:rPr lang="en-US" sz="800" dirty="0" err="1">
                <a:solidFill>
                  <a:srgbClr val="334155"/>
                </a:solidFill>
                <a:latin typeface="Inter SemiBold"/>
                <a:ea typeface="Inter SemiBold"/>
                <a:cs typeface="Inter SemiBold"/>
                <a:sym typeface="Inter SemiBold"/>
              </a:rPr>
              <a:t>ToyJoy</a:t>
            </a:r>
            <a:r>
              <a:rPr lang="en-US" sz="800" dirty="0">
                <a:solidFill>
                  <a:srgbClr val="334155"/>
                </a:solidFill>
                <a:latin typeface="Inter SemiBold"/>
                <a:ea typeface="Inter SemiBold"/>
                <a:cs typeface="Inter SemiBold"/>
                <a:sym typeface="Inter SemiBold"/>
              </a:rPr>
              <a:t> Seasonal Inventory Management &amp; Optimization Analysis</a:t>
            </a:r>
            <a:endParaRPr lang="en-US" sz="800" dirty="0">
              <a:solidFill>
                <a:srgbClr val="334155"/>
              </a:solidFill>
              <a:latin typeface="Inter SemiBold"/>
              <a:ea typeface="Inter SemiBold"/>
              <a:cs typeface="Inter SemiBold"/>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44"/>
        <p:cNvGrpSpPr/>
        <p:nvPr/>
      </p:nvGrpSpPr>
      <p:grpSpPr>
        <a:xfrm>
          <a:off x="0" y="0"/>
          <a:ext cx="0" cy="0"/>
          <a:chOff x="0" y="0"/>
          <a:chExt cx="0" cy="0"/>
        </a:xfrm>
      </p:grpSpPr>
      <p:pic>
        <p:nvPicPr>
          <p:cNvPr id="249" name="Google Shape;249;p18" descr="image.png"/>
          <p:cNvPicPr preferRelativeResize="0"/>
          <p:nvPr/>
        </p:nvPicPr>
        <p:blipFill rotWithShape="1">
          <a:blip r:embed="rId3">
            <a:alphaModFix/>
          </a:blip>
          <a:srcRect/>
          <a:stretch/>
        </p:blipFill>
        <p:spPr>
          <a:xfrm>
            <a:off x="476250" y="6181725"/>
            <a:ext cx="11239500" cy="257175"/>
          </a:xfrm>
          <a:prstGeom prst="rect">
            <a:avLst/>
          </a:prstGeom>
          <a:noFill/>
          <a:ln>
            <a:noFill/>
          </a:ln>
        </p:spPr>
      </p:pic>
      <p:sp>
        <p:nvSpPr>
          <p:cNvPr id="252" name="Google Shape;252;p18"/>
          <p:cNvSpPr txBox="1"/>
          <p:nvPr/>
        </p:nvSpPr>
        <p:spPr>
          <a:xfrm>
            <a:off x="11106150" y="6305550"/>
            <a:ext cx="609600" cy="123111"/>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800" b="0" i="0" u="none" strike="noStrike" cap="none">
                <a:solidFill>
                  <a:srgbClr val="64748B"/>
                </a:solidFill>
                <a:latin typeface="Inter"/>
                <a:ea typeface="Inter"/>
                <a:cs typeface="Inter"/>
                <a:sym typeface="Inter"/>
              </a:rPr>
              <a:t>Slide 6 of </a:t>
            </a:r>
            <a:r>
              <a:rPr lang="en-US" sz="800">
                <a:solidFill>
                  <a:srgbClr val="64748B"/>
                </a:solidFill>
                <a:latin typeface="Inter"/>
                <a:ea typeface="Inter"/>
                <a:cs typeface="Inter"/>
                <a:sym typeface="Inter"/>
              </a:rPr>
              <a:t>11</a:t>
            </a:r>
            <a:endParaRPr/>
          </a:p>
        </p:txBody>
      </p:sp>
      <p:sp>
        <p:nvSpPr>
          <p:cNvPr id="253" name="Google Shape;253;p18"/>
          <p:cNvSpPr txBox="1"/>
          <p:nvPr/>
        </p:nvSpPr>
        <p:spPr>
          <a:xfrm>
            <a:off x="271794" y="738702"/>
            <a:ext cx="8168336" cy="215444"/>
          </a:xfrm>
          <a:prstGeom prst="rect">
            <a:avLst/>
          </a:prstGeom>
          <a:noFill/>
          <a:ln>
            <a:noFill/>
          </a:ln>
        </p:spPr>
        <p:txBody>
          <a:bodyPr spcFirstLastPara="1" wrap="square" lIns="0" tIns="0" rIns="0" bIns="0" anchor="t" anchorCtr="0">
            <a:spAutoFit/>
          </a:bodyPr>
          <a:lstStyle/>
          <a:p>
            <a:r>
              <a:rPr lang="en-US" b="1">
                <a:solidFill>
                  <a:srgbClr val="0F172A"/>
                </a:solidFill>
                <a:latin typeface="Inter"/>
                <a:ea typeface="Inter"/>
                <a:sym typeface="Poppins"/>
              </a:rPr>
              <a:t>Seasonal Demand &amp; Monthly Sales Trends </a:t>
            </a:r>
            <a:r>
              <a:rPr lang="en-US" b="1" i="0" u="none" strike="noStrike" cap="none">
                <a:solidFill>
                  <a:srgbClr val="0F172A"/>
                </a:solidFill>
                <a:latin typeface="Inter"/>
                <a:ea typeface="Inter"/>
                <a:cs typeface="Poppins"/>
                <a:sym typeface="Poppins"/>
              </a:rPr>
              <a:t>(Apr 2023 – Mar 2026)</a:t>
            </a:r>
            <a:endParaRPr lang="en-US">
              <a:latin typeface="Inter"/>
              <a:ea typeface="Inter"/>
            </a:endParaRPr>
          </a:p>
        </p:txBody>
      </p:sp>
      <p:sp>
        <p:nvSpPr>
          <p:cNvPr id="263" name="Google Shape;263;p18"/>
          <p:cNvSpPr txBox="1"/>
          <p:nvPr/>
        </p:nvSpPr>
        <p:spPr>
          <a:xfrm>
            <a:off x="274968" y="180751"/>
            <a:ext cx="11715750" cy="432811"/>
          </a:xfrm>
          <a:prstGeom prst="rect">
            <a:avLst/>
          </a:prstGeom>
          <a:noFill/>
          <a:ln>
            <a:noFill/>
          </a:ln>
        </p:spPr>
        <p:txBody>
          <a:bodyPr spcFirstLastPara="1" wrap="square" lIns="0" tIns="0" rIns="0" bIns="0" anchor="ctr" anchorCtr="0">
            <a:spAutoFit/>
          </a:bodyPr>
          <a:lstStyle/>
          <a:p>
            <a:pPr>
              <a:lnSpc>
                <a:spcPct val="124977"/>
              </a:lnSpc>
            </a:pPr>
            <a:r>
              <a:rPr lang="en-US" sz="2250" b="1" dirty="0">
                <a:solidFill>
                  <a:srgbClr val="0F172A"/>
                </a:solidFill>
                <a:latin typeface="Poppins"/>
                <a:cs typeface="Poppins"/>
                <a:sym typeface="Poppins"/>
              </a:rPr>
              <a:t>Q3. Can you identify seasonal trends in sales to guide stocking </a:t>
            </a:r>
            <a:r>
              <a:rPr lang="en-US" sz="2250" b="1">
                <a:solidFill>
                  <a:srgbClr val="0F172A"/>
                </a:solidFill>
                <a:latin typeface="Poppins"/>
                <a:cs typeface="Poppins"/>
                <a:sym typeface="Poppins"/>
              </a:rPr>
              <a:t>strategy?</a:t>
            </a:r>
            <a:endParaRPr lang="en-US"/>
          </a:p>
        </p:txBody>
      </p:sp>
      <p:graphicFrame>
        <p:nvGraphicFramePr>
          <p:cNvPr id="3" name="Chart 2">
            <a:extLst>
              <a:ext uri="{FF2B5EF4-FFF2-40B4-BE49-F238E27FC236}">
                <a16:creationId xmlns:a16="http://schemas.microsoft.com/office/drawing/2014/main" id="{D1A2F2A7-DDCE-EDE4-EEA9-C77A24CFEFEB}"/>
              </a:ext>
              <a:ext uri="{147F2762-F138-4A5C-976F-8EAC2B608ADB}">
                <a16:predDERef xmlns:a16="http://schemas.microsoft.com/office/drawing/2014/main" pred="{31386C0D-C997-8B21-68FE-9ADBDC4B9C03}"/>
              </a:ext>
            </a:extLst>
          </p:cNvPr>
          <p:cNvGraphicFramePr>
            <a:graphicFrameLocks/>
          </p:cNvGraphicFramePr>
          <p:nvPr>
            <p:extLst>
              <p:ext uri="{D42A27DB-BD31-4B8C-83A1-F6EECF244321}">
                <p14:modId xmlns:p14="http://schemas.microsoft.com/office/powerpoint/2010/main" val="4091455399"/>
              </p:ext>
            </p:extLst>
          </p:nvPr>
        </p:nvGraphicFramePr>
        <p:xfrm>
          <a:off x="202449" y="931384"/>
          <a:ext cx="7986803" cy="2661429"/>
        </p:xfrm>
        <a:graphic>
          <a:graphicData uri="http://schemas.openxmlformats.org/drawingml/2006/chart">
            <c:chart xmlns:c="http://schemas.openxmlformats.org/drawingml/2006/chart" xmlns:r="http://schemas.openxmlformats.org/officeDocument/2006/relationships" r:id="rId4"/>
          </a:graphicData>
        </a:graphic>
      </p:graphicFrame>
      <p:sp>
        <p:nvSpPr>
          <p:cNvPr id="6" name="Google Shape;267;p18">
            <a:extLst>
              <a:ext uri="{FF2B5EF4-FFF2-40B4-BE49-F238E27FC236}">
                <a16:creationId xmlns:a16="http://schemas.microsoft.com/office/drawing/2014/main" id="{A851CC36-43A5-8DEF-CB97-7E1C355169B3}"/>
              </a:ext>
            </a:extLst>
          </p:cNvPr>
          <p:cNvSpPr txBox="1"/>
          <p:nvPr/>
        </p:nvSpPr>
        <p:spPr>
          <a:xfrm>
            <a:off x="8017594" y="709504"/>
            <a:ext cx="4207163" cy="215444"/>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a:lstStyle>
          <a:p>
            <a:pPr marL="0" marR="0" lvl="0" indent="0" algn="l" rtl="0">
              <a:spcBef>
                <a:spcPts val="0"/>
              </a:spcBef>
              <a:spcAft>
                <a:spcPts val="0"/>
              </a:spcAft>
              <a:buNone/>
            </a:pPr>
            <a:r>
              <a:rPr lang="en-US" b="1" i="0" u="none" strike="noStrike" cap="none">
                <a:solidFill>
                  <a:srgbClr val="0F172A"/>
                </a:solidFill>
                <a:latin typeface="Inter"/>
                <a:ea typeface="Inter"/>
                <a:cs typeface="Poppins"/>
                <a:sym typeface="Poppins"/>
              </a:rPr>
              <a:t>Total Units Sold by Season (3-Year Aggregated</a:t>
            </a:r>
            <a:r>
              <a:rPr lang="en-US" b="1">
                <a:solidFill>
                  <a:srgbClr val="0F172A"/>
                </a:solidFill>
                <a:latin typeface="Inter"/>
                <a:ea typeface="Inter"/>
                <a:cs typeface="Poppins"/>
                <a:sym typeface="Poppins"/>
              </a:rPr>
              <a:t>)</a:t>
            </a:r>
            <a:endParaRPr lang="en-US">
              <a:latin typeface="Inter"/>
              <a:ea typeface="Inter"/>
            </a:endParaRPr>
          </a:p>
        </p:txBody>
      </p:sp>
      <p:graphicFrame>
        <p:nvGraphicFramePr>
          <p:cNvPr id="2397" name="Table 2396">
            <a:extLst>
              <a:ext uri="{FF2B5EF4-FFF2-40B4-BE49-F238E27FC236}">
                <a16:creationId xmlns:a16="http://schemas.microsoft.com/office/drawing/2014/main" id="{42A47C4A-479A-3E6A-6ABA-37FEBCBFE358}"/>
              </a:ext>
            </a:extLst>
          </p:cNvPr>
          <p:cNvGraphicFramePr>
            <a:graphicFrameLocks noGrp="1"/>
          </p:cNvGraphicFramePr>
          <p:nvPr>
            <p:extLst>
              <p:ext uri="{D42A27DB-BD31-4B8C-83A1-F6EECF244321}">
                <p14:modId xmlns:p14="http://schemas.microsoft.com/office/powerpoint/2010/main" val="34293583"/>
              </p:ext>
            </p:extLst>
          </p:nvPr>
        </p:nvGraphicFramePr>
        <p:xfrm>
          <a:off x="291381" y="3593439"/>
          <a:ext cx="2089125" cy="2560320"/>
        </p:xfrm>
        <a:graphic>
          <a:graphicData uri="http://schemas.openxmlformats.org/drawingml/2006/table">
            <a:tbl>
              <a:tblPr firstRow="1" bandRow="1">
                <a:tableStyleId>{EC57BB94-E2DB-4D90-90F7-BE6D081111AD}</a:tableStyleId>
              </a:tblPr>
              <a:tblGrid>
                <a:gridCol w="2089125">
                  <a:extLst>
                    <a:ext uri="{9D8B030D-6E8A-4147-A177-3AD203B41FA5}">
                      <a16:colId xmlns:a16="http://schemas.microsoft.com/office/drawing/2014/main" val="4202833328"/>
                    </a:ext>
                  </a:extLst>
                </a:gridCol>
              </a:tblGrid>
              <a:tr h="332153">
                <a:tc>
                  <a:txBody>
                    <a:bodyPr/>
                    <a:lstStyle/>
                    <a:p>
                      <a:pPr algn="ctr"/>
                      <a:r>
                        <a:rPr lang="en-US" sz="1600">
                          <a:latin typeface="Poppins"/>
                          <a:cs typeface="Poppins"/>
                        </a:rPr>
                        <a:t>Peak Season</a:t>
                      </a:r>
                    </a:p>
                  </a:txBody>
                  <a:tcPr>
                    <a:solidFill>
                      <a:srgbClr val="002060"/>
                    </a:solidFill>
                  </a:tcPr>
                </a:tc>
                <a:extLst>
                  <a:ext uri="{0D108BD9-81ED-4DB2-BD59-A6C34878D82A}">
                    <a16:rowId xmlns:a16="http://schemas.microsoft.com/office/drawing/2014/main" val="3236389064"/>
                  </a:ext>
                </a:extLst>
              </a:tr>
              <a:tr h="2058324">
                <a:tc>
                  <a:txBody>
                    <a:bodyPr/>
                    <a:lstStyle/>
                    <a:p>
                      <a:pPr marL="285750" lvl="0" indent="-285750" algn="l">
                        <a:lnSpc>
                          <a:spcPct val="100000"/>
                        </a:lnSpc>
                        <a:spcBef>
                          <a:spcPts val="0"/>
                        </a:spcBef>
                        <a:spcAft>
                          <a:spcPts val="0"/>
                        </a:spcAft>
                        <a:buFont typeface="Wingdings"/>
                        <a:buChar char="q"/>
                      </a:pPr>
                      <a:r>
                        <a:rPr lang="en-US" sz="1400" b="1" i="0" u="none" strike="noStrike" cap="none" noProof="0">
                          <a:solidFill>
                            <a:srgbClr val="48566A"/>
                          </a:solidFill>
                          <a:latin typeface="Inter"/>
                          <a:ea typeface="Inter"/>
                          <a:cs typeface="Arial"/>
                          <a:sym typeface="Arial"/>
                        </a:rPr>
                        <a:t>Festive: </a:t>
                      </a:r>
                      <a:r>
                        <a:rPr lang="en-US" sz="1400" b="0" i="0" u="none" strike="noStrike" cap="none" noProof="0">
                          <a:solidFill>
                            <a:srgbClr val="48566A"/>
                          </a:solidFill>
                          <a:latin typeface="Inter"/>
                          <a:ea typeface="Inter"/>
                          <a:cs typeface="Arial"/>
                          <a:sym typeface="Arial"/>
                        </a:rPr>
                        <a:t>19.54K units — highest-demand season. </a:t>
                      </a:r>
                      <a:endParaRPr lang="en-US" sz="1400" b="0" i="0" u="none" strike="noStrike" cap="none">
                        <a:solidFill>
                          <a:srgbClr val="48566A"/>
                        </a:solidFill>
                        <a:latin typeface="Inter"/>
                        <a:ea typeface="Inter"/>
                        <a:cs typeface="Arial"/>
                        <a:sym typeface="Arial"/>
                      </a:endParaRPr>
                    </a:p>
                    <a:p>
                      <a:pPr marL="285750" lvl="0" indent="-285750" algn="l">
                        <a:lnSpc>
                          <a:spcPct val="100000"/>
                        </a:lnSpc>
                        <a:spcBef>
                          <a:spcPts val="0"/>
                        </a:spcBef>
                        <a:spcAft>
                          <a:spcPts val="0"/>
                        </a:spcAft>
                        <a:buFont typeface="Wingdings"/>
                        <a:buChar char="q"/>
                      </a:pPr>
                      <a:r>
                        <a:rPr lang="en-US" sz="1400" b="1" i="0" u="none" strike="noStrike" cap="none" noProof="0">
                          <a:solidFill>
                            <a:srgbClr val="48566A"/>
                          </a:solidFill>
                          <a:latin typeface="Inter"/>
                          <a:ea typeface="Inter"/>
                          <a:cs typeface="Arial"/>
                          <a:sym typeface="Arial"/>
                        </a:rPr>
                        <a:t>~69% higher than Summer Vacation.</a:t>
                      </a:r>
                      <a:r>
                        <a:rPr lang="en-US" sz="1400" b="0" i="0" u="none" strike="noStrike" cap="none" noProof="0" dirty="0">
                          <a:solidFill>
                            <a:srgbClr val="48566A"/>
                          </a:solidFill>
                          <a:latin typeface="Inter"/>
                          <a:ea typeface="Inter"/>
                          <a:cs typeface="Arial"/>
                          <a:sym typeface="Arial"/>
                        </a:rPr>
                        <a:t> </a:t>
                      </a:r>
                      <a:endParaRPr lang="en-US" sz="1400" b="0" i="0" u="none" strike="noStrike" cap="none" dirty="0">
                        <a:solidFill>
                          <a:srgbClr val="48566A"/>
                        </a:solidFill>
                        <a:latin typeface="Inter"/>
                        <a:ea typeface="Inter"/>
                        <a:cs typeface="Arial"/>
                        <a:sym typeface="Arial"/>
                      </a:endParaRPr>
                    </a:p>
                    <a:p>
                      <a:pPr marL="285750" lvl="0" indent="-285750" algn="l">
                        <a:lnSpc>
                          <a:spcPct val="100000"/>
                        </a:lnSpc>
                        <a:spcBef>
                          <a:spcPts val="0"/>
                        </a:spcBef>
                        <a:spcAft>
                          <a:spcPts val="0"/>
                        </a:spcAft>
                        <a:buFont typeface="Wingdings"/>
                        <a:buChar char="q"/>
                      </a:pPr>
                      <a:r>
                        <a:rPr lang="en-US" sz="1400" b="0" i="0" u="none" strike="noStrike" cap="none" noProof="0">
                          <a:solidFill>
                            <a:srgbClr val="48566A"/>
                          </a:solidFill>
                          <a:latin typeface="Inter"/>
                          <a:ea typeface="Inter"/>
                          <a:cs typeface="Arial"/>
                          <a:sym typeface="Arial"/>
                        </a:rPr>
                        <a:t>Requires the strongest pre-season inventory buildup.</a:t>
                      </a:r>
                      <a:endParaRPr lang="en-US" sz="1400" b="0" i="0" u="none" strike="noStrike" cap="none">
                        <a:solidFill>
                          <a:srgbClr val="48566A"/>
                        </a:solidFill>
                        <a:latin typeface="Inter"/>
                        <a:ea typeface="Inter"/>
                        <a:cs typeface="Arial"/>
                        <a:sym typeface="Arial"/>
                      </a:endParaRPr>
                    </a:p>
                    <a:p>
                      <a:pPr lvl="0">
                        <a:buNone/>
                      </a:pPr>
                      <a:endParaRPr lang="en-US"/>
                    </a:p>
                  </a:txBody>
                  <a:tcPr>
                    <a:noFill/>
                  </a:tcPr>
                </a:tc>
                <a:extLst>
                  <a:ext uri="{0D108BD9-81ED-4DB2-BD59-A6C34878D82A}">
                    <a16:rowId xmlns:a16="http://schemas.microsoft.com/office/drawing/2014/main" val="1630889156"/>
                  </a:ext>
                </a:extLst>
              </a:tr>
            </a:tbl>
          </a:graphicData>
        </a:graphic>
      </p:graphicFrame>
      <p:graphicFrame>
        <p:nvGraphicFramePr>
          <p:cNvPr id="2420" name="Table 2419">
            <a:extLst>
              <a:ext uri="{FF2B5EF4-FFF2-40B4-BE49-F238E27FC236}">
                <a16:creationId xmlns:a16="http://schemas.microsoft.com/office/drawing/2014/main" id="{FDEACF91-F669-2725-09AA-754AAEBC775C}"/>
              </a:ext>
            </a:extLst>
          </p:cNvPr>
          <p:cNvGraphicFramePr>
            <a:graphicFrameLocks noGrp="1"/>
          </p:cNvGraphicFramePr>
          <p:nvPr>
            <p:extLst>
              <p:ext uri="{D42A27DB-BD31-4B8C-83A1-F6EECF244321}">
                <p14:modId xmlns:p14="http://schemas.microsoft.com/office/powerpoint/2010/main" val="2803666558"/>
              </p:ext>
            </p:extLst>
          </p:nvPr>
        </p:nvGraphicFramePr>
        <p:xfrm>
          <a:off x="2372263" y="3594339"/>
          <a:ext cx="2268707" cy="2523900"/>
        </p:xfrm>
        <a:graphic>
          <a:graphicData uri="http://schemas.openxmlformats.org/drawingml/2006/table">
            <a:tbl>
              <a:tblPr firstRow="1" bandRow="1">
                <a:tableStyleId>{EC57BB94-E2DB-4D90-90F7-BE6D081111AD}</a:tableStyleId>
              </a:tblPr>
              <a:tblGrid>
                <a:gridCol w="2268707">
                  <a:extLst>
                    <a:ext uri="{9D8B030D-6E8A-4147-A177-3AD203B41FA5}">
                      <a16:colId xmlns:a16="http://schemas.microsoft.com/office/drawing/2014/main" val="4202833328"/>
                    </a:ext>
                  </a:extLst>
                </a:gridCol>
              </a:tblGrid>
              <a:tr h="332153">
                <a:tc>
                  <a:txBody>
                    <a:bodyPr/>
                    <a:lstStyle/>
                    <a:p>
                      <a:pPr lvl="0" algn="ctr">
                        <a:buNone/>
                      </a:pPr>
                      <a:r>
                        <a:rPr lang="en-US" sz="1600">
                          <a:latin typeface="Poppins"/>
                          <a:cs typeface="Poppins"/>
                        </a:rPr>
                        <a:t>Secondary Demand</a:t>
                      </a:r>
                    </a:p>
                  </a:txBody>
                  <a:tcPr>
                    <a:solidFill>
                      <a:schemeClr val="accent4"/>
                    </a:solidFill>
                  </a:tcPr>
                </a:tc>
                <a:extLst>
                  <a:ext uri="{0D108BD9-81ED-4DB2-BD59-A6C34878D82A}">
                    <a16:rowId xmlns:a16="http://schemas.microsoft.com/office/drawing/2014/main" val="3236389064"/>
                  </a:ext>
                </a:extLst>
              </a:tr>
              <a:tr h="2188620">
                <a:tc>
                  <a:txBody>
                    <a:bodyPr/>
                    <a:lstStyle/>
                    <a:p>
                      <a:pPr marL="285750" lvl="0" indent="-285750" algn="l">
                        <a:lnSpc>
                          <a:spcPct val="100000"/>
                        </a:lnSpc>
                        <a:spcBef>
                          <a:spcPts val="0"/>
                        </a:spcBef>
                        <a:spcAft>
                          <a:spcPts val="0"/>
                        </a:spcAft>
                        <a:buFont typeface="Wingdings"/>
                        <a:buChar char="q"/>
                      </a:pPr>
                      <a:r>
                        <a:rPr lang="en-US" sz="1400" b="1" i="0" u="none" strike="noStrike" cap="none" noProof="0">
                          <a:solidFill>
                            <a:srgbClr val="48566A"/>
                          </a:solidFill>
                          <a:latin typeface="Inter"/>
                          <a:ea typeface="Inter"/>
                          <a:cs typeface="Arial"/>
                        </a:rPr>
                        <a:t>Summer Vacation:</a:t>
                      </a:r>
                      <a:r>
                        <a:rPr lang="en-US" sz="1400" b="0" i="0" u="none" strike="noStrike" cap="none" noProof="0">
                          <a:solidFill>
                            <a:srgbClr val="48566A"/>
                          </a:solidFill>
                          <a:latin typeface="Inter"/>
                          <a:ea typeface="Inter"/>
                          <a:cs typeface="Arial"/>
                        </a:rPr>
                        <a:t> 11.56K units. </a:t>
                      </a:r>
                      <a:endParaRPr lang="en-US" sz="1400" b="0" i="0" u="none" strike="noStrike" cap="none">
                        <a:solidFill>
                          <a:srgbClr val="48566A"/>
                        </a:solidFill>
                        <a:latin typeface="Inter"/>
                        <a:ea typeface="Inter"/>
                        <a:cs typeface="Arial"/>
                      </a:endParaRPr>
                    </a:p>
                    <a:p>
                      <a:pPr marL="285750" lvl="0" indent="-285750" algn="l">
                        <a:lnSpc>
                          <a:spcPct val="100000"/>
                        </a:lnSpc>
                        <a:spcBef>
                          <a:spcPts val="0"/>
                        </a:spcBef>
                        <a:spcAft>
                          <a:spcPts val="0"/>
                        </a:spcAft>
                        <a:buFont typeface="Wingdings"/>
                        <a:buChar char="q"/>
                      </a:pPr>
                      <a:r>
                        <a:rPr lang="en-US" sz="1400" b="1" i="0" u="none" strike="noStrike" cap="none" baseline="0" noProof="0">
                          <a:solidFill>
                            <a:srgbClr val="48566A"/>
                          </a:solidFill>
                          <a:latin typeface="Inter"/>
                          <a:ea typeface="Inter"/>
                        </a:rPr>
                        <a:t>Regular Season</a:t>
                      </a:r>
                      <a:r>
                        <a:rPr lang="en-US" sz="1400" b="0" i="0" u="none" strike="noStrike" cap="none" baseline="0" noProof="0">
                          <a:solidFill>
                            <a:srgbClr val="48566A"/>
                          </a:solidFill>
                          <a:latin typeface="Inter"/>
                          <a:ea typeface="Inter"/>
                          <a:sym typeface="Arial"/>
                        </a:rPr>
                        <a:t>: </a:t>
                      </a:r>
                      <a:r>
                        <a:rPr lang="en-US" sz="1400" b="0" i="0" u="none" strike="noStrike" cap="none" baseline="0" noProof="0">
                          <a:solidFill>
                            <a:srgbClr val="48566A"/>
                          </a:solidFill>
                          <a:latin typeface="Inter"/>
                          <a:ea typeface="Inter"/>
                        </a:rPr>
                        <a:t>11.15K </a:t>
                      </a:r>
                      <a:r>
                        <a:rPr lang="en-US" sz="1400" b="0" i="0" u="none" strike="noStrike" cap="none" baseline="0" noProof="0">
                          <a:solidFill>
                            <a:srgbClr val="48566A"/>
                          </a:solidFill>
                          <a:latin typeface="Inter"/>
                          <a:ea typeface="Inter"/>
                          <a:sym typeface="Arial"/>
                        </a:rPr>
                        <a:t>units. </a:t>
                      </a:r>
                      <a:endParaRPr lang="en-US">
                        <a:sym typeface="Arial"/>
                      </a:endParaRPr>
                    </a:p>
                    <a:p>
                      <a:pPr marL="285750" lvl="0" indent="-285750" algn="l">
                        <a:lnSpc>
                          <a:spcPct val="100000"/>
                        </a:lnSpc>
                        <a:spcBef>
                          <a:spcPts val="0"/>
                        </a:spcBef>
                        <a:spcAft>
                          <a:spcPts val="0"/>
                        </a:spcAft>
                        <a:buFont typeface="Wingdings"/>
                        <a:buChar char="q"/>
                      </a:pPr>
                      <a:r>
                        <a:rPr lang="en-US" sz="1400" b="0" i="0" u="none" strike="noStrike" cap="none" baseline="0" noProof="0">
                          <a:solidFill>
                            <a:srgbClr val="48566A"/>
                          </a:solidFill>
                          <a:latin typeface="Inter"/>
                          <a:ea typeface="Inter"/>
                        </a:rPr>
                        <a:t>Together with Festive, these represent </a:t>
                      </a:r>
                      <a:r>
                        <a:rPr lang="en-US" sz="1400" b="1" i="0" u="none" strike="noStrike" cap="none" baseline="0" noProof="0">
                          <a:solidFill>
                            <a:srgbClr val="48566A"/>
                          </a:solidFill>
                          <a:latin typeface="Inter"/>
                          <a:ea typeface="Inter"/>
                          <a:sym typeface="Arial"/>
                        </a:rPr>
                        <a:t>~</a:t>
                      </a:r>
                      <a:r>
                        <a:rPr lang="en-US" sz="1400" b="1" i="0" u="none" strike="noStrike" cap="none" baseline="0" noProof="0">
                          <a:solidFill>
                            <a:srgbClr val="48566A"/>
                          </a:solidFill>
                          <a:latin typeface="Inter"/>
                          <a:ea typeface="Inter"/>
                        </a:rPr>
                        <a:t>79</a:t>
                      </a:r>
                      <a:r>
                        <a:rPr lang="en-US" sz="1400" b="1" i="0" u="none" strike="noStrike" cap="none" baseline="0" noProof="0">
                          <a:solidFill>
                            <a:srgbClr val="48566A"/>
                          </a:solidFill>
                          <a:latin typeface="Inter"/>
                          <a:ea typeface="Inter"/>
                          <a:sym typeface="Arial"/>
                        </a:rPr>
                        <a:t>% </a:t>
                      </a:r>
                      <a:r>
                        <a:rPr lang="en-US" sz="1400" b="1" i="0" u="none" strike="noStrike" cap="none" baseline="0" noProof="0">
                          <a:solidFill>
                            <a:srgbClr val="48566A"/>
                          </a:solidFill>
                          <a:latin typeface="Inter"/>
                          <a:ea typeface="Inter"/>
                        </a:rPr>
                        <a:t>of total demand</a:t>
                      </a:r>
                      <a:r>
                        <a:rPr lang="en-US" sz="1400" b="1" i="0" u="none" strike="noStrike" cap="none" baseline="0" noProof="0">
                          <a:solidFill>
                            <a:srgbClr val="48566A"/>
                          </a:solidFill>
                          <a:latin typeface="Inter"/>
                          <a:ea typeface="Inter"/>
                          <a:sym typeface="Arial"/>
                        </a:rPr>
                        <a:t>.</a:t>
                      </a:r>
                      <a:endParaRPr lang="en-US" b="1">
                        <a:sym typeface="Arial"/>
                      </a:endParaRPr>
                    </a:p>
                    <a:p>
                      <a:pPr lvl="0">
                        <a:buNone/>
                      </a:pPr>
                      <a:endParaRPr lang="en-US">
                        <a:sym typeface="Arial"/>
                      </a:endParaRPr>
                    </a:p>
                  </a:txBody>
                  <a:tcPr>
                    <a:noFill/>
                  </a:tcPr>
                </a:tc>
                <a:extLst>
                  <a:ext uri="{0D108BD9-81ED-4DB2-BD59-A6C34878D82A}">
                    <a16:rowId xmlns:a16="http://schemas.microsoft.com/office/drawing/2014/main" val="1630889156"/>
                  </a:ext>
                </a:extLst>
              </a:tr>
            </a:tbl>
          </a:graphicData>
        </a:graphic>
      </p:graphicFrame>
      <p:graphicFrame>
        <p:nvGraphicFramePr>
          <p:cNvPr id="18" name="Table 17">
            <a:extLst>
              <a:ext uri="{FF2B5EF4-FFF2-40B4-BE49-F238E27FC236}">
                <a16:creationId xmlns:a16="http://schemas.microsoft.com/office/drawing/2014/main" id="{D41DA1E3-838E-CD19-812B-C4491C5D18C7}"/>
              </a:ext>
            </a:extLst>
          </p:cNvPr>
          <p:cNvGraphicFramePr>
            <a:graphicFrameLocks noGrp="1"/>
          </p:cNvGraphicFramePr>
          <p:nvPr>
            <p:extLst>
              <p:ext uri="{D42A27DB-BD31-4B8C-83A1-F6EECF244321}">
                <p14:modId xmlns:p14="http://schemas.microsoft.com/office/powerpoint/2010/main" val="3074267513"/>
              </p:ext>
            </p:extLst>
          </p:nvPr>
        </p:nvGraphicFramePr>
        <p:xfrm>
          <a:off x="4629508" y="3594339"/>
          <a:ext cx="2219246" cy="2560320"/>
        </p:xfrm>
        <a:graphic>
          <a:graphicData uri="http://schemas.openxmlformats.org/drawingml/2006/table">
            <a:tbl>
              <a:tblPr firstRow="1" bandRow="1">
                <a:tableStyleId>{EC57BB94-E2DB-4D90-90F7-BE6D081111AD}</a:tableStyleId>
              </a:tblPr>
              <a:tblGrid>
                <a:gridCol w="2219246">
                  <a:extLst>
                    <a:ext uri="{9D8B030D-6E8A-4147-A177-3AD203B41FA5}">
                      <a16:colId xmlns:a16="http://schemas.microsoft.com/office/drawing/2014/main" val="4202833328"/>
                    </a:ext>
                  </a:extLst>
                </a:gridCol>
              </a:tblGrid>
              <a:tr h="332153">
                <a:tc>
                  <a:txBody>
                    <a:bodyPr/>
                    <a:lstStyle/>
                    <a:p>
                      <a:pPr lvl="0" algn="ctr">
                        <a:buNone/>
                      </a:pPr>
                      <a:r>
                        <a:rPr lang="en-US" sz="1600">
                          <a:latin typeface="Poppins"/>
                          <a:cs typeface="Poppins"/>
                        </a:rPr>
                        <a:t>Monthly Peak</a:t>
                      </a:r>
                    </a:p>
                  </a:txBody>
                  <a:tcPr>
                    <a:solidFill>
                      <a:srgbClr val="0070C0"/>
                    </a:solidFill>
                  </a:tcPr>
                </a:tc>
                <a:extLst>
                  <a:ext uri="{0D108BD9-81ED-4DB2-BD59-A6C34878D82A}">
                    <a16:rowId xmlns:a16="http://schemas.microsoft.com/office/drawing/2014/main" val="3236389064"/>
                  </a:ext>
                </a:extLst>
              </a:tr>
              <a:tr h="2058324">
                <a:tc>
                  <a:txBody>
                    <a:bodyPr/>
                    <a:lstStyle/>
                    <a:p>
                      <a:pPr marL="285750" lvl="0" indent="-285750" algn="l">
                        <a:lnSpc>
                          <a:spcPct val="100000"/>
                        </a:lnSpc>
                        <a:spcBef>
                          <a:spcPts val="0"/>
                        </a:spcBef>
                        <a:spcAft>
                          <a:spcPts val="0"/>
                        </a:spcAft>
                        <a:buFont typeface="Wingdings"/>
                        <a:buChar char="q"/>
                      </a:pPr>
                      <a:r>
                        <a:rPr lang="en-US" sz="1400" b="1" i="0" u="none" strike="noStrike" cap="none" noProof="0">
                          <a:solidFill>
                            <a:srgbClr val="48566A"/>
                          </a:solidFill>
                          <a:latin typeface="Inter"/>
                          <a:ea typeface="Inter"/>
                          <a:cs typeface="Arial"/>
                        </a:rPr>
                        <a:t>August–September</a:t>
                      </a:r>
                      <a:r>
                        <a:rPr lang="en-US" sz="1400" b="0" i="0" u="none" strike="noStrike" cap="none" noProof="0" dirty="0">
                          <a:solidFill>
                            <a:srgbClr val="48566A"/>
                          </a:solidFill>
                          <a:latin typeface="Inter"/>
                          <a:ea typeface="Inter"/>
                          <a:cs typeface="Arial"/>
                        </a:rPr>
                        <a:t> </a:t>
                      </a:r>
                      <a:r>
                        <a:rPr lang="en-US" sz="1400" b="0" i="0" u="none" strike="noStrike" cap="none" noProof="0">
                          <a:solidFill>
                            <a:srgbClr val="48566A"/>
                          </a:solidFill>
                          <a:latin typeface="Inter"/>
                          <a:ea typeface="Inter"/>
                          <a:cs typeface="Arial"/>
                        </a:rPr>
                        <a:t>show recurring demand spikes across the 3-year period. </a:t>
                      </a:r>
                      <a:endParaRPr lang="en-US" sz="1400" b="0" i="0" u="none" strike="noStrike" cap="none">
                        <a:solidFill>
                          <a:srgbClr val="48566A"/>
                        </a:solidFill>
                        <a:latin typeface="Inter"/>
                        <a:ea typeface="Inter"/>
                        <a:cs typeface="Arial"/>
                      </a:endParaRPr>
                    </a:p>
                    <a:p>
                      <a:pPr marL="285750" lvl="0" indent="-285750" algn="l">
                        <a:lnSpc>
                          <a:spcPct val="100000"/>
                        </a:lnSpc>
                        <a:spcBef>
                          <a:spcPts val="0"/>
                        </a:spcBef>
                        <a:spcAft>
                          <a:spcPts val="0"/>
                        </a:spcAft>
                        <a:buFont typeface="Wingdings"/>
                        <a:buChar char="q"/>
                      </a:pPr>
                      <a:r>
                        <a:rPr lang="en-US" sz="1400" b="1" i="0" u="none" strike="noStrike" cap="none" baseline="0" noProof="0">
                          <a:solidFill>
                            <a:srgbClr val="48566A"/>
                          </a:solidFill>
                          <a:latin typeface="Inter"/>
                          <a:ea typeface="Inter"/>
                        </a:rPr>
                        <a:t>2023</a:t>
                      </a:r>
                      <a:r>
                        <a:rPr lang="en-US" sz="1400" b="0" i="0" u="none" strike="noStrike" cap="none" baseline="0" noProof="0">
                          <a:solidFill>
                            <a:srgbClr val="48566A"/>
                          </a:solidFill>
                          <a:latin typeface="Inter"/>
                          <a:ea typeface="Inter"/>
                        </a:rPr>
                        <a:t>: 2,412 - 2,362 units </a:t>
                      </a:r>
                      <a:endParaRPr lang="en-US"/>
                    </a:p>
                    <a:p>
                      <a:pPr marL="285750" lvl="0" indent="-285750" algn="l">
                        <a:lnSpc>
                          <a:spcPct val="100000"/>
                        </a:lnSpc>
                        <a:spcBef>
                          <a:spcPts val="0"/>
                        </a:spcBef>
                        <a:spcAft>
                          <a:spcPts val="0"/>
                        </a:spcAft>
                        <a:buFont typeface="Wingdings"/>
                        <a:buChar char="q"/>
                      </a:pPr>
                      <a:r>
                        <a:rPr lang="en-US" sz="1400" b="1" i="0" u="none" strike="noStrike" cap="none" baseline="0" noProof="0">
                          <a:solidFill>
                            <a:srgbClr val="48566A"/>
                          </a:solidFill>
                          <a:latin typeface="Inter"/>
                          <a:ea typeface="Inter"/>
                        </a:rPr>
                        <a:t>2025</a:t>
                      </a:r>
                      <a:r>
                        <a:rPr lang="en-US" sz="1400" b="0" i="0" u="none" strike="noStrike" cap="none" baseline="0" noProof="0">
                          <a:solidFill>
                            <a:srgbClr val="48566A"/>
                          </a:solidFill>
                          <a:latin typeface="Inter"/>
                          <a:ea typeface="Inter"/>
                          <a:sym typeface="Arial"/>
                        </a:rPr>
                        <a:t>: </a:t>
                      </a:r>
                      <a:r>
                        <a:rPr lang="en-US" sz="1400" b="0" i="0" u="none" strike="noStrike" cap="none" baseline="0" noProof="0">
                          <a:solidFill>
                            <a:srgbClr val="48566A"/>
                          </a:solidFill>
                          <a:latin typeface="Inter"/>
                          <a:ea typeface="Inter"/>
                        </a:rPr>
                        <a:t>2,396 - 2,144 </a:t>
                      </a:r>
                      <a:r>
                        <a:rPr lang="en-US" sz="1400" b="0" i="0" u="none" strike="noStrike" cap="none" baseline="0" noProof="0">
                          <a:solidFill>
                            <a:srgbClr val="48566A"/>
                          </a:solidFill>
                          <a:latin typeface="Inter"/>
                          <a:ea typeface="Inter"/>
                          <a:sym typeface="Arial"/>
                        </a:rPr>
                        <a:t>units</a:t>
                      </a:r>
                      <a:endParaRPr lang="en-US">
                        <a:sym typeface="Arial"/>
                      </a:endParaRPr>
                    </a:p>
                    <a:p>
                      <a:pPr lvl="0">
                        <a:buNone/>
                      </a:pPr>
                      <a:endParaRPr lang="en-US">
                        <a:sym typeface="Arial"/>
                      </a:endParaRPr>
                    </a:p>
                  </a:txBody>
                  <a:tcPr>
                    <a:noFill/>
                  </a:tcPr>
                </a:tc>
                <a:extLst>
                  <a:ext uri="{0D108BD9-81ED-4DB2-BD59-A6C34878D82A}">
                    <a16:rowId xmlns:a16="http://schemas.microsoft.com/office/drawing/2014/main" val="1630889156"/>
                  </a:ext>
                </a:extLst>
              </a:tr>
            </a:tbl>
          </a:graphicData>
        </a:graphic>
      </p:graphicFrame>
      <p:graphicFrame>
        <p:nvGraphicFramePr>
          <p:cNvPr id="20" name="Table 19">
            <a:extLst>
              <a:ext uri="{FF2B5EF4-FFF2-40B4-BE49-F238E27FC236}">
                <a16:creationId xmlns:a16="http://schemas.microsoft.com/office/drawing/2014/main" id="{B2BFA683-103A-D3F3-78F7-937873F5AD82}"/>
              </a:ext>
            </a:extLst>
          </p:cNvPr>
          <p:cNvGraphicFramePr>
            <a:graphicFrameLocks noGrp="1"/>
          </p:cNvGraphicFramePr>
          <p:nvPr>
            <p:extLst>
              <p:ext uri="{D42A27DB-BD31-4B8C-83A1-F6EECF244321}">
                <p14:modId xmlns:p14="http://schemas.microsoft.com/office/powerpoint/2010/main" val="3269146074"/>
              </p:ext>
            </p:extLst>
          </p:nvPr>
        </p:nvGraphicFramePr>
        <p:xfrm>
          <a:off x="6841703" y="3593436"/>
          <a:ext cx="2577596" cy="2560320"/>
        </p:xfrm>
        <a:graphic>
          <a:graphicData uri="http://schemas.openxmlformats.org/drawingml/2006/table">
            <a:tbl>
              <a:tblPr firstRow="1" bandRow="1">
                <a:tableStyleId>{EC57BB94-E2DB-4D90-90F7-BE6D081111AD}</a:tableStyleId>
              </a:tblPr>
              <a:tblGrid>
                <a:gridCol w="2577596">
                  <a:extLst>
                    <a:ext uri="{9D8B030D-6E8A-4147-A177-3AD203B41FA5}">
                      <a16:colId xmlns:a16="http://schemas.microsoft.com/office/drawing/2014/main" val="4202833328"/>
                    </a:ext>
                  </a:extLst>
                </a:gridCol>
              </a:tblGrid>
              <a:tr h="332153">
                <a:tc>
                  <a:txBody>
                    <a:bodyPr/>
                    <a:lstStyle/>
                    <a:p>
                      <a:pPr marL="0" lvl="0" indent="0" algn="ctr">
                        <a:buNone/>
                      </a:pPr>
                      <a:r>
                        <a:rPr lang="en-US" sz="1600">
                          <a:latin typeface="Poppins"/>
                          <a:cs typeface="Poppins"/>
                        </a:rPr>
                        <a:t>Low-Demand Periods</a:t>
                      </a:r>
                      <a:endParaRPr lang="en-US"/>
                    </a:p>
                  </a:txBody>
                  <a:tcPr>
                    <a:solidFill>
                      <a:srgbClr val="129E90"/>
                    </a:solidFill>
                  </a:tcPr>
                </a:tc>
                <a:extLst>
                  <a:ext uri="{0D108BD9-81ED-4DB2-BD59-A6C34878D82A}">
                    <a16:rowId xmlns:a16="http://schemas.microsoft.com/office/drawing/2014/main" val="3236389064"/>
                  </a:ext>
                </a:extLst>
              </a:tr>
              <a:tr h="2058324">
                <a:tc>
                  <a:txBody>
                    <a:bodyPr/>
                    <a:lstStyle/>
                    <a:p>
                      <a:pPr marL="285750" lvl="0" indent="-285750" algn="l">
                        <a:lnSpc>
                          <a:spcPct val="100000"/>
                        </a:lnSpc>
                        <a:spcBef>
                          <a:spcPts val="0"/>
                        </a:spcBef>
                        <a:spcAft>
                          <a:spcPts val="0"/>
                        </a:spcAft>
                        <a:buFont typeface="Wingdings"/>
                        <a:buChar char="q"/>
                      </a:pPr>
                      <a:r>
                        <a:rPr lang="en-US" sz="1400" b="1" i="0" u="none" strike="noStrike" cap="none" noProof="0">
                          <a:solidFill>
                            <a:srgbClr val="48566A"/>
                          </a:solidFill>
                          <a:latin typeface="Inter"/>
                          <a:ea typeface="Inter"/>
                          <a:cs typeface="Arial"/>
                        </a:rPr>
                        <a:t>Apr, Jun &amp; Jul frequently fall</a:t>
                      </a:r>
                      <a:r>
                        <a:rPr lang="en-US" sz="1400" b="0" i="0" u="none" strike="noStrike" cap="none" noProof="0">
                          <a:solidFill>
                            <a:srgbClr val="48566A"/>
                          </a:solidFill>
                          <a:latin typeface="Inter"/>
                          <a:ea typeface="Inter"/>
                          <a:cs typeface="Arial"/>
                        </a:rPr>
                        <a:t> around the 1.0K–1.3K unit range. </a:t>
                      </a:r>
                      <a:endParaRPr lang="en-US" sz="1400" b="0" i="0" u="none" strike="noStrike" cap="none">
                        <a:solidFill>
                          <a:srgbClr val="48566A"/>
                        </a:solidFill>
                        <a:latin typeface="Inter"/>
                        <a:ea typeface="Inter"/>
                        <a:cs typeface="Arial"/>
                      </a:endParaRPr>
                    </a:p>
                    <a:p>
                      <a:pPr marL="285750" lvl="0" indent="-285750" algn="l">
                        <a:lnSpc>
                          <a:spcPct val="100000"/>
                        </a:lnSpc>
                        <a:spcBef>
                          <a:spcPts val="0"/>
                        </a:spcBef>
                        <a:spcAft>
                          <a:spcPts val="0"/>
                        </a:spcAft>
                        <a:buFont typeface="Wingdings"/>
                        <a:buChar char="q"/>
                      </a:pPr>
                      <a:r>
                        <a:rPr lang="en-US" sz="1400" b="0" i="0" u="none" strike="noStrike" cap="none" baseline="0" noProof="0">
                          <a:solidFill>
                            <a:srgbClr val="48566A"/>
                          </a:solidFill>
                          <a:latin typeface="Inter"/>
                          <a:ea typeface="Inter"/>
                        </a:rPr>
                        <a:t>Demand is substantially below the recurring Aug–Sep peaks. </a:t>
                      </a:r>
                      <a:endParaRPr lang="en-US"/>
                    </a:p>
                    <a:p>
                      <a:pPr marL="285750" lvl="0" indent="-285750" algn="l">
                        <a:lnSpc>
                          <a:spcPct val="100000"/>
                        </a:lnSpc>
                        <a:spcBef>
                          <a:spcPts val="0"/>
                        </a:spcBef>
                        <a:spcAft>
                          <a:spcPts val="0"/>
                        </a:spcAft>
                        <a:buFont typeface="Wingdings"/>
                        <a:buChar char="q"/>
                      </a:pPr>
                      <a:r>
                        <a:rPr lang="en-US" sz="1400" b="1" i="0" u="none" strike="noStrike" cap="none" baseline="0" noProof="0">
                          <a:solidFill>
                            <a:srgbClr val="48566A"/>
                          </a:solidFill>
                          <a:latin typeface="Inter"/>
                          <a:ea typeface="Inter"/>
                        </a:rPr>
                        <a:t>Inventory levels</a:t>
                      </a:r>
                      <a:r>
                        <a:rPr lang="en-US" sz="1400" b="0" i="0" u="none" strike="noStrike" cap="none" baseline="0" noProof="0">
                          <a:solidFill>
                            <a:srgbClr val="48566A"/>
                          </a:solidFill>
                          <a:latin typeface="Inter"/>
                          <a:ea typeface="Inter"/>
                        </a:rPr>
                        <a:t> can be </a:t>
                      </a:r>
                      <a:r>
                        <a:rPr lang="en-US" sz="1400" b="1" i="0" u="none" strike="noStrike" cap="none" baseline="0" noProof="0">
                          <a:solidFill>
                            <a:srgbClr val="48566A"/>
                          </a:solidFill>
                          <a:latin typeface="Inter"/>
                          <a:ea typeface="Inter"/>
                        </a:rPr>
                        <a:t>normalized</a:t>
                      </a:r>
                      <a:r>
                        <a:rPr lang="en-US" sz="1400" b="0" i="0" u="none" strike="noStrike" cap="none" baseline="0" noProof="0" dirty="0">
                          <a:solidFill>
                            <a:srgbClr val="48566A"/>
                          </a:solidFill>
                          <a:latin typeface="Inter"/>
                          <a:ea typeface="Inter"/>
                        </a:rPr>
                        <a:t> </a:t>
                      </a:r>
                      <a:r>
                        <a:rPr lang="en-US" sz="1400" b="1" i="0" u="none" strike="noStrike" cap="none" baseline="0" noProof="0">
                          <a:solidFill>
                            <a:srgbClr val="48566A"/>
                          </a:solidFill>
                          <a:latin typeface="Inter"/>
                          <a:ea typeface="Inter"/>
                        </a:rPr>
                        <a:t>during these lower-demand periods.</a:t>
                      </a:r>
                      <a:endParaRPr lang="en-US" b="1"/>
                    </a:p>
                  </a:txBody>
                  <a:tcPr>
                    <a:noFill/>
                  </a:tcPr>
                </a:tc>
                <a:extLst>
                  <a:ext uri="{0D108BD9-81ED-4DB2-BD59-A6C34878D82A}">
                    <a16:rowId xmlns:a16="http://schemas.microsoft.com/office/drawing/2014/main" val="1630889156"/>
                  </a:ext>
                </a:extLst>
              </a:tr>
            </a:tbl>
          </a:graphicData>
        </a:graphic>
      </p:graphicFrame>
      <p:graphicFrame>
        <p:nvGraphicFramePr>
          <p:cNvPr id="21" name="Table 20">
            <a:extLst>
              <a:ext uri="{FF2B5EF4-FFF2-40B4-BE49-F238E27FC236}">
                <a16:creationId xmlns:a16="http://schemas.microsoft.com/office/drawing/2014/main" id="{7E503A0B-5702-2A28-FB5F-A721617266ED}"/>
              </a:ext>
            </a:extLst>
          </p:cNvPr>
          <p:cNvGraphicFramePr>
            <a:graphicFrameLocks noGrp="1"/>
          </p:cNvGraphicFramePr>
          <p:nvPr>
            <p:extLst>
              <p:ext uri="{D42A27DB-BD31-4B8C-83A1-F6EECF244321}">
                <p14:modId xmlns:p14="http://schemas.microsoft.com/office/powerpoint/2010/main" val="918755502"/>
              </p:ext>
            </p:extLst>
          </p:nvPr>
        </p:nvGraphicFramePr>
        <p:xfrm>
          <a:off x="9417170" y="3594339"/>
          <a:ext cx="2512742" cy="2579710"/>
        </p:xfrm>
        <a:graphic>
          <a:graphicData uri="http://schemas.openxmlformats.org/drawingml/2006/table">
            <a:tbl>
              <a:tblPr firstRow="1" bandRow="1">
                <a:tableStyleId>{EC57BB94-E2DB-4D90-90F7-BE6D081111AD}</a:tableStyleId>
              </a:tblPr>
              <a:tblGrid>
                <a:gridCol w="2512742">
                  <a:extLst>
                    <a:ext uri="{9D8B030D-6E8A-4147-A177-3AD203B41FA5}">
                      <a16:colId xmlns:a16="http://schemas.microsoft.com/office/drawing/2014/main" val="4202833328"/>
                    </a:ext>
                  </a:extLst>
                </a:gridCol>
              </a:tblGrid>
              <a:tr h="316328">
                <a:tc>
                  <a:txBody>
                    <a:bodyPr/>
                    <a:lstStyle/>
                    <a:p>
                      <a:pPr marL="0" lvl="0" indent="0" algn="ctr">
                        <a:buNone/>
                      </a:pPr>
                      <a:r>
                        <a:rPr lang="en-US" sz="1600">
                          <a:latin typeface="Poppins"/>
                          <a:cs typeface="Poppins"/>
                        </a:rPr>
                        <a:t>Stock Implications</a:t>
                      </a:r>
                      <a:endParaRPr lang="en-US" sz="1600">
                        <a:latin typeface="Poppins"/>
                        <a:cs typeface="Poppins"/>
                        <a:sym typeface="Arial"/>
                      </a:endParaRPr>
                    </a:p>
                  </a:txBody>
                  <a:tcPr>
                    <a:solidFill>
                      <a:srgbClr val="94A3B8"/>
                    </a:solidFill>
                  </a:tcPr>
                </a:tc>
                <a:extLst>
                  <a:ext uri="{0D108BD9-81ED-4DB2-BD59-A6C34878D82A}">
                    <a16:rowId xmlns:a16="http://schemas.microsoft.com/office/drawing/2014/main" val="3236389064"/>
                  </a:ext>
                </a:extLst>
              </a:tr>
              <a:tr h="2244430">
                <a:tc>
                  <a:txBody>
                    <a:bodyPr/>
                    <a:lstStyle/>
                    <a:p>
                      <a:pPr marL="285750" lvl="0" indent="-285750" algn="l">
                        <a:lnSpc>
                          <a:spcPct val="100000"/>
                        </a:lnSpc>
                        <a:spcBef>
                          <a:spcPts val="0"/>
                        </a:spcBef>
                        <a:spcAft>
                          <a:spcPts val="0"/>
                        </a:spcAft>
                        <a:buFont typeface="Wingdings"/>
                        <a:buChar char="q"/>
                      </a:pPr>
                      <a:r>
                        <a:rPr lang="en-US" sz="1400" b="1" i="0" u="none" strike="noStrike" cap="none" noProof="0">
                          <a:solidFill>
                            <a:srgbClr val="48566A"/>
                          </a:solidFill>
                          <a:latin typeface="Inter"/>
                          <a:ea typeface="Inter"/>
                          <a:cs typeface="Arial"/>
                        </a:rPr>
                        <a:t>Build inventory before August–September / peak seasons. </a:t>
                      </a:r>
                      <a:endParaRPr lang="en-US" sz="1400" b="1" i="0" u="none" strike="noStrike" cap="none">
                        <a:solidFill>
                          <a:srgbClr val="48566A"/>
                        </a:solidFill>
                        <a:latin typeface="Inter"/>
                        <a:ea typeface="Inter"/>
                        <a:cs typeface="Arial"/>
                      </a:endParaRPr>
                    </a:p>
                    <a:p>
                      <a:pPr marL="285750" lvl="0" indent="-285750" algn="l">
                        <a:lnSpc>
                          <a:spcPct val="100000"/>
                        </a:lnSpc>
                        <a:spcBef>
                          <a:spcPts val="0"/>
                        </a:spcBef>
                        <a:spcAft>
                          <a:spcPts val="0"/>
                        </a:spcAft>
                        <a:buFont typeface="Wingdings"/>
                        <a:buChar char="q"/>
                      </a:pPr>
                      <a:r>
                        <a:rPr lang="en-US" sz="1400" b="0" i="0" u="none" strike="noStrike" cap="none" baseline="0" noProof="0">
                          <a:solidFill>
                            <a:srgbClr val="48566A"/>
                          </a:solidFill>
                          <a:latin typeface="Inter"/>
                          <a:ea typeface="Inter"/>
                        </a:rPr>
                        <a:t>Maintain stronger coverage through high-demand periods. </a:t>
                      </a:r>
                      <a:endParaRPr lang="en-US"/>
                    </a:p>
                    <a:p>
                      <a:pPr marL="285750" lvl="0" indent="-285750" algn="l">
                        <a:lnSpc>
                          <a:spcPct val="100000"/>
                        </a:lnSpc>
                        <a:spcBef>
                          <a:spcPts val="0"/>
                        </a:spcBef>
                        <a:spcAft>
                          <a:spcPts val="0"/>
                        </a:spcAft>
                        <a:buFont typeface="Wingdings"/>
                        <a:buChar char="q"/>
                      </a:pPr>
                      <a:r>
                        <a:rPr lang="en-US" sz="1400" b="0" i="0" u="none" strike="noStrike" cap="none" baseline="0" noProof="0">
                          <a:solidFill>
                            <a:srgbClr val="48566A"/>
                          </a:solidFill>
                          <a:latin typeface="Inter"/>
                          <a:ea typeface="Inter"/>
                        </a:rPr>
                        <a:t>Gradually normalize stock after demand falls to reduce excess inventory.</a:t>
                      </a:r>
                      <a:endParaRPr lang="en-US" b="0"/>
                    </a:p>
                  </a:txBody>
                  <a:tcPr>
                    <a:noFill/>
                  </a:tcPr>
                </a:tc>
                <a:extLst>
                  <a:ext uri="{0D108BD9-81ED-4DB2-BD59-A6C34878D82A}">
                    <a16:rowId xmlns:a16="http://schemas.microsoft.com/office/drawing/2014/main" val="1630889156"/>
                  </a:ext>
                </a:extLst>
              </a:tr>
            </a:tbl>
          </a:graphicData>
        </a:graphic>
      </p:graphicFrame>
      <p:graphicFrame>
        <p:nvGraphicFramePr>
          <p:cNvPr id="2" name="Chart 1">
            <a:extLst>
              <a:ext uri="{FF2B5EF4-FFF2-40B4-BE49-F238E27FC236}">
                <a16:creationId xmlns:a16="http://schemas.microsoft.com/office/drawing/2014/main" id="{0B9FFC37-8DE4-4EF0-AD6F-3456A5999F21}"/>
              </a:ext>
              <a:ext uri="{147F2762-F138-4A5C-976F-8EAC2B608ADB}">
                <a16:predDERef xmlns:a16="http://schemas.microsoft.com/office/drawing/2014/main" pred="{754B42C4-7ECC-455F-8C3A-F7BD7DAF4A66}"/>
              </a:ext>
            </a:extLst>
          </p:cNvPr>
          <p:cNvGraphicFramePr>
            <a:graphicFrameLocks/>
          </p:cNvGraphicFramePr>
          <p:nvPr>
            <p:extLst>
              <p:ext uri="{D42A27DB-BD31-4B8C-83A1-F6EECF244321}">
                <p14:modId xmlns:p14="http://schemas.microsoft.com/office/powerpoint/2010/main" val="3142041098"/>
              </p:ext>
            </p:extLst>
          </p:nvPr>
        </p:nvGraphicFramePr>
        <p:xfrm>
          <a:off x="8190781" y="926441"/>
          <a:ext cx="3799577" cy="2656936"/>
        </p:xfrm>
        <a:graphic>
          <a:graphicData uri="http://schemas.openxmlformats.org/drawingml/2006/chart">
            <c:chart xmlns:c="http://schemas.openxmlformats.org/drawingml/2006/chart" xmlns:r="http://schemas.openxmlformats.org/officeDocument/2006/relationships" r:id="rId5"/>
          </a:graphicData>
        </a:graphic>
      </p:graphicFrame>
      <p:sp>
        <p:nvSpPr>
          <p:cNvPr id="5" name="Google Shape;146;p15">
            <a:extLst>
              <a:ext uri="{FF2B5EF4-FFF2-40B4-BE49-F238E27FC236}">
                <a16:creationId xmlns:a16="http://schemas.microsoft.com/office/drawing/2014/main" id="{11EBBABD-1B3E-EF5F-A2F7-F65D6F741C51}"/>
              </a:ext>
            </a:extLst>
          </p:cNvPr>
          <p:cNvSpPr txBox="1"/>
          <p:nvPr/>
        </p:nvSpPr>
        <p:spPr>
          <a:xfrm>
            <a:off x="476250" y="6315710"/>
            <a:ext cx="4161155" cy="123111"/>
          </a:xfrm>
          <a:prstGeom prst="rect">
            <a:avLst/>
          </a:prstGeom>
          <a:noFill/>
          <a:ln>
            <a:noFill/>
          </a:ln>
        </p:spPr>
        <p:txBody>
          <a:bodyPr spcFirstLastPara="1" wrap="square" lIns="0" tIns="0" rIns="0" bIns="0" anchor="t" anchorCtr="0">
            <a:spAutoFit/>
          </a:bodyPr>
          <a:lstStyle/>
          <a:p>
            <a:r>
              <a:rPr lang="en-US" sz="800" dirty="0" err="1">
                <a:solidFill>
                  <a:srgbClr val="334155"/>
                </a:solidFill>
                <a:latin typeface="Inter SemiBold"/>
                <a:ea typeface="Inter SemiBold"/>
                <a:cs typeface="Inter SemiBold"/>
                <a:sym typeface="Inter SemiBold"/>
              </a:rPr>
              <a:t>ToyJoy</a:t>
            </a:r>
            <a:r>
              <a:rPr lang="en-US" sz="800" dirty="0">
                <a:solidFill>
                  <a:srgbClr val="334155"/>
                </a:solidFill>
                <a:latin typeface="Inter SemiBold"/>
                <a:ea typeface="Inter SemiBold"/>
                <a:cs typeface="Inter SemiBold"/>
                <a:sym typeface="Inter SemiBold"/>
              </a:rPr>
              <a:t> Seasonal Inventory Management &amp; Optimization Analysis</a:t>
            </a:r>
            <a:endParaRPr lang="en-US" sz="800" dirty="0">
              <a:solidFill>
                <a:srgbClr val="334155"/>
              </a:solidFill>
              <a:latin typeface="Inter SemiBold"/>
              <a:ea typeface="Inter SemiBold"/>
              <a:cs typeface="Inter SemiBold"/>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Shape 267"/>
        <p:cNvGrpSpPr/>
        <p:nvPr/>
      </p:nvGrpSpPr>
      <p:grpSpPr>
        <a:xfrm>
          <a:off x="0" y="0"/>
          <a:ext cx="0" cy="0"/>
          <a:chOff x="0" y="0"/>
          <a:chExt cx="0" cy="0"/>
        </a:xfrm>
      </p:grpSpPr>
      <p:pic>
        <p:nvPicPr>
          <p:cNvPr id="273" name="Google Shape;273;p19" descr="image.png"/>
          <p:cNvPicPr preferRelativeResize="0"/>
          <p:nvPr/>
        </p:nvPicPr>
        <p:blipFill rotWithShape="1">
          <a:blip r:embed="rId4">
            <a:alphaModFix/>
          </a:blip>
          <a:srcRect/>
          <a:stretch/>
        </p:blipFill>
        <p:spPr>
          <a:xfrm>
            <a:off x="-1536580" y="4111385"/>
            <a:ext cx="11239500" cy="257175"/>
          </a:xfrm>
          <a:prstGeom prst="rect">
            <a:avLst/>
          </a:prstGeom>
          <a:noFill/>
          <a:ln>
            <a:noFill/>
          </a:ln>
        </p:spPr>
      </p:pic>
      <p:sp>
        <p:nvSpPr>
          <p:cNvPr id="276" name="Google Shape;276;p19"/>
          <p:cNvSpPr txBox="1"/>
          <p:nvPr/>
        </p:nvSpPr>
        <p:spPr>
          <a:xfrm>
            <a:off x="11115675" y="6305550"/>
            <a:ext cx="600075" cy="123111"/>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800" b="0" i="0" u="none" strike="noStrike" cap="none">
                <a:solidFill>
                  <a:srgbClr val="64748B"/>
                </a:solidFill>
                <a:latin typeface="Inter"/>
                <a:ea typeface="Inter"/>
                <a:cs typeface="Inter"/>
                <a:sym typeface="Inter"/>
              </a:rPr>
              <a:t>Slide 7 of </a:t>
            </a:r>
            <a:r>
              <a:rPr lang="en-US" sz="800">
                <a:solidFill>
                  <a:srgbClr val="64748B"/>
                </a:solidFill>
                <a:latin typeface="Inter"/>
                <a:ea typeface="Inter"/>
                <a:cs typeface="Inter"/>
                <a:sym typeface="Inter"/>
              </a:rPr>
              <a:t>11</a:t>
            </a:r>
            <a:endParaRPr/>
          </a:p>
        </p:txBody>
      </p:sp>
      <p:sp>
        <p:nvSpPr>
          <p:cNvPr id="284" name="Google Shape;284;p19"/>
          <p:cNvSpPr txBox="1"/>
          <p:nvPr/>
        </p:nvSpPr>
        <p:spPr>
          <a:xfrm>
            <a:off x="318099" y="2007"/>
            <a:ext cx="11643862" cy="865622"/>
          </a:xfrm>
          <a:prstGeom prst="rect">
            <a:avLst/>
          </a:prstGeom>
          <a:noFill/>
          <a:ln>
            <a:noFill/>
          </a:ln>
        </p:spPr>
        <p:txBody>
          <a:bodyPr spcFirstLastPara="1" wrap="square" lIns="0" tIns="0" rIns="0" bIns="0" anchor="ctr" anchorCtr="0">
            <a:spAutoFit/>
          </a:bodyPr>
          <a:lstStyle/>
          <a:p>
            <a:pPr>
              <a:lnSpc>
                <a:spcPct val="124977"/>
              </a:lnSpc>
            </a:pPr>
            <a:r>
              <a:rPr lang="en-US" sz="2250" b="1">
                <a:solidFill>
                  <a:srgbClr val="0F172A"/>
                </a:solidFill>
                <a:latin typeface="Poppins"/>
                <a:cs typeface="Poppins"/>
                <a:sym typeface="Poppins"/>
              </a:rPr>
              <a:t>Q4. Recommend inventory adjustments for underperforming and high-demand products.</a:t>
            </a:r>
            <a:endParaRPr lang="en-US"/>
          </a:p>
        </p:txBody>
      </p:sp>
      <p:graphicFrame>
        <p:nvGraphicFramePr>
          <p:cNvPr id="14" name="Table 13">
            <a:extLst>
              <a:ext uri="{FF2B5EF4-FFF2-40B4-BE49-F238E27FC236}">
                <a16:creationId xmlns:a16="http://schemas.microsoft.com/office/drawing/2014/main" id="{361997E1-37DB-3F3C-7984-DDBC3ED69A87}"/>
              </a:ext>
            </a:extLst>
          </p:cNvPr>
          <p:cNvGraphicFramePr>
            <a:graphicFrameLocks noGrp="1"/>
          </p:cNvGraphicFramePr>
          <p:nvPr>
            <p:extLst>
              <p:ext uri="{D42A27DB-BD31-4B8C-83A1-F6EECF244321}">
                <p14:modId xmlns:p14="http://schemas.microsoft.com/office/powerpoint/2010/main" val="2420284548"/>
              </p:ext>
            </p:extLst>
          </p:nvPr>
        </p:nvGraphicFramePr>
        <p:xfrm>
          <a:off x="7332452" y="862641"/>
          <a:ext cx="4474809" cy="3166586"/>
        </p:xfrm>
        <a:graphic>
          <a:graphicData uri="http://schemas.openxmlformats.org/drawingml/2006/table">
            <a:tbl>
              <a:tblPr bandRow="1">
                <a:tableStyleId>{EC57BB94-E2DB-4D90-90F7-BE6D081111AD}</a:tableStyleId>
              </a:tblPr>
              <a:tblGrid>
                <a:gridCol w="1427762">
                  <a:extLst>
                    <a:ext uri="{9D8B030D-6E8A-4147-A177-3AD203B41FA5}">
                      <a16:colId xmlns:a16="http://schemas.microsoft.com/office/drawing/2014/main" val="3455445080"/>
                    </a:ext>
                  </a:extLst>
                </a:gridCol>
                <a:gridCol w="609408">
                  <a:extLst>
                    <a:ext uri="{9D8B030D-6E8A-4147-A177-3AD203B41FA5}">
                      <a16:colId xmlns:a16="http://schemas.microsoft.com/office/drawing/2014/main" val="609846377"/>
                    </a:ext>
                  </a:extLst>
                </a:gridCol>
                <a:gridCol w="835762">
                  <a:extLst>
                    <a:ext uri="{9D8B030D-6E8A-4147-A177-3AD203B41FA5}">
                      <a16:colId xmlns:a16="http://schemas.microsoft.com/office/drawing/2014/main" val="952121589"/>
                    </a:ext>
                  </a:extLst>
                </a:gridCol>
                <a:gridCol w="783527">
                  <a:extLst>
                    <a:ext uri="{9D8B030D-6E8A-4147-A177-3AD203B41FA5}">
                      <a16:colId xmlns:a16="http://schemas.microsoft.com/office/drawing/2014/main" val="23936302"/>
                    </a:ext>
                  </a:extLst>
                </a:gridCol>
                <a:gridCol w="818350">
                  <a:extLst>
                    <a:ext uri="{9D8B030D-6E8A-4147-A177-3AD203B41FA5}">
                      <a16:colId xmlns:a16="http://schemas.microsoft.com/office/drawing/2014/main" val="765297257"/>
                    </a:ext>
                  </a:extLst>
                </a:gridCol>
              </a:tblGrid>
              <a:tr h="542346">
                <a:tc>
                  <a:txBody>
                    <a:bodyPr/>
                    <a:lstStyle/>
                    <a:p>
                      <a:pPr marL="0" marR="0" lvl="0" indent="0" algn="l" rtl="0">
                        <a:lnSpc>
                          <a:spcPct val="100000"/>
                        </a:lnSpc>
                        <a:spcBef>
                          <a:spcPts val="0"/>
                        </a:spcBef>
                        <a:spcAft>
                          <a:spcPts val="0"/>
                        </a:spcAft>
                        <a:buClr>
                          <a:srgbClr val="000000"/>
                        </a:buClr>
                        <a:buFont typeface="Arial"/>
                        <a:buNone/>
                      </a:pPr>
                      <a:r>
                        <a:rPr lang="en-US" sz="900" b="1" i="0" u="none" strike="noStrike" cap="none">
                          <a:solidFill>
                            <a:srgbClr val="475569"/>
                          </a:solidFill>
                          <a:latin typeface="Inter SemiBold"/>
                          <a:ea typeface="Inter SemiBold"/>
                          <a:sym typeface="Arial"/>
                        </a:rPr>
                        <a:t>Product Name</a:t>
                      </a:r>
                    </a:p>
                  </a:txBody>
                  <a:tcPr anchor="ctr">
                    <a:lnL>
                      <a:noFill/>
                    </a:lnL>
                    <a:lnR>
                      <a:noFill/>
                    </a:lnR>
                    <a:lnT>
                      <a:noFill/>
                    </a:lnT>
                    <a:lnB>
                      <a:noFill/>
                    </a:lnB>
                    <a:solidFill>
                      <a:srgbClr val="F8FAFC"/>
                    </a:solidFill>
                  </a:tcPr>
                </a:tc>
                <a:tc>
                  <a:txBody>
                    <a:bodyPr/>
                    <a:lstStyle/>
                    <a:p>
                      <a:pPr marL="0" marR="0" lvl="0" indent="0" algn="l" rtl="0">
                        <a:lnSpc>
                          <a:spcPct val="100000"/>
                        </a:lnSpc>
                        <a:spcBef>
                          <a:spcPts val="0"/>
                        </a:spcBef>
                        <a:spcAft>
                          <a:spcPts val="0"/>
                        </a:spcAft>
                        <a:buClr>
                          <a:srgbClr val="000000"/>
                        </a:buClr>
                        <a:buFont typeface="Arial"/>
                        <a:buNone/>
                      </a:pPr>
                      <a:r>
                        <a:rPr lang="en-US" sz="900" b="1" i="0" u="none" strike="noStrike" cap="none">
                          <a:solidFill>
                            <a:srgbClr val="475569"/>
                          </a:solidFill>
                          <a:latin typeface="Inter SemiBold"/>
                          <a:ea typeface="Inter SemiBold"/>
                          <a:sym typeface="Arial"/>
                        </a:rPr>
                        <a:t>Total Units Sold</a:t>
                      </a:r>
                    </a:p>
                  </a:txBody>
                  <a:tcPr anchor="ctr">
                    <a:lnL>
                      <a:noFill/>
                    </a:lnL>
                    <a:lnR>
                      <a:noFill/>
                    </a:lnR>
                    <a:lnT>
                      <a:noFill/>
                    </a:lnT>
                    <a:lnB>
                      <a:noFill/>
                    </a:lnB>
                    <a:solidFill>
                      <a:srgbClr val="F8FAFC"/>
                    </a:solidFill>
                  </a:tcPr>
                </a:tc>
                <a:tc>
                  <a:txBody>
                    <a:bodyPr/>
                    <a:lstStyle/>
                    <a:p>
                      <a:pPr marL="0" marR="0" lvl="0" indent="0" algn="l" rtl="0">
                        <a:lnSpc>
                          <a:spcPct val="100000"/>
                        </a:lnSpc>
                        <a:spcBef>
                          <a:spcPts val="0"/>
                        </a:spcBef>
                        <a:spcAft>
                          <a:spcPts val="0"/>
                        </a:spcAft>
                        <a:buClr>
                          <a:srgbClr val="000000"/>
                        </a:buClr>
                        <a:buFont typeface="Arial"/>
                        <a:buNone/>
                      </a:pPr>
                      <a:r>
                        <a:rPr lang="en-US" sz="900" b="1" i="0" u="none" strike="noStrike" cap="none">
                          <a:solidFill>
                            <a:srgbClr val="475569"/>
                          </a:solidFill>
                          <a:latin typeface="Inter SemiBold"/>
                          <a:ea typeface="Inter SemiBold"/>
                          <a:sym typeface="Arial"/>
                        </a:rPr>
                        <a:t>Total Inventory</a:t>
                      </a:r>
                    </a:p>
                  </a:txBody>
                  <a:tcPr anchor="ctr">
                    <a:lnL>
                      <a:noFill/>
                    </a:lnL>
                    <a:lnR>
                      <a:noFill/>
                    </a:lnR>
                    <a:lnT>
                      <a:noFill/>
                    </a:lnT>
                    <a:lnB>
                      <a:noFill/>
                    </a:lnB>
                    <a:solidFill>
                      <a:srgbClr val="F8FAFC"/>
                    </a:solidFill>
                  </a:tcPr>
                </a:tc>
                <a:tc>
                  <a:txBody>
                    <a:bodyPr/>
                    <a:lstStyle/>
                    <a:p>
                      <a:pPr marL="0" marR="0" lvl="0" indent="0" algn="l" rtl="0">
                        <a:lnSpc>
                          <a:spcPct val="100000"/>
                        </a:lnSpc>
                        <a:spcBef>
                          <a:spcPts val="0"/>
                        </a:spcBef>
                        <a:spcAft>
                          <a:spcPts val="0"/>
                        </a:spcAft>
                        <a:buClr>
                          <a:srgbClr val="000000"/>
                        </a:buClr>
                        <a:buFont typeface="Arial"/>
                        <a:buNone/>
                      </a:pPr>
                      <a:r>
                        <a:rPr lang="en-US" sz="900" b="1" i="0" u="none" strike="noStrike" cap="none">
                          <a:solidFill>
                            <a:srgbClr val="475569"/>
                          </a:solidFill>
                          <a:latin typeface="Inter SemiBold"/>
                          <a:ea typeface="Inter SemiBold"/>
                          <a:sym typeface="Arial"/>
                        </a:rPr>
                        <a:t>Total Revenue</a:t>
                      </a:r>
                    </a:p>
                  </a:txBody>
                  <a:tcPr anchor="ctr">
                    <a:lnL>
                      <a:noFill/>
                    </a:lnL>
                    <a:lnR>
                      <a:noFill/>
                    </a:lnR>
                    <a:lnT>
                      <a:noFill/>
                    </a:lnT>
                    <a:lnB>
                      <a:noFill/>
                    </a:lnB>
                    <a:solidFill>
                      <a:srgbClr val="F8FAFC"/>
                    </a:solidFill>
                  </a:tcPr>
                </a:tc>
                <a:tc>
                  <a:txBody>
                    <a:bodyPr/>
                    <a:lstStyle/>
                    <a:p>
                      <a:pPr marL="0" marR="0" lvl="0" indent="0" algn="l" rtl="0">
                        <a:lnSpc>
                          <a:spcPct val="100000"/>
                        </a:lnSpc>
                        <a:spcBef>
                          <a:spcPts val="0"/>
                        </a:spcBef>
                        <a:spcAft>
                          <a:spcPts val="0"/>
                        </a:spcAft>
                        <a:buClr>
                          <a:srgbClr val="000000"/>
                        </a:buClr>
                        <a:buFont typeface="Arial"/>
                        <a:buNone/>
                      </a:pPr>
                      <a:r>
                        <a:rPr lang="en-US" sz="900" b="1" i="0" u="none" strike="noStrike" cap="none">
                          <a:solidFill>
                            <a:srgbClr val="475569"/>
                          </a:solidFill>
                          <a:latin typeface="Inter SemiBold"/>
                          <a:ea typeface="Inter SemiBold"/>
                          <a:sym typeface="Arial"/>
                        </a:rPr>
                        <a:t>Inventory Turnover</a:t>
                      </a:r>
                    </a:p>
                  </a:txBody>
                  <a:tcPr anchor="ctr">
                    <a:lnL>
                      <a:noFill/>
                    </a:lnL>
                    <a:lnR>
                      <a:noFill/>
                    </a:lnR>
                    <a:lnT>
                      <a:noFill/>
                    </a:lnT>
                    <a:lnB>
                      <a:noFill/>
                    </a:lnB>
                    <a:solidFill>
                      <a:srgbClr val="F8FAFC"/>
                    </a:solidFill>
                  </a:tcPr>
                </a:tc>
                <a:extLst>
                  <a:ext uri="{0D108BD9-81ED-4DB2-BD59-A6C34878D82A}">
                    <a16:rowId xmlns:a16="http://schemas.microsoft.com/office/drawing/2014/main" val="324736467"/>
                  </a:ext>
                </a:extLst>
              </a:tr>
              <a:tr h="262424">
                <a:tc>
                  <a:txBody>
                    <a:bodyPr/>
                    <a:lstStyle/>
                    <a:p>
                      <a:pPr marL="0" marR="0" lvl="0" indent="0" algn="l" rtl="0">
                        <a:lnSpc>
                          <a:spcPct val="100000"/>
                        </a:lnSpc>
                        <a:spcBef>
                          <a:spcPts val="0"/>
                        </a:spcBef>
                        <a:spcAft>
                          <a:spcPts val="0"/>
                        </a:spcAft>
                        <a:buClr>
                          <a:srgbClr val="000000"/>
                        </a:buClr>
                        <a:buFont typeface="Arial"/>
                        <a:buNone/>
                      </a:pPr>
                      <a:r>
                        <a:rPr lang="en-US" sz="900" b="1" i="0" u="none" strike="noStrike" cap="none">
                          <a:solidFill>
                            <a:srgbClr val="334155"/>
                          </a:solidFill>
                          <a:latin typeface="Inter"/>
                          <a:ea typeface="Inter"/>
                          <a:sym typeface="Arial"/>
                        </a:rPr>
                        <a:t>Baby Doll Deluxe</a:t>
                      </a:r>
                    </a:p>
                  </a:txBody>
                  <a:tcPr anchor="ctr">
                    <a:lnL>
                      <a:noFill/>
                    </a:lnL>
                    <a:lnR>
                      <a:noFill/>
                    </a:lnR>
                    <a:lnT>
                      <a:noFill/>
                    </a:lnT>
                    <a:lnB>
                      <a:noFill/>
                    </a:lnB>
                    <a:solidFill>
                      <a:srgbClr val="FFFFFF"/>
                    </a:solidFill>
                  </a:tcPr>
                </a:tc>
                <a:tc>
                  <a:txBody>
                    <a:bodyPr/>
                    <a:lstStyle/>
                    <a:p>
                      <a:pPr marL="0" marR="0" lvl="0" indent="0" algn="l" rtl="0">
                        <a:lnSpc>
                          <a:spcPct val="100000"/>
                        </a:lnSpc>
                        <a:spcBef>
                          <a:spcPts val="0"/>
                        </a:spcBef>
                        <a:spcAft>
                          <a:spcPts val="0"/>
                        </a:spcAft>
                        <a:buClr>
                          <a:srgbClr val="000000"/>
                        </a:buClr>
                        <a:buFont typeface="Arial"/>
                        <a:buNone/>
                      </a:pPr>
                      <a:r>
                        <a:rPr lang="en-US" sz="900" b="1" i="0" u="none" strike="noStrike" cap="none">
                          <a:solidFill>
                            <a:schemeClr val="accent3">
                              <a:lumMod val="49000"/>
                            </a:schemeClr>
                          </a:solidFill>
                          <a:latin typeface="Inter"/>
                          <a:ea typeface="Inter"/>
                          <a:sym typeface="Arial"/>
                        </a:rPr>
                        <a:t>6.85K</a:t>
                      </a:r>
                    </a:p>
                  </a:txBody>
                  <a:tcPr anchor="ctr">
                    <a:lnL>
                      <a:noFill/>
                    </a:lnL>
                    <a:lnR>
                      <a:noFill/>
                    </a:lnR>
                    <a:lnT>
                      <a:noFill/>
                    </a:lnT>
                    <a:lnB>
                      <a:noFill/>
                    </a:lnB>
                    <a:solidFill>
                      <a:srgbClr val="FFFFFF"/>
                    </a:solidFill>
                  </a:tcPr>
                </a:tc>
                <a:tc>
                  <a:txBody>
                    <a:bodyPr/>
                    <a:lstStyle/>
                    <a:p>
                      <a:pPr marL="0" marR="0" lvl="0" indent="0" algn="l" rtl="0">
                        <a:lnSpc>
                          <a:spcPct val="100000"/>
                        </a:lnSpc>
                        <a:spcBef>
                          <a:spcPts val="0"/>
                        </a:spcBef>
                        <a:spcAft>
                          <a:spcPts val="0"/>
                        </a:spcAft>
                        <a:buClr>
                          <a:srgbClr val="000000"/>
                        </a:buClr>
                        <a:buFont typeface="Arial"/>
                        <a:buNone/>
                      </a:pPr>
                      <a:r>
                        <a:rPr lang="en-US" sz="900" b="0" i="0" u="none" strike="noStrike" cap="none">
                          <a:solidFill>
                            <a:srgbClr val="334155"/>
                          </a:solidFill>
                          <a:latin typeface="Inter"/>
                          <a:ea typeface="Inter"/>
                          <a:sym typeface="Arial"/>
                        </a:rPr>
                        <a:t>59.16K</a:t>
                      </a:r>
                    </a:p>
                  </a:txBody>
                  <a:tcPr anchor="ctr">
                    <a:lnL>
                      <a:noFill/>
                    </a:lnL>
                    <a:lnR>
                      <a:noFill/>
                    </a:lnR>
                    <a:lnT>
                      <a:noFill/>
                    </a:lnT>
                    <a:lnB>
                      <a:noFill/>
                    </a:lnB>
                    <a:solidFill>
                      <a:srgbClr val="FFFFFF"/>
                    </a:solidFill>
                  </a:tcPr>
                </a:tc>
                <a:tc>
                  <a:txBody>
                    <a:bodyPr/>
                    <a:lstStyle/>
                    <a:p>
                      <a:pPr marL="0" marR="0" lvl="0" indent="0" algn="l" rtl="0">
                        <a:lnSpc>
                          <a:spcPct val="100000"/>
                        </a:lnSpc>
                        <a:spcBef>
                          <a:spcPts val="0"/>
                        </a:spcBef>
                        <a:spcAft>
                          <a:spcPts val="0"/>
                        </a:spcAft>
                        <a:buClr>
                          <a:srgbClr val="000000"/>
                        </a:buClr>
                        <a:buFont typeface="Arial"/>
                        <a:buNone/>
                      </a:pPr>
                      <a:r>
                        <a:rPr lang="en-US" sz="900" b="0" i="0" u="none" strike="noStrike" cap="none">
                          <a:solidFill>
                            <a:srgbClr val="334155"/>
                          </a:solidFill>
                          <a:latin typeface="Inter"/>
                          <a:ea typeface="Inter"/>
                          <a:sym typeface="Arial"/>
                        </a:rPr>
                        <a:t>₹4.44M</a:t>
                      </a:r>
                    </a:p>
                  </a:txBody>
                  <a:tcPr anchor="ctr">
                    <a:lnL>
                      <a:noFill/>
                    </a:lnL>
                    <a:lnR>
                      <a:noFill/>
                    </a:lnR>
                    <a:lnT>
                      <a:noFill/>
                    </a:lnT>
                    <a:lnB>
                      <a:noFill/>
                    </a:lnB>
                    <a:solidFill>
                      <a:srgbClr val="FFFFFF"/>
                    </a:solidFill>
                  </a:tcPr>
                </a:tc>
                <a:tc>
                  <a:txBody>
                    <a:bodyPr/>
                    <a:lstStyle/>
                    <a:p>
                      <a:pPr marL="0" marR="0" lvl="0" indent="0" algn="l" rtl="0">
                        <a:lnSpc>
                          <a:spcPct val="100000"/>
                        </a:lnSpc>
                        <a:spcBef>
                          <a:spcPts val="0"/>
                        </a:spcBef>
                        <a:spcAft>
                          <a:spcPts val="0"/>
                        </a:spcAft>
                        <a:buClr>
                          <a:srgbClr val="000000"/>
                        </a:buClr>
                        <a:buFont typeface="Arial"/>
                        <a:buNone/>
                      </a:pPr>
                      <a:r>
                        <a:rPr lang="en-US" sz="900" b="0" i="0" u="none" strike="noStrike" cap="none">
                          <a:solidFill>
                            <a:srgbClr val="334155"/>
                          </a:solidFill>
                          <a:latin typeface="Inter"/>
                          <a:ea typeface="Inter"/>
                          <a:sym typeface="Arial"/>
                        </a:rPr>
                        <a:t>62.71</a:t>
                      </a:r>
                    </a:p>
                  </a:txBody>
                  <a:tcPr anchor="ctr">
                    <a:lnL>
                      <a:noFill/>
                    </a:lnL>
                    <a:lnR>
                      <a:noFill/>
                    </a:lnR>
                    <a:lnT>
                      <a:noFill/>
                    </a:lnT>
                    <a:lnB>
                      <a:noFill/>
                    </a:lnB>
                    <a:solidFill>
                      <a:srgbClr val="FFFFFF"/>
                    </a:solidFill>
                  </a:tcPr>
                </a:tc>
                <a:extLst>
                  <a:ext uri="{0D108BD9-81ED-4DB2-BD59-A6C34878D82A}">
                    <a16:rowId xmlns:a16="http://schemas.microsoft.com/office/drawing/2014/main" val="868067134"/>
                  </a:ext>
                </a:extLst>
              </a:tr>
              <a:tr h="262424">
                <a:tc>
                  <a:txBody>
                    <a:bodyPr/>
                    <a:lstStyle/>
                    <a:p>
                      <a:pPr marL="0" marR="0" lvl="0" indent="0" algn="l" rtl="0">
                        <a:lnSpc>
                          <a:spcPct val="100000"/>
                        </a:lnSpc>
                        <a:spcBef>
                          <a:spcPts val="0"/>
                        </a:spcBef>
                        <a:spcAft>
                          <a:spcPts val="0"/>
                        </a:spcAft>
                        <a:buClr>
                          <a:srgbClr val="000000"/>
                        </a:buClr>
                        <a:buFont typeface="Arial"/>
                        <a:buNone/>
                      </a:pPr>
                      <a:r>
                        <a:rPr lang="en-US" sz="900" b="1" i="0" u="none" strike="noStrike" cap="none">
                          <a:solidFill>
                            <a:srgbClr val="334155"/>
                          </a:solidFill>
                          <a:latin typeface="Inter"/>
                          <a:ea typeface="Inter"/>
                          <a:sym typeface="Arial"/>
                        </a:rPr>
                        <a:t>Princess Doll</a:t>
                      </a:r>
                    </a:p>
                  </a:txBody>
                  <a:tcPr anchor="ctr">
                    <a:lnL>
                      <a:noFill/>
                    </a:lnL>
                    <a:lnR>
                      <a:noFill/>
                    </a:lnR>
                    <a:lnT>
                      <a:noFill/>
                    </a:lnT>
                    <a:lnB>
                      <a:noFill/>
                    </a:lnB>
                    <a:solidFill>
                      <a:srgbClr val="FFFFFF"/>
                    </a:solidFill>
                  </a:tcPr>
                </a:tc>
                <a:tc>
                  <a:txBody>
                    <a:bodyPr/>
                    <a:lstStyle/>
                    <a:p>
                      <a:pPr marL="0" marR="0" lvl="0" indent="0" algn="l" rtl="0">
                        <a:lnSpc>
                          <a:spcPct val="100000"/>
                        </a:lnSpc>
                        <a:spcBef>
                          <a:spcPts val="0"/>
                        </a:spcBef>
                        <a:spcAft>
                          <a:spcPts val="0"/>
                        </a:spcAft>
                        <a:buClr>
                          <a:srgbClr val="000000"/>
                        </a:buClr>
                        <a:buFont typeface="Arial"/>
                        <a:buNone/>
                      </a:pPr>
                      <a:r>
                        <a:rPr lang="en-US" sz="900" b="1" i="0" u="none" strike="noStrike" cap="none">
                          <a:solidFill>
                            <a:schemeClr val="accent3">
                              <a:lumMod val="49000"/>
                            </a:schemeClr>
                          </a:solidFill>
                          <a:latin typeface="Inter"/>
                          <a:ea typeface="Inter"/>
                          <a:sym typeface="Arial"/>
                        </a:rPr>
                        <a:t>6.73K</a:t>
                      </a:r>
                    </a:p>
                  </a:txBody>
                  <a:tcPr anchor="ctr">
                    <a:lnL>
                      <a:noFill/>
                    </a:lnL>
                    <a:lnR>
                      <a:noFill/>
                    </a:lnR>
                    <a:lnT>
                      <a:noFill/>
                    </a:lnT>
                    <a:lnB>
                      <a:noFill/>
                    </a:lnB>
                    <a:solidFill>
                      <a:srgbClr val="FFFFFF"/>
                    </a:solidFill>
                  </a:tcPr>
                </a:tc>
                <a:tc>
                  <a:txBody>
                    <a:bodyPr/>
                    <a:lstStyle/>
                    <a:p>
                      <a:pPr marL="0" marR="0" lvl="0" indent="0" algn="l" rtl="0">
                        <a:lnSpc>
                          <a:spcPct val="100000"/>
                        </a:lnSpc>
                        <a:spcBef>
                          <a:spcPts val="0"/>
                        </a:spcBef>
                        <a:spcAft>
                          <a:spcPts val="0"/>
                        </a:spcAft>
                        <a:buClr>
                          <a:srgbClr val="000000"/>
                        </a:buClr>
                        <a:buFont typeface="Arial"/>
                        <a:buNone/>
                      </a:pPr>
                      <a:r>
                        <a:rPr lang="en-US" sz="900" b="0" i="0" u="none" strike="noStrike" cap="none">
                          <a:solidFill>
                            <a:srgbClr val="334155"/>
                          </a:solidFill>
                          <a:latin typeface="Inter"/>
                          <a:ea typeface="Inter"/>
                          <a:sym typeface="Arial"/>
                        </a:rPr>
                        <a:t>56.24K</a:t>
                      </a:r>
                    </a:p>
                  </a:txBody>
                  <a:tcPr anchor="ctr">
                    <a:lnL>
                      <a:noFill/>
                    </a:lnL>
                    <a:lnR>
                      <a:noFill/>
                    </a:lnR>
                    <a:lnT>
                      <a:noFill/>
                    </a:lnT>
                    <a:lnB>
                      <a:noFill/>
                    </a:lnB>
                    <a:solidFill>
                      <a:srgbClr val="FFFFFF"/>
                    </a:solidFill>
                  </a:tcPr>
                </a:tc>
                <a:tc>
                  <a:txBody>
                    <a:bodyPr/>
                    <a:lstStyle/>
                    <a:p>
                      <a:pPr marL="0" marR="0" lvl="0" indent="0" algn="l" rtl="0">
                        <a:lnSpc>
                          <a:spcPct val="100000"/>
                        </a:lnSpc>
                        <a:spcBef>
                          <a:spcPts val="0"/>
                        </a:spcBef>
                        <a:spcAft>
                          <a:spcPts val="0"/>
                        </a:spcAft>
                        <a:buClr>
                          <a:srgbClr val="000000"/>
                        </a:buClr>
                        <a:buFont typeface="Arial"/>
                        <a:buNone/>
                      </a:pPr>
                      <a:r>
                        <a:rPr lang="en-US" sz="900" b="0" i="0" u="none" strike="noStrike" cap="none">
                          <a:solidFill>
                            <a:srgbClr val="334155"/>
                          </a:solidFill>
                          <a:latin typeface="Inter"/>
                          <a:ea typeface="Inter"/>
                          <a:sym typeface="Arial"/>
                        </a:rPr>
                        <a:t>₹3.70M</a:t>
                      </a:r>
                    </a:p>
                  </a:txBody>
                  <a:tcPr anchor="ctr">
                    <a:lnL>
                      <a:noFill/>
                    </a:lnL>
                    <a:lnR>
                      <a:noFill/>
                    </a:lnR>
                    <a:lnT>
                      <a:noFill/>
                    </a:lnT>
                    <a:lnB>
                      <a:noFill/>
                    </a:lnB>
                    <a:solidFill>
                      <a:srgbClr val="FFFFFF"/>
                    </a:solidFill>
                  </a:tcPr>
                </a:tc>
                <a:tc>
                  <a:txBody>
                    <a:bodyPr/>
                    <a:lstStyle/>
                    <a:p>
                      <a:pPr marL="0" marR="0" lvl="0" indent="0" algn="l" rtl="0">
                        <a:lnSpc>
                          <a:spcPct val="100000"/>
                        </a:lnSpc>
                        <a:spcBef>
                          <a:spcPts val="0"/>
                        </a:spcBef>
                        <a:spcAft>
                          <a:spcPts val="0"/>
                        </a:spcAft>
                        <a:buClr>
                          <a:srgbClr val="000000"/>
                        </a:buClr>
                        <a:buFont typeface="Arial"/>
                        <a:buNone/>
                      </a:pPr>
                      <a:r>
                        <a:rPr lang="en-US" sz="900" b="0" i="0" u="none" strike="noStrike" cap="none">
                          <a:solidFill>
                            <a:srgbClr val="334155"/>
                          </a:solidFill>
                          <a:latin typeface="Inter"/>
                          <a:ea typeface="Inter"/>
                          <a:sym typeface="Arial"/>
                        </a:rPr>
                        <a:t>63.32</a:t>
                      </a:r>
                    </a:p>
                  </a:txBody>
                  <a:tcPr anchor="ctr">
                    <a:lnL>
                      <a:noFill/>
                    </a:lnL>
                    <a:lnR>
                      <a:noFill/>
                    </a:lnR>
                    <a:lnT>
                      <a:noFill/>
                    </a:lnT>
                    <a:lnB>
                      <a:noFill/>
                    </a:lnB>
                    <a:solidFill>
                      <a:srgbClr val="FFFFFF"/>
                    </a:solidFill>
                  </a:tcPr>
                </a:tc>
                <a:extLst>
                  <a:ext uri="{0D108BD9-81ED-4DB2-BD59-A6C34878D82A}">
                    <a16:rowId xmlns:a16="http://schemas.microsoft.com/office/drawing/2014/main" val="2979851731"/>
                  </a:ext>
                </a:extLst>
              </a:tr>
              <a:tr h="262424">
                <a:tc>
                  <a:txBody>
                    <a:bodyPr/>
                    <a:lstStyle/>
                    <a:p>
                      <a:pPr marL="0" marR="0" lvl="0" indent="0" algn="l" rtl="0">
                        <a:lnSpc>
                          <a:spcPct val="100000"/>
                        </a:lnSpc>
                        <a:spcBef>
                          <a:spcPts val="0"/>
                        </a:spcBef>
                        <a:spcAft>
                          <a:spcPts val="0"/>
                        </a:spcAft>
                        <a:buClr>
                          <a:srgbClr val="000000"/>
                        </a:buClr>
                        <a:buFont typeface="Arial"/>
                        <a:buNone/>
                      </a:pPr>
                      <a:r>
                        <a:rPr lang="en-US" sz="900" b="1" i="0" u="none" strike="noStrike" cap="none">
                          <a:solidFill>
                            <a:srgbClr val="334155"/>
                          </a:solidFill>
                          <a:latin typeface="Inter"/>
                          <a:ea typeface="Inter"/>
                          <a:sym typeface="Arial"/>
                        </a:rPr>
                        <a:t>Robo Defender</a:t>
                      </a:r>
                    </a:p>
                  </a:txBody>
                  <a:tcPr anchor="ctr">
                    <a:lnL>
                      <a:noFill/>
                    </a:lnL>
                    <a:lnR>
                      <a:noFill/>
                    </a:lnR>
                    <a:lnT>
                      <a:noFill/>
                    </a:lnT>
                    <a:lnB>
                      <a:noFill/>
                    </a:lnB>
                    <a:solidFill>
                      <a:srgbClr val="FFFFFF"/>
                    </a:solidFill>
                  </a:tcPr>
                </a:tc>
                <a:tc>
                  <a:txBody>
                    <a:bodyPr/>
                    <a:lstStyle/>
                    <a:p>
                      <a:pPr marL="0" marR="0" lvl="0" indent="0" algn="l" rtl="0">
                        <a:lnSpc>
                          <a:spcPct val="100000"/>
                        </a:lnSpc>
                        <a:spcBef>
                          <a:spcPts val="0"/>
                        </a:spcBef>
                        <a:spcAft>
                          <a:spcPts val="0"/>
                        </a:spcAft>
                        <a:buClr>
                          <a:srgbClr val="000000"/>
                        </a:buClr>
                        <a:buFont typeface="Arial"/>
                        <a:buNone/>
                      </a:pPr>
                      <a:r>
                        <a:rPr lang="en-US" sz="900" b="1" i="0" u="none" strike="noStrike" cap="none">
                          <a:solidFill>
                            <a:schemeClr val="accent3">
                              <a:lumMod val="49000"/>
                            </a:schemeClr>
                          </a:solidFill>
                          <a:latin typeface="Inter"/>
                          <a:ea typeface="Inter"/>
                          <a:sym typeface="Arial"/>
                        </a:rPr>
                        <a:t>6.27K</a:t>
                      </a:r>
                    </a:p>
                  </a:txBody>
                  <a:tcPr anchor="ctr">
                    <a:lnL>
                      <a:noFill/>
                    </a:lnL>
                    <a:lnR>
                      <a:noFill/>
                    </a:lnR>
                    <a:lnT>
                      <a:noFill/>
                    </a:lnT>
                    <a:lnB>
                      <a:noFill/>
                    </a:lnB>
                    <a:solidFill>
                      <a:srgbClr val="FFFFFF"/>
                    </a:solidFill>
                  </a:tcPr>
                </a:tc>
                <a:tc>
                  <a:txBody>
                    <a:bodyPr/>
                    <a:lstStyle/>
                    <a:p>
                      <a:pPr marL="0" marR="0" lvl="0" indent="0" algn="l" rtl="0">
                        <a:lnSpc>
                          <a:spcPct val="100000"/>
                        </a:lnSpc>
                        <a:spcBef>
                          <a:spcPts val="0"/>
                        </a:spcBef>
                        <a:spcAft>
                          <a:spcPts val="0"/>
                        </a:spcAft>
                        <a:buClr>
                          <a:srgbClr val="000000"/>
                        </a:buClr>
                        <a:buFont typeface="Arial"/>
                        <a:buNone/>
                      </a:pPr>
                      <a:r>
                        <a:rPr lang="en-US" sz="900" b="0" i="0" u="none" strike="noStrike" cap="none">
                          <a:solidFill>
                            <a:srgbClr val="334155"/>
                          </a:solidFill>
                          <a:latin typeface="Inter"/>
                          <a:ea typeface="Inter"/>
                          <a:sym typeface="Arial"/>
                        </a:rPr>
                        <a:t>58.29K</a:t>
                      </a:r>
                    </a:p>
                  </a:txBody>
                  <a:tcPr anchor="ctr">
                    <a:lnL>
                      <a:noFill/>
                    </a:lnL>
                    <a:lnR>
                      <a:noFill/>
                    </a:lnR>
                    <a:lnT>
                      <a:noFill/>
                    </a:lnT>
                    <a:lnB>
                      <a:noFill/>
                    </a:lnB>
                    <a:solidFill>
                      <a:srgbClr val="FFFFFF"/>
                    </a:solidFill>
                  </a:tcPr>
                </a:tc>
                <a:tc>
                  <a:txBody>
                    <a:bodyPr/>
                    <a:lstStyle/>
                    <a:p>
                      <a:pPr marL="0" marR="0" lvl="0" indent="0" algn="l" rtl="0">
                        <a:lnSpc>
                          <a:spcPct val="100000"/>
                        </a:lnSpc>
                        <a:spcBef>
                          <a:spcPts val="0"/>
                        </a:spcBef>
                        <a:spcAft>
                          <a:spcPts val="0"/>
                        </a:spcAft>
                        <a:buClr>
                          <a:srgbClr val="000000"/>
                        </a:buClr>
                        <a:buFont typeface="Arial"/>
                        <a:buNone/>
                      </a:pPr>
                      <a:r>
                        <a:rPr lang="en-US" sz="900" b="0" i="0" u="none" strike="noStrike" cap="none">
                          <a:solidFill>
                            <a:srgbClr val="334155"/>
                          </a:solidFill>
                          <a:latin typeface="Inter"/>
                          <a:ea typeface="Inter"/>
                          <a:sym typeface="Arial"/>
                        </a:rPr>
                        <a:t>₹5.01M</a:t>
                      </a:r>
                    </a:p>
                  </a:txBody>
                  <a:tcPr anchor="ctr">
                    <a:lnL>
                      <a:noFill/>
                    </a:lnL>
                    <a:lnR>
                      <a:noFill/>
                    </a:lnR>
                    <a:lnT>
                      <a:noFill/>
                    </a:lnT>
                    <a:lnB>
                      <a:noFill/>
                    </a:lnB>
                    <a:solidFill>
                      <a:srgbClr val="FFFFFF"/>
                    </a:solidFill>
                  </a:tcPr>
                </a:tc>
                <a:tc>
                  <a:txBody>
                    <a:bodyPr/>
                    <a:lstStyle/>
                    <a:p>
                      <a:pPr marL="0" marR="0" lvl="0" indent="0" algn="l" rtl="0">
                        <a:lnSpc>
                          <a:spcPct val="100000"/>
                        </a:lnSpc>
                        <a:spcBef>
                          <a:spcPts val="0"/>
                        </a:spcBef>
                        <a:spcAft>
                          <a:spcPts val="0"/>
                        </a:spcAft>
                        <a:buClr>
                          <a:srgbClr val="000000"/>
                        </a:buClr>
                        <a:buFont typeface="Arial"/>
                        <a:buNone/>
                      </a:pPr>
                      <a:r>
                        <a:rPr lang="en-US" sz="900" b="0" i="0" u="none" strike="noStrike" cap="none">
                          <a:solidFill>
                            <a:srgbClr val="334155"/>
                          </a:solidFill>
                          <a:latin typeface="Inter"/>
                          <a:ea typeface="Inter"/>
                          <a:sym typeface="Arial"/>
                        </a:rPr>
                        <a:t>56.61</a:t>
                      </a:r>
                    </a:p>
                  </a:txBody>
                  <a:tcPr anchor="ctr">
                    <a:lnL>
                      <a:noFill/>
                    </a:lnL>
                    <a:lnR>
                      <a:noFill/>
                    </a:lnR>
                    <a:lnT>
                      <a:noFill/>
                    </a:lnT>
                    <a:lnB>
                      <a:noFill/>
                    </a:lnB>
                    <a:solidFill>
                      <a:srgbClr val="FFFFFF"/>
                    </a:solidFill>
                  </a:tcPr>
                </a:tc>
                <a:extLst>
                  <a:ext uri="{0D108BD9-81ED-4DB2-BD59-A6C34878D82A}">
                    <a16:rowId xmlns:a16="http://schemas.microsoft.com/office/drawing/2014/main" val="423417150"/>
                  </a:ext>
                </a:extLst>
              </a:tr>
              <a:tr h="262424">
                <a:tc>
                  <a:txBody>
                    <a:bodyPr/>
                    <a:lstStyle/>
                    <a:p>
                      <a:pPr marL="0" marR="0" lvl="0" indent="0" algn="l" rtl="0">
                        <a:lnSpc>
                          <a:spcPct val="100000"/>
                        </a:lnSpc>
                        <a:spcBef>
                          <a:spcPts val="0"/>
                        </a:spcBef>
                        <a:spcAft>
                          <a:spcPts val="0"/>
                        </a:spcAft>
                        <a:buClr>
                          <a:srgbClr val="000000"/>
                        </a:buClr>
                        <a:buFont typeface="Arial"/>
                        <a:buNone/>
                      </a:pPr>
                      <a:r>
                        <a:rPr lang="en-US" sz="900" b="1" i="0" u="none" strike="noStrike" cap="none" err="1">
                          <a:solidFill>
                            <a:srgbClr val="334155"/>
                          </a:solidFill>
                          <a:latin typeface="Inter"/>
                          <a:ea typeface="Inter"/>
                          <a:sym typeface="Arial"/>
                        </a:rPr>
                        <a:t>SuperHero</a:t>
                      </a:r>
                      <a:r>
                        <a:rPr lang="en-US" sz="900" b="1" i="0" u="none" strike="noStrike" cap="none">
                          <a:solidFill>
                            <a:srgbClr val="334155"/>
                          </a:solidFill>
                          <a:latin typeface="Inter"/>
                          <a:ea typeface="Inter"/>
                          <a:sym typeface="Arial"/>
                        </a:rPr>
                        <a:t> Warrior</a:t>
                      </a:r>
                    </a:p>
                  </a:txBody>
                  <a:tcPr anchor="ctr">
                    <a:lnL>
                      <a:noFill/>
                    </a:lnL>
                    <a:lnR>
                      <a:noFill/>
                    </a:lnR>
                    <a:lnT>
                      <a:noFill/>
                    </a:lnT>
                    <a:lnB>
                      <a:noFill/>
                    </a:lnB>
                    <a:solidFill>
                      <a:srgbClr val="FFFFFF"/>
                    </a:solidFill>
                  </a:tcPr>
                </a:tc>
                <a:tc>
                  <a:txBody>
                    <a:bodyPr/>
                    <a:lstStyle/>
                    <a:p>
                      <a:pPr marL="0" marR="0" lvl="0" indent="0" algn="l" rtl="0">
                        <a:lnSpc>
                          <a:spcPct val="100000"/>
                        </a:lnSpc>
                        <a:spcBef>
                          <a:spcPts val="0"/>
                        </a:spcBef>
                        <a:spcAft>
                          <a:spcPts val="0"/>
                        </a:spcAft>
                        <a:buClr>
                          <a:srgbClr val="000000"/>
                        </a:buClr>
                        <a:buFont typeface="Arial"/>
                        <a:buNone/>
                      </a:pPr>
                      <a:r>
                        <a:rPr lang="en-US" sz="900" b="1" i="0" u="none" strike="noStrike" cap="none">
                          <a:solidFill>
                            <a:schemeClr val="accent3">
                              <a:lumMod val="49000"/>
                            </a:schemeClr>
                          </a:solidFill>
                          <a:latin typeface="Inter"/>
                          <a:ea typeface="Inter"/>
                          <a:sym typeface="Arial"/>
                        </a:rPr>
                        <a:t>5.83K</a:t>
                      </a:r>
                    </a:p>
                  </a:txBody>
                  <a:tcPr anchor="ctr">
                    <a:lnL>
                      <a:noFill/>
                    </a:lnL>
                    <a:lnR>
                      <a:noFill/>
                    </a:lnR>
                    <a:lnT>
                      <a:noFill/>
                    </a:lnT>
                    <a:lnB>
                      <a:noFill/>
                    </a:lnB>
                    <a:solidFill>
                      <a:srgbClr val="FFFFFF"/>
                    </a:solidFill>
                  </a:tcPr>
                </a:tc>
                <a:tc>
                  <a:txBody>
                    <a:bodyPr/>
                    <a:lstStyle/>
                    <a:p>
                      <a:pPr marL="0" marR="0" lvl="0" indent="0" algn="l" rtl="0">
                        <a:lnSpc>
                          <a:spcPct val="100000"/>
                        </a:lnSpc>
                        <a:spcBef>
                          <a:spcPts val="0"/>
                        </a:spcBef>
                        <a:spcAft>
                          <a:spcPts val="0"/>
                        </a:spcAft>
                        <a:buClr>
                          <a:srgbClr val="000000"/>
                        </a:buClr>
                        <a:buFont typeface="Arial"/>
                        <a:buNone/>
                      </a:pPr>
                      <a:r>
                        <a:rPr lang="en-US" sz="900" b="0" i="0" u="none" strike="noStrike" cap="none">
                          <a:solidFill>
                            <a:srgbClr val="334155"/>
                          </a:solidFill>
                          <a:latin typeface="Inter"/>
                          <a:ea typeface="Inter"/>
                          <a:sym typeface="Arial"/>
                        </a:rPr>
                        <a:t>52.45K</a:t>
                      </a:r>
                    </a:p>
                  </a:txBody>
                  <a:tcPr anchor="ctr">
                    <a:lnL>
                      <a:noFill/>
                    </a:lnL>
                    <a:lnR>
                      <a:noFill/>
                    </a:lnR>
                    <a:lnT>
                      <a:noFill/>
                    </a:lnT>
                    <a:lnB>
                      <a:noFill/>
                    </a:lnB>
                    <a:solidFill>
                      <a:srgbClr val="FFFFFF"/>
                    </a:solidFill>
                  </a:tcPr>
                </a:tc>
                <a:tc>
                  <a:txBody>
                    <a:bodyPr/>
                    <a:lstStyle/>
                    <a:p>
                      <a:pPr marL="0" marR="0" lvl="0" indent="0" algn="l" rtl="0">
                        <a:lnSpc>
                          <a:spcPct val="100000"/>
                        </a:lnSpc>
                        <a:spcBef>
                          <a:spcPts val="0"/>
                        </a:spcBef>
                        <a:spcAft>
                          <a:spcPts val="0"/>
                        </a:spcAft>
                        <a:buClr>
                          <a:srgbClr val="000000"/>
                        </a:buClr>
                        <a:buFont typeface="Arial"/>
                        <a:buNone/>
                      </a:pPr>
                      <a:r>
                        <a:rPr lang="en-US" sz="900" b="0" i="0" u="none" strike="noStrike" cap="none">
                          <a:solidFill>
                            <a:srgbClr val="334155"/>
                          </a:solidFill>
                          <a:latin typeface="Inter"/>
                          <a:ea typeface="Inter"/>
                          <a:sym typeface="Arial"/>
                        </a:rPr>
                        <a:t>₹4.08M</a:t>
                      </a:r>
                    </a:p>
                  </a:txBody>
                  <a:tcPr anchor="ctr">
                    <a:lnL>
                      <a:noFill/>
                    </a:lnL>
                    <a:lnR>
                      <a:noFill/>
                    </a:lnR>
                    <a:lnT>
                      <a:noFill/>
                    </a:lnT>
                    <a:lnB>
                      <a:noFill/>
                    </a:lnB>
                    <a:solidFill>
                      <a:srgbClr val="FFFFFF"/>
                    </a:solidFill>
                  </a:tcPr>
                </a:tc>
                <a:tc>
                  <a:txBody>
                    <a:bodyPr/>
                    <a:lstStyle/>
                    <a:p>
                      <a:pPr marL="0" marR="0" lvl="0" indent="0" algn="l" rtl="0">
                        <a:lnSpc>
                          <a:spcPct val="100000"/>
                        </a:lnSpc>
                        <a:spcBef>
                          <a:spcPts val="0"/>
                        </a:spcBef>
                        <a:spcAft>
                          <a:spcPts val="0"/>
                        </a:spcAft>
                        <a:buClr>
                          <a:srgbClr val="000000"/>
                        </a:buClr>
                        <a:buFont typeface="Arial"/>
                        <a:buNone/>
                      </a:pPr>
                      <a:r>
                        <a:rPr lang="en-US" sz="900" b="0" i="0" u="none" strike="noStrike" cap="none">
                          <a:solidFill>
                            <a:srgbClr val="334155"/>
                          </a:solidFill>
                          <a:latin typeface="Inter"/>
                          <a:ea typeface="Inter"/>
                          <a:sym typeface="Arial"/>
                        </a:rPr>
                        <a:t>52.49</a:t>
                      </a:r>
                    </a:p>
                  </a:txBody>
                  <a:tcPr anchor="ctr">
                    <a:lnL>
                      <a:noFill/>
                    </a:lnL>
                    <a:lnR>
                      <a:noFill/>
                    </a:lnR>
                    <a:lnT>
                      <a:noFill/>
                    </a:lnT>
                    <a:lnB>
                      <a:noFill/>
                    </a:lnB>
                    <a:solidFill>
                      <a:srgbClr val="FFFFFF"/>
                    </a:solidFill>
                  </a:tcPr>
                </a:tc>
                <a:extLst>
                  <a:ext uri="{0D108BD9-81ED-4DB2-BD59-A6C34878D82A}">
                    <a16:rowId xmlns:a16="http://schemas.microsoft.com/office/drawing/2014/main" val="2301033888"/>
                  </a:ext>
                </a:extLst>
              </a:tr>
              <a:tr h="262424">
                <a:tc>
                  <a:txBody>
                    <a:bodyPr/>
                    <a:lstStyle/>
                    <a:p>
                      <a:pPr marL="0" marR="0" lvl="0" indent="0" algn="l" rtl="0">
                        <a:lnSpc>
                          <a:spcPct val="100000"/>
                        </a:lnSpc>
                        <a:spcBef>
                          <a:spcPts val="0"/>
                        </a:spcBef>
                        <a:spcAft>
                          <a:spcPts val="0"/>
                        </a:spcAft>
                        <a:buClr>
                          <a:srgbClr val="000000"/>
                        </a:buClr>
                        <a:buFont typeface="Arial"/>
                        <a:buNone/>
                      </a:pPr>
                      <a:r>
                        <a:rPr lang="en-US" sz="900" b="1" i="0" u="none" strike="noStrike" cap="none">
                          <a:solidFill>
                            <a:srgbClr val="334155"/>
                          </a:solidFill>
                          <a:latin typeface="Inter"/>
                          <a:ea typeface="Inter"/>
                          <a:sym typeface="Arial"/>
                        </a:rPr>
                        <a:t>Jigsaw Puzzle 500</a:t>
                      </a:r>
                    </a:p>
                  </a:txBody>
                  <a:tcPr anchor="ctr">
                    <a:lnL>
                      <a:noFill/>
                    </a:lnL>
                    <a:lnR>
                      <a:noFill/>
                    </a:lnR>
                    <a:lnT>
                      <a:noFill/>
                    </a:lnT>
                    <a:lnB>
                      <a:noFill/>
                    </a:lnB>
                    <a:solidFill>
                      <a:srgbClr val="FFFFFF"/>
                    </a:solidFill>
                  </a:tcPr>
                </a:tc>
                <a:tc>
                  <a:txBody>
                    <a:bodyPr/>
                    <a:lstStyle/>
                    <a:p>
                      <a:pPr marL="0" marR="0" lvl="0" indent="0" algn="l" rtl="0">
                        <a:lnSpc>
                          <a:spcPct val="100000"/>
                        </a:lnSpc>
                        <a:spcBef>
                          <a:spcPts val="0"/>
                        </a:spcBef>
                        <a:spcAft>
                          <a:spcPts val="0"/>
                        </a:spcAft>
                        <a:buClr>
                          <a:srgbClr val="000000"/>
                        </a:buClr>
                        <a:buFont typeface="Arial"/>
                        <a:buNone/>
                      </a:pPr>
                      <a:r>
                        <a:rPr lang="en-US" sz="900" b="0" i="0" u="none" strike="noStrike" cap="none">
                          <a:solidFill>
                            <a:srgbClr val="334155"/>
                          </a:solidFill>
                          <a:latin typeface="Inter"/>
                          <a:ea typeface="Inter"/>
                          <a:sym typeface="Arial"/>
                        </a:rPr>
                        <a:t>4.90K</a:t>
                      </a:r>
                    </a:p>
                  </a:txBody>
                  <a:tcPr anchor="ctr">
                    <a:lnL>
                      <a:noFill/>
                    </a:lnL>
                    <a:lnR>
                      <a:noFill/>
                    </a:lnR>
                    <a:lnT>
                      <a:noFill/>
                    </a:lnT>
                    <a:lnB>
                      <a:noFill/>
                    </a:lnB>
                    <a:solidFill>
                      <a:srgbClr val="FFFFFF"/>
                    </a:solidFill>
                  </a:tcPr>
                </a:tc>
                <a:tc>
                  <a:txBody>
                    <a:bodyPr/>
                    <a:lstStyle/>
                    <a:p>
                      <a:pPr marL="0" marR="0" lvl="0" indent="0" algn="l" rtl="0">
                        <a:lnSpc>
                          <a:spcPct val="100000"/>
                        </a:lnSpc>
                        <a:spcBef>
                          <a:spcPts val="0"/>
                        </a:spcBef>
                        <a:spcAft>
                          <a:spcPts val="0"/>
                        </a:spcAft>
                        <a:buClr>
                          <a:srgbClr val="000000"/>
                        </a:buClr>
                        <a:buFont typeface="Arial"/>
                        <a:buNone/>
                      </a:pPr>
                      <a:r>
                        <a:rPr lang="en-US" sz="900" b="0" i="0" u="none" strike="noStrike" cap="none">
                          <a:solidFill>
                            <a:srgbClr val="334155"/>
                          </a:solidFill>
                          <a:latin typeface="Inter"/>
                          <a:ea typeface="Inter"/>
                          <a:sym typeface="Arial"/>
                        </a:rPr>
                        <a:t>62.69K</a:t>
                      </a:r>
                    </a:p>
                  </a:txBody>
                  <a:tcPr anchor="ctr">
                    <a:lnL>
                      <a:noFill/>
                    </a:lnL>
                    <a:lnR>
                      <a:noFill/>
                    </a:lnR>
                    <a:lnT>
                      <a:noFill/>
                    </a:lnT>
                    <a:lnB>
                      <a:noFill/>
                    </a:lnB>
                    <a:solidFill>
                      <a:srgbClr val="FFFFFF"/>
                    </a:solidFill>
                  </a:tcPr>
                </a:tc>
                <a:tc>
                  <a:txBody>
                    <a:bodyPr/>
                    <a:lstStyle/>
                    <a:p>
                      <a:pPr marL="0" marR="0" lvl="0" indent="0" algn="l" rtl="0">
                        <a:lnSpc>
                          <a:spcPct val="100000"/>
                        </a:lnSpc>
                        <a:spcBef>
                          <a:spcPts val="0"/>
                        </a:spcBef>
                        <a:spcAft>
                          <a:spcPts val="0"/>
                        </a:spcAft>
                        <a:buClr>
                          <a:srgbClr val="000000"/>
                        </a:buClr>
                        <a:buFont typeface="Arial"/>
                        <a:buNone/>
                      </a:pPr>
                      <a:r>
                        <a:rPr lang="en-US" sz="900" b="0" i="0" u="none" strike="noStrike" cap="none">
                          <a:solidFill>
                            <a:srgbClr val="334155"/>
                          </a:solidFill>
                          <a:latin typeface="Inter"/>
                          <a:ea typeface="Inter"/>
                          <a:sym typeface="Arial"/>
                        </a:rPr>
                        <a:t>₹2.20M</a:t>
                      </a:r>
                    </a:p>
                  </a:txBody>
                  <a:tcPr anchor="ctr">
                    <a:lnL>
                      <a:noFill/>
                    </a:lnL>
                    <a:lnR>
                      <a:noFill/>
                    </a:lnR>
                    <a:lnT>
                      <a:noFill/>
                    </a:lnT>
                    <a:lnB>
                      <a:noFill/>
                    </a:lnB>
                    <a:solidFill>
                      <a:srgbClr val="FFFFFF"/>
                    </a:solidFill>
                  </a:tcPr>
                </a:tc>
                <a:tc>
                  <a:txBody>
                    <a:bodyPr/>
                    <a:lstStyle/>
                    <a:p>
                      <a:pPr marL="0" marR="0" lvl="0" indent="0" algn="l" rtl="0">
                        <a:lnSpc>
                          <a:spcPct val="100000"/>
                        </a:lnSpc>
                        <a:spcBef>
                          <a:spcPts val="0"/>
                        </a:spcBef>
                        <a:spcAft>
                          <a:spcPts val="0"/>
                        </a:spcAft>
                        <a:buClr>
                          <a:srgbClr val="000000"/>
                        </a:buClr>
                        <a:buFont typeface="Arial"/>
                        <a:buNone/>
                      </a:pPr>
                      <a:r>
                        <a:rPr lang="en-US" sz="900" b="0" i="0" u="none" strike="noStrike" cap="none">
                          <a:solidFill>
                            <a:srgbClr val="334155"/>
                          </a:solidFill>
                          <a:latin typeface="Inter"/>
                          <a:ea typeface="Inter"/>
                          <a:sym typeface="Arial"/>
                        </a:rPr>
                        <a:t>43.88</a:t>
                      </a:r>
                    </a:p>
                  </a:txBody>
                  <a:tcPr anchor="ctr">
                    <a:lnL>
                      <a:noFill/>
                    </a:lnL>
                    <a:lnR>
                      <a:noFill/>
                    </a:lnR>
                    <a:lnT>
                      <a:noFill/>
                    </a:lnT>
                    <a:lnB>
                      <a:noFill/>
                    </a:lnB>
                    <a:solidFill>
                      <a:srgbClr val="FFFFFF"/>
                    </a:solidFill>
                  </a:tcPr>
                </a:tc>
                <a:extLst>
                  <a:ext uri="{0D108BD9-81ED-4DB2-BD59-A6C34878D82A}">
                    <a16:rowId xmlns:a16="http://schemas.microsoft.com/office/drawing/2014/main" val="963883764"/>
                  </a:ext>
                </a:extLst>
              </a:tr>
              <a:tr h="262424">
                <a:tc>
                  <a:txBody>
                    <a:bodyPr/>
                    <a:lstStyle/>
                    <a:p>
                      <a:pPr marL="0" marR="0" lvl="0" indent="0" algn="l" rtl="0">
                        <a:lnSpc>
                          <a:spcPct val="100000"/>
                        </a:lnSpc>
                        <a:spcBef>
                          <a:spcPts val="0"/>
                        </a:spcBef>
                        <a:spcAft>
                          <a:spcPts val="0"/>
                        </a:spcAft>
                        <a:buClr>
                          <a:srgbClr val="000000"/>
                        </a:buClr>
                        <a:buFont typeface="Arial"/>
                        <a:buNone/>
                      </a:pPr>
                      <a:r>
                        <a:rPr lang="en-US" sz="900" b="1" i="0" u="none" strike="noStrike" cap="none">
                          <a:solidFill>
                            <a:srgbClr val="334155"/>
                          </a:solidFill>
                          <a:latin typeface="Inter"/>
                          <a:ea typeface="Inter"/>
                          <a:sym typeface="Arial"/>
                        </a:rPr>
                        <a:t>Monopoly Classic</a:t>
                      </a:r>
                    </a:p>
                  </a:txBody>
                  <a:tcPr anchor="ctr">
                    <a:lnL>
                      <a:noFill/>
                    </a:lnL>
                    <a:lnR>
                      <a:noFill/>
                    </a:lnR>
                    <a:lnT>
                      <a:noFill/>
                    </a:lnT>
                    <a:lnB>
                      <a:noFill/>
                    </a:lnB>
                    <a:solidFill>
                      <a:srgbClr val="FFFFFF"/>
                    </a:solidFill>
                  </a:tcPr>
                </a:tc>
                <a:tc>
                  <a:txBody>
                    <a:bodyPr/>
                    <a:lstStyle/>
                    <a:p>
                      <a:pPr marL="0" marR="0" lvl="0" indent="0" algn="l" rtl="0">
                        <a:lnSpc>
                          <a:spcPct val="100000"/>
                        </a:lnSpc>
                        <a:spcBef>
                          <a:spcPts val="0"/>
                        </a:spcBef>
                        <a:spcAft>
                          <a:spcPts val="0"/>
                        </a:spcAft>
                        <a:buClr>
                          <a:srgbClr val="000000"/>
                        </a:buClr>
                        <a:buFont typeface="Arial"/>
                        <a:buNone/>
                      </a:pPr>
                      <a:r>
                        <a:rPr lang="en-US" sz="900" b="0" i="0" u="none" strike="noStrike" cap="none">
                          <a:solidFill>
                            <a:srgbClr val="334155"/>
                          </a:solidFill>
                          <a:latin typeface="Inter"/>
                          <a:ea typeface="Inter"/>
                          <a:sym typeface="Arial"/>
                        </a:rPr>
                        <a:t>4.80K</a:t>
                      </a:r>
                    </a:p>
                  </a:txBody>
                  <a:tcPr anchor="ctr">
                    <a:lnL>
                      <a:noFill/>
                    </a:lnL>
                    <a:lnR>
                      <a:noFill/>
                    </a:lnR>
                    <a:lnT>
                      <a:noFill/>
                    </a:lnT>
                    <a:lnB>
                      <a:noFill/>
                    </a:lnB>
                    <a:solidFill>
                      <a:srgbClr val="FFFFFF"/>
                    </a:solidFill>
                  </a:tcPr>
                </a:tc>
                <a:tc>
                  <a:txBody>
                    <a:bodyPr/>
                    <a:lstStyle/>
                    <a:p>
                      <a:pPr marL="0" marR="0" lvl="0" indent="0" algn="l" rtl="0">
                        <a:lnSpc>
                          <a:spcPct val="100000"/>
                        </a:lnSpc>
                        <a:spcBef>
                          <a:spcPts val="0"/>
                        </a:spcBef>
                        <a:spcAft>
                          <a:spcPts val="0"/>
                        </a:spcAft>
                        <a:buClr>
                          <a:srgbClr val="000000"/>
                        </a:buClr>
                        <a:buFont typeface="Arial"/>
                        <a:buNone/>
                      </a:pPr>
                      <a:r>
                        <a:rPr lang="en-US" sz="900" b="0" i="0" u="none" strike="noStrike" cap="none">
                          <a:solidFill>
                            <a:srgbClr val="334155"/>
                          </a:solidFill>
                          <a:latin typeface="Inter"/>
                          <a:ea typeface="Inter"/>
                          <a:sym typeface="Arial"/>
                        </a:rPr>
                        <a:t>62.71K</a:t>
                      </a:r>
                    </a:p>
                  </a:txBody>
                  <a:tcPr anchor="ctr">
                    <a:lnL>
                      <a:noFill/>
                    </a:lnL>
                    <a:lnR>
                      <a:noFill/>
                    </a:lnR>
                    <a:lnT>
                      <a:noFill/>
                    </a:lnT>
                    <a:lnB>
                      <a:noFill/>
                    </a:lnB>
                    <a:solidFill>
                      <a:srgbClr val="FFFFFF"/>
                    </a:solidFill>
                  </a:tcPr>
                </a:tc>
                <a:tc>
                  <a:txBody>
                    <a:bodyPr/>
                    <a:lstStyle/>
                    <a:p>
                      <a:pPr marL="0" marR="0" lvl="0" indent="0" algn="l" rtl="0">
                        <a:lnSpc>
                          <a:spcPct val="100000"/>
                        </a:lnSpc>
                        <a:spcBef>
                          <a:spcPts val="0"/>
                        </a:spcBef>
                        <a:spcAft>
                          <a:spcPts val="0"/>
                        </a:spcAft>
                        <a:buClr>
                          <a:srgbClr val="000000"/>
                        </a:buClr>
                        <a:buFont typeface="Arial"/>
                        <a:buNone/>
                      </a:pPr>
                      <a:r>
                        <a:rPr lang="en-US" sz="900" b="0" i="0" u="none" strike="noStrike" cap="none">
                          <a:solidFill>
                            <a:srgbClr val="334155"/>
                          </a:solidFill>
                          <a:latin typeface="Inter"/>
                          <a:ea typeface="Inter"/>
                          <a:sym typeface="Arial"/>
                        </a:rPr>
                        <a:t>₹4.80M</a:t>
                      </a:r>
                    </a:p>
                  </a:txBody>
                  <a:tcPr anchor="ctr">
                    <a:lnL>
                      <a:noFill/>
                    </a:lnL>
                    <a:lnR>
                      <a:noFill/>
                    </a:lnR>
                    <a:lnT>
                      <a:noFill/>
                    </a:lnT>
                    <a:lnB>
                      <a:noFill/>
                    </a:lnB>
                    <a:solidFill>
                      <a:srgbClr val="FFFFFF"/>
                    </a:solidFill>
                  </a:tcPr>
                </a:tc>
                <a:tc>
                  <a:txBody>
                    <a:bodyPr/>
                    <a:lstStyle/>
                    <a:p>
                      <a:pPr marL="0" marR="0" lvl="0" indent="0" algn="l" rtl="0">
                        <a:lnSpc>
                          <a:spcPct val="100000"/>
                        </a:lnSpc>
                        <a:spcBef>
                          <a:spcPts val="0"/>
                        </a:spcBef>
                        <a:spcAft>
                          <a:spcPts val="0"/>
                        </a:spcAft>
                        <a:buClr>
                          <a:srgbClr val="000000"/>
                        </a:buClr>
                        <a:buFont typeface="Arial"/>
                        <a:buNone/>
                      </a:pPr>
                      <a:r>
                        <a:rPr lang="en-US" sz="900" b="0" i="0" u="none" strike="noStrike" cap="none">
                          <a:solidFill>
                            <a:srgbClr val="334155"/>
                          </a:solidFill>
                          <a:latin typeface="Inter"/>
                          <a:ea typeface="Inter"/>
                          <a:sym typeface="Arial"/>
                        </a:rPr>
                        <a:t>42.56</a:t>
                      </a:r>
                    </a:p>
                  </a:txBody>
                  <a:tcPr anchor="ctr">
                    <a:lnL>
                      <a:noFill/>
                    </a:lnL>
                    <a:lnR>
                      <a:noFill/>
                    </a:lnR>
                    <a:lnT>
                      <a:noFill/>
                    </a:lnT>
                    <a:lnB>
                      <a:noFill/>
                    </a:lnB>
                    <a:solidFill>
                      <a:srgbClr val="FFFFFF"/>
                    </a:solidFill>
                  </a:tcPr>
                </a:tc>
                <a:extLst>
                  <a:ext uri="{0D108BD9-81ED-4DB2-BD59-A6C34878D82A}">
                    <a16:rowId xmlns:a16="http://schemas.microsoft.com/office/drawing/2014/main" val="903859716"/>
                  </a:ext>
                </a:extLst>
              </a:tr>
              <a:tr h="262424">
                <a:tc>
                  <a:txBody>
                    <a:bodyPr/>
                    <a:lstStyle/>
                    <a:p>
                      <a:pPr marL="0" marR="0" lvl="0" indent="0" algn="l" rtl="0">
                        <a:lnSpc>
                          <a:spcPct val="100000"/>
                        </a:lnSpc>
                        <a:spcBef>
                          <a:spcPts val="0"/>
                        </a:spcBef>
                        <a:spcAft>
                          <a:spcPts val="0"/>
                        </a:spcAft>
                        <a:buClr>
                          <a:srgbClr val="000000"/>
                        </a:buClr>
                        <a:buFont typeface="Arial"/>
                        <a:buNone/>
                      </a:pPr>
                      <a:r>
                        <a:rPr lang="en-US" sz="900" b="1" i="0" u="none" strike="noStrike" cap="none">
                          <a:solidFill>
                            <a:srgbClr val="334155"/>
                          </a:solidFill>
                          <a:latin typeface="Inter"/>
                          <a:ea typeface="Inter"/>
                          <a:sym typeface="Arial"/>
                        </a:rPr>
                        <a:t>Animal Puzzle</a:t>
                      </a:r>
                    </a:p>
                  </a:txBody>
                  <a:tcPr anchor="ctr">
                    <a:lnL>
                      <a:noFill/>
                    </a:lnL>
                    <a:lnR>
                      <a:noFill/>
                    </a:lnR>
                    <a:lnT>
                      <a:noFill/>
                    </a:lnT>
                    <a:lnB>
                      <a:noFill/>
                    </a:lnB>
                    <a:solidFill>
                      <a:srgbClr val="FFFFFF"/>
                    </a:solidFill>
                  </a:tcPr>
                </a:tc>
                <a:tc>
                  <a:txBody>
                    <a:bodyPr/>
                    <a:lstStyle/>
                    <a:p>
                      <a:pPr marL="0" marR="0" lvl="0" indent="0" algn="l" rtl="0">
                        <a:lnSpc>
                          <a:spcPct val="100000"/>
                        </a:lnSpc>
                        <a:spcBef>
                          <a:spcPts val="0"/>
                        </a:spcBef>
                        <a:spcAft>
                          <a:spcPts val="0"/>
                        </a:spcAft>
                        <a:buClr>
                          <a:srgbClr val="000000"/>
                        </a:buClr>
                        <a:buFont typeface="Arial"/>
                        <a:buNone/>
                      </a:pPr>
                      <a:r>
                        <a:rPr lang="en-US" sz="900" b="0" i="0" u="none" strike="noStrike" cap="none">
                          <a:solidFill>
                            <a:srgbClr val="334155"/>
                          </a:solidFill>
                          <a:latin typeface="Inter"/>
                          <a:ea typeface="Inter"/>
                          <a:sym typeface="Arial"/>
                        </a:rPr>
                        <a:t>4.69K</a:t>
                      </a:r>
                    </a:p>
                  </a:txBody>
                  <a:tcPr anchor="ctr">
                    <a:lnL>
                      <a:noFill/>
                    </a:lnL>
                    <a:lnR>
                      <a:noFill/>
                    </a:lnR>
                    <a:lnT>
                      <a:noFill/>
                    </a:lnT>
                    <a:lnB>
                      <a:noFill/>
                    </a:lnB>
                    <a:solidFill>
                      <a:srgbClr val="FFFFFF"/>
                    </a:solidFill>
                  </a:tcPr>
                </a:tc>
                <a:tc>
                  <a:txBody>
                    <a:bodyPr/>
                    <a:lstStyle/>
                    <a:p>
                      <a:pPr marL="0" marR="0" lvl="0" indent="0" algn="l" rtl="0">
                        <a:lnSpc>
                          <a:spcPct val="100000"/>
                        </a:lnSpc>
                        <a:spcBef>
                          <a:spcPts val="0"/>
                        </a:spcBef>
                        <a:spcAft>
                          <a:spcPts val="0"/>
                        </a:spcAft>
                        <a:buClr>
                          <a:srgbClr val="000000"/>
                        </a:buClr>
                        <a:buFont typeface="Arial"/>
                        <a:buNone/>
                      </a:pPr>
                      <a:r>
                        <a:rPr lang="en-US" sz="900" b="0" i="0" u="none" strike="noStrike" cap="none">
                          <a:solidFill>
                            <a:srgbClr val="334155"/>
                          </a:solidFill>
                          <a:latin typeface="Inter"/>
                          <a:ea typeface="Inter"/>
                          <a:sym typeface="Arial"/>
                        </a:rPr>
                        <a:t>60.66K</a:t>
                      </a:r>
                    </a:p>
                  </a:txBody>
                  <a:tcPr anchor="ctr">
                    <a:lnL>
                      <a:noFill/>
                    </a:lnL>
                    <a:lnR>
                      <a:noFill/>
                    </a:lnR>
                    <a:lnT>
                      <a:noFill/>
                    </a:lnT>
                    <a:lnB>
                      <a:noFill/>
                    </a:lnB>
                    <a:solidFill>
                      <a:srgbClr val="FFFFFF"/>
                    </a:solidFill>
                  </a:tcPr>
                </a:tc>
                <a:tc>
                  <a:txBody>
                    <a:bodyPr/>
                    <a:lstStyle/>
                    <a:p>
                      <a:pPr marL="0" marR="0" lvl="0" indent="0" algn="l" rtl="0">
                        <a:lnSpc>
                          <a:spcPct val="100000"/>
                        </a:lnSpc>
                        <a:spcBef>
                          <a:spcPts val="0"/>
                        </a:spcBef>
                        <a:spcAft>
                          <a:spcPts val="0"/>
                        </a:spcAft>
                        <a:buClr>
                          <a:srgbClr val="000000"/>
                        </a:buClr>
                        <a:buFont typeface="Arial"/>
                        <a:buNone/>
                      </a:pPr>
                      <a:r>
                        <a:rPr lang="en-US" sz="900" b="0" i="0" u="none" strike="noStrike" cap="none">
                          <a:solidFill>
                            <a:srgbClr val="334155"/>
                          </a:solidFill>
                          <a:latin typeface="Inter"/>
                          <a:ea typeface="Inter"/>
                          <a:sym typeface="Arial"/>
                        </a:rPr>
                        <a:t>₹1.87M</a:t>
                      </a:r>
                    </a:p>
                  </a:txBody>
                  <a:tcPr anchor="ctr">
                    <a:lnL>
                      <a:noFill/>
                    </a:lnL>
                    <a:lnR>
                      <a:noFill/>
                    </a:lnR>
                    <a:lnT>
                      <a:noFill/>
                    </a:lnT>
                    <a:lnB>
                      <a:noFill/>
                    </a:lnB>
                    <a:solidFill>
                      <a:srgbClr val="FFFFFF"/>
                    </a:solidFill>
                  </a:tcPr>
                </a:tc>
                <a:tc>
                  <a:txBody>
                    <a:bodyPr/>
                    <a:lstStyle/>
                    <a:p>
                      <a:pPr marL="0" marR="0" lvl="0" indent="0" algn="l" rtl="0">
                        <a:lnSpc>
                          <a:spcPct val="100000"/>
                        </a:lnSpc>
                        <a:spcBef>
                          <a:spcPts val="0"/>
                        </a:spcBef>
                        <a:spcAft>
                          <a:spcPts val="0"/>
                        </a:spcAft>
                        <a:buClr>
                          <a:srgbClr val="000000"/>
                        </a:buClr>
                        <a:buFont typeface="Arial"/>
                        <a:buNone/>
                      </a:pPr>
                      <a:r>
                        <a:rPr lang="en-US" sz="900" b="0" i="0" u="none" strike="noStrike" cap="none">
                          <a:solidFill>
                            <a:srgbClr val="334155"/>
                          </a:solidFill>
                          <a:latin typeface="Inter"/>
                          <a:ea typeface="Inter"/>
                          <a:sym typeface="Arial"/>
                        </a:rPr>
                        <a:t>43.28</a:t>
                      </a:r>
                    </a:p>
                  </a:txBody>
                  <a:tcPr anchor="ctr">
                    <a:lnL>
                      <a:noFill/>
                    </a:lnL>
                    <a:lnR>
                      <a:noFill/>
                    </a:lnR>
                    <a:lnT>
                      <a:noFill/>
                    </a:lnT>
                    <a:lnB>
                      <a:noFill/>
                    </a:lnB>
                    <a:solidFill>
                      <a:srgbClr val="FFFFFF"/>
                    </a:solidFill>
                  </a:tcPr>
                </a:tc>
                <a:extLst>
                  <a:ext uri="{0D108BD9-81ED-4DB2-BD59-A6C34878D82A}">
                    <a16:rowId xmlns:a16="http://schemas.microsoft.com/office/drawing/2014/main" val="3525558648"/>
                  </a:ext>
                </a:extLst>
              </a:tr>
              <a:tr h="262424">
                <a:tc>
                  <a:txBody>
                    <a:bodyPr/>
                    <a:lstStyle/>
                    <a:p>
                      <a:pPr marL="0" marR="0" lvl="0" indent="0" algn="l" rtl="0">
                        <a:lnSpc>
                          <a:spcPct val="100000"/>
                        </a:lnSpc>
                        <a:spcBef>
                          <a:spcPts val="0"/>
                        </a:spcBef>
                        <a:spcAft>
                          <a:spcPts val="0"/>
                        </a:spcAft>
                        <a:buClr>
                          <a:srgbClr val="000000"/>
                        </a:buClr>
                        <a:buFont typeface="Arial"/>
                        <a:buNone/>
                      </a:pPr>
                      <a:r>
                        <a:rPr lang="en-US" sz="900" b="1" i="0" u="none" strike="noStrike" cap="none">
                          <a:solidFill>
                            <a:srgbClr val="334155"/>
                          </a:solidFill>
                          <a:latin typeface="Inter"/>
                          <a:ea typeface="Inter"/>
                          <a:sym typeface="Arial"/>
                        </a:rPr>
                        <a:t>Adventure Puzzle</a:t>
                      </a:r>
                    </a:p>
                  </a:txBody>
                  <a:tcPr anchor="ctr">
                    <a:lnL>
                      <a:noFill/>
                    </a:lnL>
                    <a:lnR>
                      <a:noFill/>
                    </a:lnR>
                    <a:lnT>
                      <a:noFill/>
                    </a:lnT>
                    <a:lnB>
                      <a:noFill/>
                    </a:lnB>
                    <a:solidFill>
                      <a:srgbClr val="FFFFFF"/>
                    </a:solidFill>
                  </a:tcPr>
                </a:tc>
                <a:tc>
                  <a:txBody>
                    <a:bodyPr/>
                    <a:lstStyle/>
                    <a:p>
                      <a:pPr marL="0" marR="0" lvl="0" indent="0" algn="l" rtl="0">
                        <a:lnSpc>
                          <a:spcPct val="100000"/>
                        </a:lnSpc>
                        <a:spcBef>
                          <a:spcPts val="0"/>
                        </a:spcBef>
                        <a:spcAft>
                          <a:spcPts val="0"/>
                        </a:spcAft>
                        <a:buClr>
                          <a:srgbClr val="000000"/>
                        </a:buClr>
                        <a:buFont typeface="Arial"/>
                        <a:buNone/>
                      </a:pPr>
                      <a:r>
                        <a:rPr lang="en-US" sz="900" b="0" i="0" u="none" strike="noStrike" cap="none">
                          <a:solidFill>
                            <a:srgbClr val="334155"/>
                          </a:solidFill>
                          <a:latin typeface="Inter"/>
                          <a:ea typeface="Inter"/>
                          <a:sym typeface="Arial"/>
                        </a:rPr>
                        <a:t>4.68K</a:t>
                      </a:r>
                    </a:p>
                  </a:txBody>
                  <a:tcPr anchor="ctr">
                    <a:lnL>
                      <a:noFill/>
                    </a:lnL>
                    <a:lnR>
                      <a:noFill/>
                    </a:lnR>
                    <a:lnT>
                      <a:noFill/>
                    </a:lnT>
                    <a:lnB>
                      <a:noFill/>
                    </a:lnB>
                    <a:solidFill>
                      <a:srgbClr val="FFFFFF"/>
                    </a:solidFill>
                  </a:tcPr>
                </a:tc>
                <a:tc>
                  <a:txBody>
                    <a:bodyPr/>
                    <a:lstStyle/>
                    <a:p>
                      <a:pPr marL="0" marR="0" lvl="0" indent="0" algn="l" rtl="0">
                        <a:lnSpc>
                          <a:spcPct val="100000"/>
                        </a:lnSpc>
                        <a:spcBef>
                          <a:spcPts val="0"/>
                        </a:spcBef>
                        <a:spcAft>
                          <a:spcPts val="0"/>
                        </a:spcAft>
                        <a:buClr>
                          <a:srgbClr val="000000"/>
                        </a:buClr>
                        <a:buFont typeface="Arial"/>
                        <a:buNone/>
                      </a:pPr>
                      <a:r>
                        <a:rPr lang="en-US" sz="900" b="0" i="0" u="none" strike="noStrike" cap="none">
                          <a:solidFill>
                            <a:srgbClr val="334155"/>
                          </a:solidFill>
                          <a:latin typeface="Inter"/>
                          <a:ea typeface="Inter"/>
                          <a:sym typeface="Arial"/>
                        </a:rPr>
                        <a:t>57.90K</a:t>
                      </a:r>
                    </a:p>
                  </a:txBody>
                  <a:tcPr anchor="ctr">
                    <a:lnL>
                      <a:noFill/>
                    </a:lnL>
                    <a:lnR>
                      <a:noFill/>
                    </a:lnR>
                    <a:lnT>
                      <a:noFill/>
                    </a:lnT>
                    <a:lnB>
                      <a:noFill/>
                    </a:lnB>
                    <a:solidFill>
                      <a:srgbClr val="FFFFFF"/>
                    </a:solidFill>
                  </a:tcPr>
                </a:tc>
                <a:tc>
                  <a:txBody>
                    <a:bodyPr/>
                    <a:lstStyle/>
                    <a:p>
                      <a:pPr marL="0" marR="0" lvl="0" indent="0" algn="l" rtl="0">
                        <a:lnSpc>
                          <a:spcPct val="100000"/>
                        </a:lnSpc>
                        <a:spcBef>
                          <a:spcPts val="0"/>
                        </a:spcBef>
                        <a:spcAft>
                          <a:spcPts val="0"/>
                        </a:spcAft>
                        <a:buClr>
                          <a:srgbClr val="000000"/>
                        </a:buClr>
                        <a:buFont typeface="Arial"/>
                        <a:buNone/>
                      </a:pPr>
                      <a:r>
                        <a:rPr lang="en-US" sz="900" b="0" i="0" u="none" strike="noStrike" cap="none">
                          <a:solidFill>
                            <a:srgbClr val="334155"/>
                          </a:solidFill>
                          <a:latin typeface="Inter"/>
                          <a:ea typeface="Inter"/>
                          <a:sym typeface="Arial"/>
                        </a:rPr>
                        <a:t>₹2.34M</a:t>
                      </a:r>
                    </a:p>
                  </a:txBody>
                  <a:tcPr anchor="ctr">
                    <a:lnL>
                      <a:noFill/>
                    </a:lnL>
                    <a:lnR>
                      <a:noFill/>
                    </a:lnR>
                    <a:lnT>
                      <a:noFill/>
                    </a:lnT>
                    <a:lnB>
                      <a:noFill/>
                    </a:lnB>
                    <a:solidFill>
                      <a:srgbClr val="FFFFFF"/>
                    </a:solidFill>
                  </a:tcPr>
                </a:tc>
                <a:tc>
                  <a:txBody>
                    <a:bodyPr/>
                    <a:lstStyle/>
                    <a:p>
                      <a:pPr marL="0" marR="0" lvl="0" indent="0" algn="l" rtl="0">
                        <a:lnSpc>
                          <a:spcPct val="100000"/>
                        </a:lnSpc>
                        <a:spcBef>
                          <a:spcPts val="0"/>
                        </a:spcBef>
                        <a:spcAft>
                          <a:spcPts val="0"/>
                        </a:spcAft>
                        <a:buClr>
                          <a:srgbClr val="000000"/>
                        </a:buClr>
                        <a:buFont typeface="Arial"/>
                        <a:buNone/>
                      </a:pPr>
                      <a:r>
                        <a:rPr lang="en-US" sz="900" b="0" i="0" u="none" strike="noStrike" cap="none">
                          <a:solidFill>
                            <a:srgbClr val="334155"/>
                          </a:solidFill>
                          <a:latin typeface="Inter"/>
                          <a:ea typeface="Inter"/>
                          <a:sym typeface="Arial"/>
                        </a:rPr>
                        <a:t>42.76</a:t>
                      </a:r>
                    </a:p>
                  </a:txBody>
                  <a:tcPr anchor="ctr">
                    <a:lnL>
                      <a:noFill/>
                    </a:lnL>
                    <a:lnR>
                      <a:noFill/>
                    </a:lnR>
                    <a:lnT>
                      <a:noFill/>
                    </a:lnT>
                    <a:lnB>
                      <a:noFill/>
                    </a:lnB>
                    <a:solidFill>
                      <a:srgbClr val="FFFFFF"/>
                    </a:solidFill>
                  </a:tcPr>
                </a:tc>
                <a:extLst>
                  <a:ext uri="{0D108BD9-81ED-4DB2-BD59-A6C34878D82A}">
                    <a16:rowId xmlns:a16="http://schemas.microsoft.com/office/drawing/2014/main" val="4056369979"/>
                  </a:ext>
                </a:extLst>
              </a:tr>
              <a:tr h="262424">
                <a:tc>
                  <a:txBody>
                    <a:bodyPr/>
                    <a:lstStyle/>
                    <a:p>
                      <a:pPr marL="0" marR="0" lvl="0" indent="0" algn="l" rtl="0">
                        <a:lnSpc>
                          <a:spcPct val="100000"/>
                        </a:lnSpc>
                        <a:spcBef>
                          <a:spcPts val="0"/>
                        </a:spcBef>
                        <a:spcAft>
                          <a:spcPts val="0"/>
                        </a:spcAft>
                        <a:buClr>
                          <a:srgbClr val="000000"/>
                        </a:buClr>
                        <a:buFont typeface="Arial"/>
                        <a:buNone/>
                      </a:pPr>
                      <a:r>
                        <a:rPr lang="en-US" sz="900" b="1" i="0" u="none" strike="noStrike" cap="none">
                          <a:solidFill>
                            <a:srgbClr val="334155"/>
                          </a:solidFill>
                          <a:latin typeface="Inter"/>
                          <a:ea typeface="Inter"/>
                          <a:sym typeface="Arial"/>
                        </a:rPr>
                        <a:t>Family Ludo</a:t>
                      </a:r>
                    </a:p>
                  </a:txBody>
                  <a:tcPr anchor="ctr">
                    <a:lnL>
                      <a:noFill/>
                    </a:lnL>
                    <a:lnR>
                      <a:noFill/>
                    </a:lnR>
                    <a:lnT>
                      <a:noFill/>
                    </a:lnT>
                    <a:lnB>
                      <a:noFill/>
                    </a:lnB>
                    <a:solidFill>
                      <a:srgbClr val="FFFFFF"/>
                    </a:solidFill>
                  </a:tcPr>
                </a:tc>
                <a:tc>
                  <a:txBody>
                    <a:bodyPr/>
                    <a:lstStyle/>
                    <a:p>
                      <a:pPr marL="0" marR="0" lvl="0" indent="0" algn="l" rtl="0">
                        <a:lnSpc>
                          <a:spcPct val="100000"/>
                        </a:lnSpc>
                        <a:spcBef>
                          <a:spcPts val="0"/>
                        </a:spcBef>
                        <a:spcAft>
                          <a:spcPts val="0"/>
                        </a:spcAft>
                        <a:buClr>
                          <a:srgbClr val="000000"/>
                        </a:buClr>
                        <a:buFont typeface="Arial"/>
                        <a:buNone/>
                      </a:pPr>
                      <a:r>
                        <a:rPr lang="en-US" sz="900" b="1" i="0" u="none" strike="noStrike" cap="none">
                          <a:solidFill>
                            <a:srgbClr val="C00000"/>
                          </a:solidFill>
                          <a:latin typeface="Inter"/>
                          <a:ea typeface="Inter"/>
                          <a:sym typeface="Arial"/>
                        </a:rPr>
                        <a:t>4.62K</a:t>
                      </a:r>
                    </a:p>
                  </a:txBody>
                  <a:tcPr anchor="ctr">
                    <a:lnL>
                      <a:noFill/>
                    </a:lnL>
                    <a:lnR>
                      <a:noFill/>
                    </a:lnR>
                    <a:lnT>
                      <a:noFill/>
                    </a:lnT>
                    <a:lnB>
                      <a:noFill/>
                    </a:lnB>
                    <a:solidFill>
                      <a:srgbClr val="FFFFFF"/>
                    </a:solidFill>
                  </a:tcPr>
                </a:tc>
                <a:tc>
                  <a:txBody>
                    <a:bodyPr/>
                    <a:lstStyle/>
                    <a:p>
                      <a:pPr marL="0" marR="0" lvl="0" indent="0" algn="l" rtl="0">
                        <a:lnSpc>
                          <a:spcPct val="100000"/>
                        </a:lnSpc>
                        <a:spcBef>
                          <a:spcPts val="0"/>
                        </a:spcBef>
                        <a:spcAft>
                          <a:spcPts val="0"/>
                        </a:spcAft>
                        <a:buClr>
                          <a:srgbClr val="000000"/>
                        </a:buClr>
                        <a:buFont typeface="Arial"/>
                        <a:buNone/>
                      </a:pPr>
                      <a:r>
                        <a:rPr lang="en-US" sz="900" b="0" i="0" u="none" strike="noStrike" cap="none">
                          <a:solidFill>
                            <a:srgbClr val="334155"/>
                          </a:solidFill>
                          <a:latin typeface="Inter"/>
                          <a:ea typeface="Inter"/>
                          <a:sym typeface="Arial"/>
                        </a:rPr>
                        <a:t>61.64K</a:t>
                      </a:r>
                    </a:p>
                  </a:txBody>
                  <a:tcPr anchor="ctr">
                    <a:lnL>
                      <a:noFill/>
                    </a:lnL>
                    <a:lnR>
                      <a:noFill/>
                    </a:lnR>
                    <a:lnT>
                      <a:noFill/>
                    </a:lnT>
                    <a:lnB>
                      <a:noFill/>
                    </a:lnB>
                    <a:solidFill>
                      <a:srgbClr val="FFFFFF"/>
                    </a:solidFill>
                  </a:tcPr>
                </a:tc>
                <a:tc>
                  <a:txBody>
                    <a:bodyPr/>
                    <a:lstStyle/>
                    <a:p>
                      <a:pPr marL="0" marR="0" lvl="0" indent="0" algn="l" rtl="0">
                        <a:lnSpc>
                          <a:spcPct val="100000"/>
                        </a:lnSpc>
                        <a:spcBef>
                          <a:spcPts val="0"/>
                        </a:spcBef>
                        <a:spcAft>
                          <a:spcPts val="0"/>
                        </a:spcAft>
                        <a:buClr>
                          <a:srgbClr val="000000"/>
                        </a:buClr>
                        <a:buFont typeface="Arial"/>
                        <a:buNone/>
                      </a:pPr>
                      <a:r>
                        <a:rPr lang="en-US" sz="900" b="0" i="0" u="none" strike="noStrike" cap="none">
                          <a:solidFill>
                            <a:srgbClr val="334155"/>
                          </a:solidFill>
                          <a:latin typeface="Inter"/>
                          <a:ea typeface="Inter"/>
                          <a:sym typeface="Arial"/>
                        </a:rPr>
                        <a:t>₹1.38M</a:t>
                      </a:r>
                    </a:p>
                  </a:txBody>
                  <a:tcPr anchor="ctr">
                    <a:lnL>
                      <a:noFill/>
                    </a:lnL>
                    <a:lnR>
                      <a:noFill/>
                    </a:lnR>
                    <a:lnT>
                      <a:noFill/>
                    </a:lnT>
                    <a:lnB>
                      <a:noFill/>
                    </a:lnB>
                    <a:solidFill>
                      <a:srgbClr val="FFFFFF"/>
                    </a:solidFill>
                  </a:tcPr>
                </a:tc>
                <a:tc>
                  <a:txBody>
                    <a:bodyPr/>
                    <a:lstStyle/>
                    <a:p>
                      <a:pPr marL="0" marR="0" lvl="0" indent="0" algn="l" rtl="0">
                        <a:lnSpc>
                          <a:spcPct val="100000"/>
                        </a:lnSpc>
                        <a:spcBef>
                          <a:spcPts val="0"/>
                        </a:spcBef>
                        <a:spcAft>
                          <a:spcPts val="0"/>
                        </a:spcAft>
                        <a:buClr>
                          <a:srgbClr val="000000"/>
                        </a:buClr>
                        <a:buFont typeface="Arial"/>
                        <a:buNone/>
                      </a:pPr>
                      <a:r>
                        <a:rPr lang="en-US" sz="900" b="0" i="0" u="none" strike="noStrike" cap="none">
                          <a:solidFill>
                            <a:srgbClr val="334155"/>
                          </a:solidFill>
                          <a:latin typeface="Inter"/>
                          <a:ea typeface="Inter"/>
                          <a:sym typeface="Arial"/>
                        </a:rPr>
                        <a:t>40.48</a:t>
                      </a:r>
                    </a:p>
                  </a:txBody>
                  <a:tcPr anchor="ctr">
                    <a:lnL>
                      <a:noFill/>
                    </a:lnL>
                    <a:lnR>
                      <a:noFill/>
                    </a:lnR>
                    <a:lnT>
                      <a:noFill/>
                    </a:lnT>
                    <a:lnB>
                      <a:noFill/>
                    </a:lnB>
                    <a:solidFill>
                      <a:srgbClr val="FFFFFF"/>
                    </a:solidFill>
                  </a:tcPr>
                </a:tc>
                <a:extLst>
                  <a:ext uri="{0D108BD9-81ED-4DB2-BD59-A6C34878D82A}">
                    <a16:rowId xmlns:a16="http://schemas.microsoft.com/office/drawing/2014/main" val="3838205467"/>
                  </a:ext>
                </a:extLst>
              </a:tr>
              <a:tr h="262424">
                <a:tc>
                  <a:txBody>
                    <a:bodyPr/>
                    <a:lstStyle/>
                    <a:p>
                      <a:pPr marL="0" marR="0" lvl="0" indent="0" algn="l" rtl="0">
                        <a:lnSpc>
                          <a:spcPct val="100000"/>
                        </a:lnSpc>
                        <a:spcBef>
                          <a:spcPts val="0"/>
                        </a:spcBef>
                        <a:spcAft>
                          <a:spcPts val="0"/>
                        </a:spcAft>
                        <a:buClr>
                          <a:srgbClr val="000000"/>
                        </a:buClr>
                        <a:buFont typeface="Arial"/>
                        <a:buNone/>
                      </a:pPr>
                      <a:r>
                        <a:rPr lang="en-US" sz="900" b="1" i="0" u="none" strike="noStrike" cap="none">
                          <a:solidFill>
                            <a:srgbClr val="334155"/>
                          </a:solidFill>
                          <a:latin typeface="Inter"/>
                          <a:ea typeface="Inter"/>
                          <a:sym typeface="Arial"/>
                        </a:rPr>
                        <a:t>Chess Master</a:t>
                      </a:r>
                    </a:p>
                  </a:txBody>
                  <a:tcPr anchor="ctr">
                    <a:lnL>
                      <a:noFill/>
                    </a:lnL>
                    <a:lnR>
                      <a:noFill/>
                    </a:lnR>
                    <a:lnT>
                      <a:noFill/>
                    </a:lnT>
                    <a:lnB>
                      <a:noFill/>
                    </a:lnB>
                    <a:solidFill>
                      <a:srgbClr val="FFFFFF"/>
                    </a:solidFill>
                  </a:tcPr>
                </a:tc>
                <a:tc>
                  <a:txBody>
                    <a:bodyPr/>
                    <a:lstStyle/>
                    <a:p>
                      <a:pPr marL="0" marR="0" lvl="0" indent="0" algn="l" rtl="0">
                        <a:lnSpc>
                          <a:spcPct val="100000"/>
                        </a:lnSpc>
                        <a:spcBef>
                          <a:spcPts val="0"/>
                        </a:spcBef>
                        <a:spcAft>
                          <a:spcPts val="0"/>
                        </a:spcAft>
                        <a:buClr>
                          <a:srgbClr val="000000"/>
                        </a:buClr>
                        <a:buFont typeface="Arial"/>
                        <a:buNone/>
                      </a:pPr>
                      <a:r>
                        <a:rPr lang="en-US" sz="900" b="1" i="0" u="none" strike="noStrike" cap="none">
                          <a:solidFill>
                            <a:srgbClr val="C00000"/>
                          </a:solidFill>
                          <a:latin typeface="Inter"/>
                          <a:ea typeface="Inter"/>
                          <a:sym typeface="Arial"/>
                        </a:rPr>
                        <a:t>4.24K</a:t>
                      </a:r>
                    </a:p>
                  </a:txBody>
                  <a:tcPr anchor="ctr">
                    <a:lnL>
                      <a:noFill/>
                    </a:lnL>
                    <a:lnR>
                      <a:noFill/>
                    </a:lnR>
                    <a:lnT>
                      <a:noFill/>
                    </a:lnT>
                    <a:lnB>
                      <a:noFill/>
                    </a:lnB>
                    <a:solidFill>
                      <a:srgbClr val="FFFFFF"/>
                    </a:solidFill>
                  </a:tcPr>
                </a:tc>
                <a:tc>
                  <a:txBody>
                    <a:bodyPr/>
                    <a:lstStyle/>
                    <a:p>
                      <a:pPr marL="0" marR="0" lvl="0" indent="0" algn="l" rtl="0">
                        <a:lnSpc>
                          <a:spcPct val="100000"/>
                        </a:lnSpc>
                        <a:spcBef>
                          <a:spcPts val="0"/>
                        </a:spcBef>
                        <a:spcAft>
                          <a:spcPts val="0"/>
                        </a:spcAft>
                        <a:buClr>
                          <a:srgbClr val="000000"/>
                        </a:buClr>
                        <a:buFont typeface="Arial"/>
                        <a:buNone/>
                      </a:pPr>
                      <a:r>
                        <a:rPr lang="en-US" sz="900" b="0" i="0" u="none" strike="noStrike" cap="none">
                          <a:solidFill>
                            <a:srgbClr val="334155"/>
                          </a:solidFill>
                          <a:latin typeface="Inter"/>
                          <a:ea typeface="Inter"/>
                          <a:sym typeface="Arial"/>
                        </a:rPr>
                        <a:t>59.00K</a:t>
                      </a:r>
                    </a:p>
                  </a:txBody>
                  <a:tcPr anchor="ctr">
                    <a:lnL>
                      <a:noFill/>
                    </a:lnL>
                    <a:lnR>
                      <a:noFill/>
                    </a:lnR>
                    <a:lnT>
                      <a:noFill/>
                    </a:lnT>
                    <a:lnB>
                      <a:noFill/>
                    </a:lnB>
                    <a:solidFill>
                      <a:srgbClr val="FFFFFF"/>
                    </a:solidFill>
                  </a:tcPr>
                </a:tc>
                <a:tc>
                  <a:txBody>
                    <a:bodyPr/>
                    <a:lstStyle/>
                    <a:p>
                      <a:pPr marL="0" marR="0" lvl="0" indent="0" algn="l" rtl="0">
                        <a:lnSpc>
                          <a:spcPct val="100000"/>
                        </a:lnSpc>
                        <a:spcBef>
                          <a:spcPts val="0"/>
                        </a:spcBef>
                        <a:spcAft>
                          <a:spcPts val="0"/>
                        </a:spcAft>
                        <a:buClr>
                          <a:srgbClr val="000000"/>
                        </a:buClr>
                        <a:buFont typeface="Arial"/>
                        <a:buNone/>
                      </a:pPr>
                      <a:r>
                        <a:rPr lang="en-US" sz="900" b="0" i="0" u="none" strike="noStrike" cap="none">
                          <a:solidFill>
                            <a:srgbClr val="334155"/>
                          </a:solidFill>
                          <a:latin typeface="Inter"/>
                          <a:ea typeface="Inter"/>
                          <a:sym typeface="Arial"/>
                        </a:rPr>
                        <a:t>₹2.33M</a:t>
                      </a:r>
                    </a:p>
                  </a:txBody>
                  <a:tcPr anchor="ctr">
                    <a:lnL>
                      <a:noFill/>
                    </a:lnL>
                    <a:lnR>
                      <a:noFill/>
                    </a:lnR>
                    <a:lnT>
                      <a:noFill/>
                    </a:lnT>
                    <a:lnB>
                      <a:noFill/>
                    </a:lnB>
                    <a:solidFill>
                      <a:srgbClr val="FFFFFF"/>
                    </a:solidFill>
                  </a:tcPr>
                </a:tc>
                <a:tc>
                  <a:txBody>
                    <a:bodyPr/>
                    <a:lstStyle/>
                    <a:p>
                      <a:pPr marL="0" marR="0" lvl="0" indent="0" algn="l" rtl="0">
                        <a:lnSpc>
                          <a:spcPct val="100000"/>
                        </a:lnSpc>
                        <a:spcBef>
                          <a:spcPts val="0"/>
                        </a:spcBef>
                        <a:spcAft>
                          <a:spcPts val="0"/>
                        </a:spcAft>
                        <a:buClr>
                          <a:srgbClr val="000000"/>
                        </a:buClr>
                        <a:buFont typeface="Arial"/>
                        <a:buNone/>
                      </a:pPr>
                      <a:r>
                        <a:rPr lang="en-US" sz="900" b="0" i="0" u="none" strike="noStrike" cap="none">
                          <a:solidFill>
                            <a:srgbClr val="334155"/>
                          </a:solidFill>
                          <a:latin typeface="Inter"/>
                          <a:ea typeface="Inter"/>
                          <a:sym typeface="Arial"/>
                        </a:rPr>
                        <a:t>36.91</a:t>
                      </a:r>
                    </a:p>
                  </a:txBody>
                  <a:tcPr anchor="ctr">
                    <a:lnL>
                      <a:noFill/>
                    </a:lnL>
                    <a:lnR>
                      <a:noFill/>
                    </a:lnR>
                    <a:lnT>
                      <a:noFill/>
                    </a:lnT>
                    <a:lnB>
                      <a:noFill/>
                    </a:lnB>
                    <a:solidFill>
                      <a:srgbClr val="FFFFFF"/>
                    </a:solidFill>
                  </a:tcPr>
                </a:tc>
                <a:extLst>
                  <a:ext uri="{0D108BD9-81ED-4DB2-BD59-A6C34878D82A}">
                    <a16:rowId xmlns:a16="http://schemas.microsoft.com/office/drawing/2014/main" val="1241421892"/>
                  </a:ext>
                </a:extLst>
              </a:tr>
            </a:tbl>
          </a:graphicData>
        </a:graphic>
      </p:graphicFrame>
      <p:graphicFrame>
        <p:nvGraphicFramePr>
          <p:cNvPr id="4" name="Chart 3">
            <a:extLst>
              <a:ext uri="{FF2B5EF4-FFF2-40B4-BE49-F238E27FC236}">
                <a16:creationId xmlns:a16="http://schemas.microsoft.com/office/drawing/2014/main" id="{2177DCE7-679B-4787-B486-07FE79DE9A5B}"/>
              </a:ext>
              <a:ext uri="{147F2762-F138-4A5C-976F-8EAC2B608ADB}">
                <a16:predDERef xmlns:a16="http://schemas.microsoft.com/office/drawing/2014/main" pred="{0B9FFC37-8DE4-4EF0-AD6F-3456A5999F21}"/>
              </a:ext>
            </a:extLst>
          </p:cNvPr>
          <p:cNvGraphicFramePr>
            <a:graphicFrameLocks/>
          </p:cNvGraphicFramePr>
          <p:nvPr>
            <p:extLst>
              <p:ext uri="{D42A27DB-BD31-4B8C-83A1-F6EECF244321}">
                <p14:modId xmlns:p14="http://schemas.microsoft.com/office/powerpoint/2010/main" val="1397487733"/>
              </p:ext>
            </p:extLst>
          </p:nvPr>
        </p:nvGraphicFramePr>
        <p:xfrm>
          <a:off x="195981" y="1185233"/>
          <a:ext cx="7007704" cy="2843842"/>
        </p:xfrm>
        <a:graphic>
          <a:graphicData uri="http://schemas.openxmlformats.org/drawingml/2006/chart">
            <c:chart xmlns:c="http://schemas.openxmlformats.org/drawingml/2006/chart" xmlns:r="http://schemas.openxmlformats.org/officeDocument/2006/relationships" r:id="rId5"/>
          </a:graphicData>
        </a:graphic>
      </p:graphicFrame>
      <p:pic>
        <p:nvPicPr>
          <p:cNvPr id="3" name="Google Shape;349;p21" descr="image.png">
            <a:extLst>
              <a:ext uri="{FF2B5EF4-FFF2-40B4-BE49-F238E27FC236}">
                <a16:creationId xmlns:a16="http://schemas.microsoft.com/office/drawing/2014/main" id="{73F14177-06CF-E0F1-90CD-B3B1DF39BE7B}"/>
              </a:ext>
            </a:extLst>
          </p:cNvPr>
          <p:cNvPicPr preferRelativeResize="0"/>
          <p:nvPr/>
        </p:nvPicPr>
        <p:blipFill rotWithShape="1">
          <a:blip r:embed="rId6">
            <a:alphaModFix/>
          </a:blip>
          <a:srcRect/>
          <a:stretch/>
        </p:blipFill>
        <p:spPr>
          <a:xfrm>
            <a:off x="212090" y="4120558"/>
            <a:ext cx="3444456" cy="1981607"/>
          </a:xfrm>
          <a:prstGeom prst="rect">
            <a:avLst/>
          </a:prstGeom>
          <a:noFill/>
          <a:ln>
            <a:noFill/>
          </a:ln>
        </p:spPr>
      </p:pic>
      <p:pic>
        <p:nvPicPr>
          <p:cNvPr id="6" name="Google Shape;351;p21" descr="image.png">
            <a:extLst>
              <a:ext uri="{FF2B5EF4-FFF2-40B4-BE49-F238E27FC236}">
                <a16:creationId xmlns:a16="http://schemas.microsoft.com/office/drawing/2014/main" id="{56C8CFED-97DB-FCCE-63D7-20B82DD301CF}"/>
              </a:ext>
            </a:extLst>
          </p:cNvPr>
          <p:cNvPicPr preferRelativeResize="0"/>
          <p:nvPr/>
        </p:nvPicPr>
        <p:blipFill rotWithShape="1">
          <a:blip r:embed="rId7">
            <a:alphaModFix/>
          </a:blip>
          <a:srcRect/>
          <a:stretch/>
        </p:blipFill>
        <p:spPr>
          <a:xfrm>
            <a:off x="3727642" y="4123073"/>
            <a:ext cx="3820949" cy="1977390"/>
          </a:xfrm>
          <a:prstGeom prst="rect">
            <a:avLst/>
          </a:prstGeom>
          <a:noFill/>
          <a:ln>
            <a:noFill/>
          </a:ln>
        </p:spPr>
      </p:pic>
      <p:pic>
        <p:nvPicPr>
          <p:cNvPr id="8" name="Google Shape;352;p21" descr="image.png">
            <a:extLst>
              <a:ext uri="{FF2B5EF4-FFF2-40B4-BE49-F238E27FC236}">
                <a16:creationId xmlns:a16="http://schemas.microsoft.com/office/drawing/2014/main" id="{666690C2-9D9F-25C6-4B8A-E9AF29A2DF2C}"/>
              </a:ext>
            </a:extLst>
          </p:cNvPr>
          <p:cNvPicPr preferRelativeResize="0"/>
          <p:nvPr/>
        </p:nvPicPr>
        <p:blipFill rotWithShape="1">
          <a:blip r:embed="rId8">
            <a:alphaModFix/>
          </a:blip>
          <a:srcRect/>
          <a:stretch/>
        </p:blipFill>
        <p:spPr>
          <a:xfrm>
            <a:off x="7628147" y="4123073"/>
            <a:ext cx="4174250" cy="1977390"/>
          </a:xfrm>
          <a:prstGeom prst="rect">
            <a:avLst/>
          </a:prstGeom>
          <a:noFill/>
          <a:ln>
            <a:noFill/>
          </a:ln>
        </p:spPr>
      </p:pic>
      <p:sp>
        <p:nvSpPr>
          <p:cNvPr id="10" name="Google Shape;361;p21">
            <a:extLst>
              <a:ext uri="{FF2B5EF4-FFF2-40B4-BE49-F238E27FC236}">
                <a16:creationId xmlns:a16="http://schemas.microsoft.com/office/drawing/2014/main" id="{3D840960-112C-48B8-191D-F7660BA5C9B1}"/>
              </a:ext>
            </a:extLst>
          </p:cNvPr>
          <p:cNvSpPr txBox="1"/>
          <p:nvPr/>
        </p:nvSpPr>
        <p:spPr>
          <a:xfrm>
            <a:off x="315871" y="4196654"/>
            <a:ext cx="3311525" cy="276999"/>
          </a:xfrm>
          <a:prstGeom prst="rect">
            <a:avLst/>
          </a:prstGeom>
          <a:noFill/>
          <a:ln>
            <a:noFill/>
          </a:ln>
        </p:spPr>
        <p:txBody>
          <a:bodyPr spcFirstLastPara="1" wrap="square" lIns="0" tIns="0" rIns="0" bIns="0" anchor="ctr" anchorCtr="0">
            <a:spAutoFit/>
          </a:bodyPr>
          <a:lstStyle/>
          <a:p>
            <a:r>
              <a:rPr lang="en-US" sz="1800" b="1">
                <a:solidFill>
                  <a:srgbClr val="1E40AF"/>
                </a:solidFill>
                <a:latin typeface="Inter"/>
                <a:ea typeface="Inter"/>
                <a:sym typeface="Inter"/>
              </a:rPr>
              <a:t>High-demand </a:t>
            </a:r>
            <a:r>
              <a:rPr lang="en-US" sz="1800" b="1" i="0" u="none" strike="noStrike" cap="none">
                <a:solidFill>
                  <a:srgbClr val="1E40AF"/>
                </a:solidFill>
                <a:latin typeface="Inter"/>
                <a:ea typeface="Inter"/>
                <a:sym typeface="Inter"/>
              </a:rPr>
              <a:t>&amp; </a:t>
            </a:r>
            <a:r>
              <a:rPr lang="en-US" sz="1800" b="1">
                <a:solidFill>
                  <a:srgbClr val="1E40AF"/>
                </a:solidFill>
                <a:latin typeface="Inter"/>
                <a:ea typeface="Inter"/>
                <a:sym typeface="Inter"/>
              </a:rPr>
              <a:t>Fast-moving</a:t>
            </a:r>
            <a:endParaRPr lang="en-US" sz="1800" b="1">
              <a:solidFill>
                <a:srgbClr val="1E40AF"/>
              </a:solidFill>
              <a:latin typeface="Inter"/>
              <a:ea typeface="Inter"/>
            </a:endParaRPr>
          </a:p>
        </p:txBody>
      </p:sp>
      <p:sp>
        <p:nvSpPr>
          <p:cNvPr id="12" name="Google Shape;365;p21">
            <a:extLst>
              <a:ext uri="{FF2B5EF4-FFF2-40B4-BE49-F238E27FC236}">
                <a16:creationId xmlns:a16="http://schemas.microsoft.com/office/drawing/2014/main" id="{78D6AF2B-B058-9E47-FEC3-11BA613EBF0C}"/>
              </a:ext>
            </a:extLst>
          </p:cNvPr>
          <p:cNvSpPr txBox="1"/>
          <p:nvPr/>
        </p:nvSpPr>
        <p:spPr>
          <a:xfrm>
            <a:off x="3814542" y="4219490"/>
            <a:ext cx="3753783" cy="276999"/>
          </a:xfrm>
          <a:prstGeom prst="rect">
            <a:avLst/>
          </a:prstGeom>
          <a:noFill/>
          <a:ln>
            <a:noFill/>
          </a:ln>
        </p:spPr>
        <p:txBody>
          <a:bodyPr spcFirstLastPara="1" wrap="square" lIns="0" tIns="0" rIns="0" bIns="0" anchor="ctr" anchorCtr="0">
            <a:spAutoFit/>
          </a:bodyPr>
          <a:lstStyle/>
          <a:p>
            <a:r>
              <a:rPr lang="en-US" sz="1800" b="1">
                <a:solidFill>
                  <a:srgbClr val="92400E"/>
                </a:solidFill>
                <a:latin typeface="Inter"/>
                <a:ea typeface="Inter"/>
                <a:sym typeface="Inter"/>
              </a:rPr>
              <a:t>Lower-demand &amp; Slower-moving</a:t>
            </a:r>
            <a:endParaRPr lang="en-US" sz="1800" b="1">
              <a:solidFill>
                <a:srgbClr val="92400E"/>
              </a:solidFill>
              <a:latin typeface="Inter"/>
              <a:ea typeface="Inter"/>
            </a:endParaRPr>
          </a:p>
        </p:txBody>
      </p:sp>
      <p:sp>
        <p:nvSpPr>
          <p:cNvPr id="15" name="Google Shape;367;p21">
            <a:extLst>
              <a:ext uri="{FF2B5EF4-FFF2-40B4-BE49-F238E27FC236}">
                <a16:creationId xmlns:a16="http://schemas.microsoft.com/office/drawing/2014/main" id="{4F02A82D-27FD-8A24-FD80-9807BC2F5164}"/>
              </a:ext>
            </a:extLst>
          </p:cNvPr>
          <p:cNvSpPr txBox="1"/>
          <p:nvPr/>
        </p:nvSpPr>
        <p:spPr>
          <a:xfrm>
            <a:off x="7754524" y="4254292"/>
            <a:ext cx="4313555" cy="438582"/>
          </a:xfrm>
          <a:prstGeom prst="rect">
            <a:avLst/>
          </a:prstGeom>
          <a:noFill/>
          <a:ln>
            <a:noFill/>
          </a:ln>
        </p:spPr>
        <p:txBody>
          <a:bodyPr spcFirstLastPara="1" wrap="square" lIns="0" tIns="0" rIns="0" bIns="0" anchor="ctr" anchorCtr="0">
            <a:spAutoFit/>
          </a:bodyPr>
          <a:lstStyle/>
          <a:p>
            <a:r>
              <a:rPr lang="en-US" sz="1800" b="1">
                <a:solidFill>
                  <a:srgbClr val="334155"/>
                </a:solidFill>
                <a:latin typeface="Inter"/>
                <a:ea typeface="Inter"/>
                <a:sym typeface="Inter"/>
              </a:rPr>
              <a:t>Prioritize By Demand + Efficiency</a:t>
            </a:r>
            <a:endParaRPr lang="en-US" sz="1800" b="1">
              <a:solidFill>
                <a:srgbClr val="334155"/>
              </a:solidFill>
              <a:latin typeface="Inter"/>
              <a:ea typeface="Inter"/>
            </a:endParaRPr>
          </a:p>
          <a:p>
            <a:endParaRPr lang="en-US" sz="1050" b="1">
              <a:solidFill>
                <a:srgbClr val="334155"/>
              </a:solidFill>
              <a:latin typeface="Inter"/>
              <a:ea typeface="Inter"/>
            </a:endParaRPr>
          </a:p>
        </p:txBody>
      </p:sp>
      <p:sp>
        <p:nvSpPr>
          <p:cNvPr id="16" name="TextBox 15">
            <a:extLst>
              <a:ext uri="{FF2B5EF4-FFF2-40B4-BE49-F238E27FC236}">
                <a16:creationId xmlns:a16="http://schemas.microsoft.com/office/drawing/2014/main" id="{2287300A-8245-4611-F42D-C0E61F33A0A3}"/>
              </a:ext>
            </a:extLst>
          </p:cNvPr>
          <p:cNvSpPr txBox="1"/>
          <p:nvPr/>
        </p:nvSpPr>
        <p:spPr>
          <a:xfrm>
            <a:off x="213360" y="4485640"/>
            <a:ext cx="3444240" cy="160043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171450" indent="-171450">
              <a:buFont typeface="Wingdings"/>
              <a:buChar char="q"/>
            </a:pPr>
            <a:r>
              <a:rPr lang="en-US">
                <a:solidFill>
                  <a:srgbClr val="455264"/>
                </a:solidFill>
                <a:latin typeface="Inter"/>
                <a:ea typeface="Inter"/>
              </a:rPr>
              <a:t>Baby Doll Deluxe: 6.85K units | ₹4.44M | 62.71× turnover </a:t>
            </a:r>
            <a:endParaRPr lang="en-US"/>
          </a:p>
          <a:p>
            <a:pPr marL="171450" indent="-171450">
              <a:buFont typeface="Wingdings"/>
              <a:buChar char="q"/>
            </a:pPr>
            <a:r>
              <a:rPr lang="en-US">
                <a:solidFill>
                  <a:srgbClr val="455264"/>
                </a:solidFill>
                <a:latin typeface="Inter"/>
                <a:ea typeface="Inter"/>
              </a:rPr>
              <a:t>Princess Doll: 6.73K | ₹3.70M | 63.32× </a:t>
            </a:r>
          </a:p>
          <a:p>
            <a:pPr marL="171450" indent="-171450">
              <a:buFont typeface="Wingdings"/>
              <a:buChar char="q"/>
            </a:pPr>
            <a:r>
              <a:rPr lang="en-US">
                <a:solidFill>
                  <a:srgbClr val="455264"/>
                </a:solidFill>
                <a:latin typeface="Inter"/>
                <a:ea typeface="Inter"/>
              </a:rPr>
              <a:t>Action: Maintain strong allocation for high-demand, efficiently moving products.</a:t>
            </a:r>
            <a:r>
              <a:rPr lang="en-US"/>
              <a:t> </a:t>
            </a:r>
          </a:p>
        </p:txBody>
      </p:sp>
      <p:sp>
        <p:nvSpPr>
          <p:cNvPr id="17" name="TextBox 16">
            <a:extLst>
              <a:ext uri="{FF2B5EF4-FFF2-40B4-BE49-F238E27FC236}">
                <a16:creationId xmlns:a16="http://schemas.microsoft.com/office/drawing/2014/main" id="{F464E40A-FB10-90ED-2616-057F190E0258}"/>
              </a:ext>
            </a:extLst>
          </p:cNvPr>
          <p:cNvSpPr txBox="1"/>
          <p:nvPr/>
        </p:nvSpPr>
        <p:spPr>
          <a:xfrm>
            <a:off x="3772044" y="4465320"/>
            <a:ext cx="3743479" cy="138499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171450" indent="-171450">
              <a:buFont typeface="Wingdings"/>
              <a:buChar char="q"/>
            </a:pPr>
            <a:r>
              <a:rPr lang="en-US">
                <a:solidFill>
                  <a:srgbClr val="455264"/>
                </a:solidFill>
                <a:latin typeface="Inter"/>
                <a:ea typeface="Inter"/>
              </a:rPr>
              <a:t>Chess Master: 4.24K units | ₹2.33M | 36.91× turnover </a:t>
            </a:r>
            <a:endParaRPr lang="en-US"/>
          </a:p>
          <a:p>
            <a:pPr marL="171450" indent="-171450">
              <a:buFont typeface="Wingdings"/>
              <a:buChar char="q"/>
            </a:pPr>
            <a:r>
              <a:rPr lang="en-US">
                <a:solidFill>
                  <a:srgbClr val="455264"/>
                </a:solidFill>
                <a:latin typeface="Inter"/>
                <a:ea typeface="Inter"/>
              </a:rPr>
              <a:t>Family Ludo: 4.62K | ₹1.38M | 40.48× </a:t>
            </a:r>
          </a:p>
          <a:p>
            <a:pPr marL="171450" indent="-171450">
              <a:buFont typeface="Wingdings"/>
              <a:buChar char="q"/>
            </a:pPr>
            <a:r>
              <a:rPr lang="en-US">
                <a:solidFill>
                  <a:srgbClr val="455264"/>
                </a:solidFill>
                <a:latin typeface="Inter"/>
                <a:ea typeface="Inter"/>
              </a:rPr>
              <a:t>Action: Reduce future allocation for lower-demand, slower-moving products.</a:t>
            </a:r>
            <a:r>
              <a:rPr lang="en-US" sz="1200">
                <a:solidFill>
                  <a:srgbClr val="455264"/>
                </a:solidFill>
                <a:latin typeface="Inter"/>
                <a:ea typeface="Inter"/>
              </a:rPr>
              <a:t> </a:t>
            </a:r>
          </a:p>
        </p:txBody>
      </p:sp>
      <p:sp>
        <p:nvSpPr>
          <p:cNvPr id="18" name="TextBox 17">
            <a:extLst>
              <a:ext uri="{FF2B5EF4-FFF2-40B4-BE49-F238E27FC236}">
                <a16:creationId xmlns:a16="http://schemas.microsoft.com/office/drawing/2014/main" id="{5143B7BB-7AB2-CE51-1C2B-E9996A68AB20}"/>
              </a:ext>
            </a:extLst>
          </p:cNvPr>
          <p:cNvSpPr txBox="1"/>
          <p:nvPr/>
        </p:nvSpPr>
        <p:spPr>
          <a:xfrm>
            <a:off x="7624984" y="4475480"/>
            <a:ext cx="4165600" cy="138499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171450" indent="-171450">
              <a:buFont typeface="Wingdings"/>
              <a:buChar char="q"/>
            </a:pPr>
            <a:r>
              <a:rPr lang="en-US">
                <a:solidFill>
                  <a:srgbClr val="455264"/>
                </a:solidFill>
                <a:latin typeface="Inter"/>
                <a:ea typeface="Inter"/>
              </a:rPr>
              <a:t>Robo Defender: 6.27K units | ₹5.01M | 56.61× </a:t>
            </a:r>
            <a:endParaRPr lang="en-US"/>
          </a:p>
          <a:p>
            <a:pPr marL="171450" indent="-171450">
              <a:buFont typeface="Wingdings"/>
              <a:buChar char="q"/>
            </a:pPr>
            <a:r>
              <a:rPr lang="en-US" err="1">
                <a:solidFill>
                  <a:srgbClr val="455264"/>
                </a:solidFill>
                <a:latin typeface="Inter"/>
                <a:ea typeface="Inter"/>
              </a:rPr>
              <a:t>SuperHero</a:t>
            </a:r>
            <a:r>
              <a:rPr lang="en-US">
                <a:solidFill>
                  <a:srgbClr val="455264"/>
                </a:solidFill>
                <a:latin typeface="Inter"/>
                <a:ea typeface="Inter"/>
              </a:rPr>
              <a:t> Warrior: 5.83K | ₹4.08M | 52.49× </a:t>
            </a:r>
          </a:p>
          <a:p>
            <a:pPr marL="171450" indent="-171450">
              <a:buFont typeface="Wingdings"/>
              <a:buChar char="q"/>
            </a:pPr>
            <a:r>
              <a:rPr lang="en-US" b="1">
                <a:solidFill>
                  <a:srgbClr val="455264"/>
                </a:solidFill>
                <a:latin typeface="Inter"/>
                <a:ea typeface="Inter"/>
              </a:rPr>
              <a:t>Action:</a:t>
            </a:r>
            <a:r>
              <a:rPr lang="en-US">
                <a:solidFill>
                  <a:srgbClr val="455264"/>
                </a:solidFill>
                <a:latin typeface="Inter"/>
                <a:ea typeface="Inter"/>
              </a:rPr>
              <a:t> Protect allocation for commercially important products with strong demand and turnover.</a:t>
            </a:r>
          </a:p>
          <a:p>
            <a:pPr algn="ctr"/>
            <a:endParaRPr lang="en-US"/>
          </a:p>
        </p:txBody>
      </p:sp>
      <p:sp>
        <p:nvSpPr>
          <p:cNvPr id="7" name="Google Shape;267;p18">
            <a:extLst>
              <a:ext uri="{FF2B5EF4-FFF2-40B4-BE49-F238E27FC236}">
                <a16:creationId xmlns:a16="http://schemas.microsoft.com/office/drawing/2014/main" id="{A3DA6EB0-9DC4-A96E-8CCE-7538544F97EC}"/>
              </a:ext>
            </a:extLst>
          </p:cNvPr>
          <p:cNvSpPr txBox="1"/>
          <p:nvPr/>
        </p:nvSpPr>
        <p:spPr>
          <a:xfrm>
            <a:off x="321873" y="869380"/>
            <a:ext cx="6860456" cy="215444"/>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a:lstStyle>
          <a:p>
            <a:r>
              <a:rPr lang="en-US" b="1">
                <a:solidFill>
                  <a:srgbClr val="0F172A"/>
                </a:solidFill>
                <a:latin typeface="Inter"/>
                <a:ea typeface="Inter"/>
                <a:cs typeface="Poppins"/>
                <a:sym typeface="Poppins"/>
              </a:rPr>
              <a:t>Product Units</a:t>
            </a:r>
            <a:r>
              <a:rPr lang="en-US" b="1" dirty="0">
                <a:solidFill>
                  <a:srgbClr val="0F172A"/>
                </a:solidFill>
                <a:latin typeface="Inter"/>
                <a:ea typeface="Inter"/>
                <a:cs typeface="Poppins"/>
                <a:sym typeface="Poppins"/>
              </a:rPr>
              <a:t> Sold Vs Units in Stock</a:t>
            </a:r>
            <a:endParaRPr lang="en-US" dirty="0">
              <a:latin typeface="Inter"/>
              <a:ea typeface="Inter"/>
            </a:endParaRPr>
          </a:p>
        </p:txBody>
      </p:sp>
      <p:sp>
        <p:nvSpPr>
          <p:cNvPr id="9" name="Google Shape;146;p15">
            <a:extLst>
              <a:ext uri="{FF2B5EF4-FFF2-40B4-BE49-F238E27FC236}">
                <a16:creationId xmlns:a16="http://schemas.microsoft.com/office/drawing/2014/main" id="{E522DF87-B42F-4852-157B-B9FC6AD751A0}"/>
              </a:ext>
            </a:extLst>
          </p:cNvPr>
          <p:cNvSpPr txBox="1"/>
          <p:nvPr/>
        </p:nvSpPr>
        <p:spPr>
          <a:xfrm>
            <a:off x="476250" y="6315710"/>
            <a:ext cx="4161155" cy="123111"/>
          </a:xfrm>
          <a:prstGeom prst="rect">
            <a:avLst/>
          </a:prstGeom>
          <a:noFill/>
          <a:ln>
            <a:noFill/>
          </a:ln>
        </p:spPr>
        <p:txBody>
          <a:bodyPr spcFirstLastPara="1" wrap="square" lIns="0" tIns="0" rIns="0" bIns="0" anchor="t" anchorCtr="0">
            <a:spAutoFit/>
          </a:bodyPr>
          <a:lstStyle/>
          <a:p>
            <a:r>
              <a:rPr lang="en-US" sz="800" dirty="0" err="1">
                <a:solidFill>
                  <a:srgbClr val="334155"/>
                </a:solidFill>
                <a:latin typeface="Inter SemiBold"/>
                <a:ea typeface="Inter SemiBold"/>
                <a:cs typeface="Inter SemiBold"/>
                <a:sym typeface="Inter SemiBold"/>
              </a:rPr>
              <a:t>ToyJoy</a:t>
            </a:r>
            <a:r>
              <a:rPr lang="en-US" sz="800" dirty="0">
                <a:solidFill>
                  <a:srgbClr val="334155"/>
                </a:solidFill>
                <a:latin typeface="Inter SemiBold"/>
                <a:ea typeface="Inter SemiBold"/>
                <a:cs typeface="Inter SemiBold"/>
                <a:sym typeface="Inter SemiBold"/>
              </a:rPr>
              <a:t> Seasonal Inventory Management &amp; Optimization Analysis</a:t>
            </a:r>
            <a:endParaRPr lang="en-US" sz="800" dirty="0">
              <a:solidFill>
                <a:srgbClr val="334155"/>
              </a:solidFill>
              <a:latin typeface="Inter SemiBold"/>
              <a:ea typeface="Inter SemiBold"/>
              <a:cs typeface="Inter SemiBold"/>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Shape 288"/>
        <p:cNvGrpSpPr/>
        <p:nvPr/>
      </p:nvGrpSpPr>
      <p:grpSpPr>
        <a:xfrm>
          <a:off x="0" y="0"/>
          <a:ext cx="0" cy="0"/>
          <a:chOff x="0" y="0"/>
          <a:chExt cx="0" cy="0"/>
        </a:xfrm>
      </p:grpSpPr>
      <p:pic>
        <p:nvPicPr>
          <p:cNvPr id="23" name="Google Shape;274;p18">
            <a:extLst>
              <a:ext uri="{FF2B5EF4-FFF2-40B4-BE49-F238E27FC236}">
                <a16:creationId xmlns:a16="http://schemas.microsoft.com/office/drawing/2014/main" id="{EA833385-F0F0-3433-F252-18B0C1B05E37}"/>
              </a:ext>
            </a:extLst>
          </p:cNvPr>
          <p:cNvPicPr preferRelativeResize="0"/>
          <p:nvPr/>
        </p:nvPicPr>
        <p:blipFill rotWithShape="1">
          <a:blip r:embed="rId4">
            <a:alphaModFix/>
          </a:blip>
          <a:srcRect/>
          <a:stretch/>
        </p:blipFill>
        <p:spPr>
          <a:xfrm>
            <a:off x="257893" y="4697837"/>
            <a:ext cx="3622193" cy="1421383"/>
          </a:xfrm>
          <a:prstGeom prst="rect">
            <a:avLst/>
          </a:prstGeom>
          <a:noFill/>
          <a:ln>
            <a:noFill/>
          </a:ln>
        </p:spPr>
      </p:pic>
      <p:pic>
        <p:nvPicPr>
          <p:cNvPr id="25" name="Google Shape;275;p18">
            <a:extLst>
              <a:ext uri="{FF2B5EF4-FFF2-40B4-BE49-F238E27FC236}">
                <a16:creationId xmlns:a16="http://schemas.microsoft.com/office/drawing/2014/main" id="{4AAB4726-05FE-8023-5A9D-5C4D271BEFCB}"/>
              </a:ext>
            </a:extLst>
          </p:cNvPr>
          <p:cNvPicPr preferRelativeResize="0"/>
          <p:nvPr/>
        </p:nvPicPr>
        <p:blipFill rotWithShape="1">
          <a:blip r:embed="rId5">
            <a:alphaModFix/>
          </a:blip>
          <a:srcRect/>
          <a:stretch/>
        </p:blipFill>
        <p:spPr>
          <a:xfrm>
            <a:off x="3967253" y="4709520"/>
            <a:ext cx="3679702" cy="1422460"/>
          </a:xfrm>
          <a:prstGeom prst="rect">
            <a:avLst/>
          </a:prstGeom>
          <a:noFill/>
          <a:ln>
            <a:noFill/>
          </a:ln>
        </p:spPr>
      </p:pic>
      <p:pic>
        <p:nvPicPr>
          <p:cNvPr id="27" name="Google Shape;276;p18">
            <a:extLst>
              <a:ext uri="{FF2B5EF4-FFF2-40B4-BE49-F238E27FC236}">
                <a16:creationId xmlns:a16="http://schemas.microsoft.com/office/drawing/2014/main" id="{24DD38C7-1146-5DE0-4E77-981AE897C37C}"/>
              </a:ext>
            </a:extLst>
          </p:cNvPr>
          <p:cNvPicPr preferRelativeResize="0"/>
          <p:nvPr/>
        </p:nvPicPr>
        <p:blipFill rotWithShape="1">
          <a:blip r:embed="rId6">
            <a:alphaModFix/>
          </a:blip>
          <a:srcRect/>
          <a:stretch/>
        </p:blipFill>
        <p:spPr>
          <a:xfrm>
            <a:off x="7849138" y="4693525"/>
            <a:ext cx="4067896" cy="1422460"/>
          </a:xfrm>
          <a:prstGeom prst="rect">
            <a:avLst/>
          </a:prstGeom>
          <a:noFill/>
          <a:ln>
            <a:noFill/>
          </a:ln>
        </p:spPr>
      </p:pic>
      <p:pic>
        <p:nvPicPr>
          <p:cNvPr id="11" name="Google Shape;104;p14">
            <a:extLst>
              <a:ext uri="{FF2B5EF4-FFF2-40B4-BE49-F238E27FC236}">
                <a16:creationId xmlns:a16="http://schemas.microsoft.com/office/drawing/2014/main" id="{F2E44443-0B97-7942-DA3E-46F5691AC412}"/>
              </a:ext>
            </a:extLst>
          </p:cNvPr>
          <p:cNvPicPr preferRelativeResize="0"/>
          <p:nvPr/>
        </p:nvPicPr>
        <p:blipFill rotWithShape="1">
          <a:blip r:embed="rId7">
            <a:alphaModFix/>
          </a:blip>
          <a:srcRect/>
          <a:stretch/>
        </p:blipFill>
        <p:spPr>
          <a:xfrm>
            <a:off x="7790107" y="2164055"/>
            <a:ext cx="4198810" cy="1081897"/>
          </a:xfrm>
          <a:prstGeom prst="rect">
            <a:avLst/>
          </a:prstGeom>
          <a:noFill/>
          <a:ln>
            <a:noFill/>
          </a:ln>
        </p:spPr>
      </p:pic>
      <p:pic>
        <p:nvPicPr>
          <p:cNvPr id="13" name="Google Shape;105;p14">
            <a:extLst>
              <a:ext uri="{FF2B5EF4-FFF2-40B4-BE49-F238E27FC236}">
                <a16:creationId xmlns:a16="http://schemas.microsoft.com/office/drawing/2014/main" id="{183E508B-B213-BE56-AC97-5267D3873CD9}"/>
              </a:ext>
            </a:extLst>
          </p:cNvPr>
          <p:cNvPicPr preferRelativeResize="0"/>
          <p:nvPr/>
        </p:nvPicPr>
        <p:blipFill rotWithShape="1">
          <a:blip r:embed="rId8">
            <a:alphaModFix/>
          </a:blip>
          <a:srcRect/>
          <a:stretch/>
        </p:blipFill>
        <p:spPr>
          <a:xfrm>
            <a:off x="7804488" y="3314245"/>
            <a:ext cx="4155677" cy="1254425"/>
          </a:xfrm>
          <a:prstGeom prst="rect">
            <a:avLst/>
          </a:prstGeom>
          <a:noFill/>
          <a:ln>
            <a:noFill/>
          </a:ln>
        </p:spPr>
      </p:pic>
      <p:pic>
        <p:nvPicPr>
          <p:cNvPr id="9" name="Google Shape;103;p14">
            <a:extLst>
              <a:ext uri="{FF2B5EF4-FFF2-40B4-BE49-F238E27FC236}">
                <a16:creationId xmlns:a16="http://schemas.microsoft.com/office/drawing/2014/main" id="{C963E7D4-8B82-4BD0-83CB-D6468BA9F5B8}"/>
              </a:ext>
            </a:extLst>
          </p:cNvPr>
          <p:cNvPicPr preferRelativeResize="0"/>
          <p:nvPr/>
        </p:nvPicPr>
        <p:blipFill rotWithShape="1">
          <a:blip r:embed="rId9">
            <a:alphaModFix/>
          </a:blip>
          <a:srcRect/>
          <a:stretch/>
        </p:blipFill>
        <p:spPr>
          <a:xfrm>
            <a:off x="7761353" y="1013868"/>
            <a:ext cx="4198811" cy="1081897"/>
          </a:xfrm>
          <a:prstGeom prst="rect">
            <a:avLst/>
          </a:prstGeom>
          <a:noFill/>
          <a:ln>
            <a:noFill/>
          </a:ln>
        </p:spPr>
      </p:pic>
      <p:pic>
        <p:nvPicPr>
          <p:cNvPr id="293" name="Google Shape;293;p20" descr="image.png"/>
          <p:cNvPicPr preferRelativeResize="0"/>
          <p:nvPr/>
        </p:nvPicPr>
        <p:blipFill rotWithShape="1">
          <a:blip r:embed="rId10">
            <a:alphaModFix/>
          </a:blip>
          <a:srcRect/>
          <a:stretch/>
        </p:blipFill>
        <p:spPr>
          <a:xfrm>
            <a:off x="476250" y="6181725"/>
            <a:ext cx="11239500" cy="257175"/>
          </a:xfrm>
          <a:prstGeom prst="rect">
            <a:avLst/>
          </a:prstGeom>
          <a:noFill/>
          <a:ln>
            <a:noFill/>
          </a:ln>
        </p:spPr>
      </p:pic>
      <p:sp>
        <p:nvSpPr>
          <p:cNvPr id="296" name="Google Shape;296;p20"/>
          <p:cNvSpPr txBox="1"/>
          <p:nvPr/>
        </p:nvSpPr>
        <p:spPr>
          <a:xfrm>
            <a:off x="11106150" y="6305550"/>
            <a:ext cx="609600" cy="123111"/>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800" b="0" i="0" u="none" strike="noStrike" cap="none">
                <a:solidFill>
                  <a:srgbClr val="64748B"/>
                </a:solidFill>
                <a:latin typeface="Inter"/>
                <a:ea typeface="Inter"/>
                <a:cs typeface="Inter"/>
                <a:sym typeface="Inter"/>
              </a:rPr>
              <a:t>Slide 8 of </a:t>
            </a:r>
            <a:r>
              <a:rPr lang="en-US" sz="800">
                <a:solidFill>
                  <a:srgbClr val="64748B"/>
                </a:solidFill>
                <a:latin typeface="Inter"/>
                <a:ea typeface="Inter"/>
                <a:cs typeface="Inter"/>
                <a:sym typeface="Inter"/>
              </a:rPr>
              <a:t>11</a:t>
            </a:r>
            <a:endParaRPr/>
          </a:p>
        </p:txBody>
      </p:sp>
      <p:sp>
        <p:nvSpPr>
          <p:cNvPr id="343" name="Google Shape;343;p20"/>
          <p:cNvSpPr txBox="1"/>
          <p:nvPr/>
        </p:nvSpPr>
        <p:spPr>
          <a:xfrm>
            <a:off x="203080" y="146377"/>
            <a:ext cx="11715750" cy="865622"/>
          </a:xfrm>
          <a:prstGeom prst="rect">
            <a:avLst/>
          </a:prstGeom>
          <a:noFill/>
          <a:ln>
            <a:noFill/>
          </a:ln>
        </p:spPr>
        <p:txBody>
          <a:bodyPr spcFirstLastPara="1" wrap="square" lIns="0" tIns="0" rIns="0" bIns="0" anchor="ctr" anchorCtr="0">
            <a:spAutoFit/>
          </a:bodyPr>
          <a:lstStyle/>
          <a:p>
            <a:pPr>
              <a:lnSpc>
                <a:spcPct val="124977"/>
              </a:lnSpc>
            </a:pPr>
            <a:r>
              <a:rPr lang="en-US" sz="2250" b="1">
                <a:solidFill>
                  <a:srgbClr val="0F172A"/>
                </a:solidFill>
                <a:latin typeface="Poppins"/>
                <a:cs typeface="Poppins"/>
                <a:sym typeface="Poppins"/>
              </a:rPr>
              <a:t>Q5. Suggest strategies to optimize reorder points and quantities to reduce overstock and stockouts.</a:t>
            </a:r>
            <a:endParaRPr lang="en-US">
              <a:sym typeface="Poppins"/>
            </a:endParaRPr>
          </a:p>
        </p:txBody>
      </p:sp>
      <p:sp>
        <p:nvSpPr>
          <p:cNvPr id="2" name="TextBox 1">
            <a:extLst>
              <a:ext uri="{FF2B5EF4-FFF2-40B4-BE49-F238E27FC236}">
                <a16:creationId xmlns:a16="http://schemas.microsoft.com/office/drawing/2014/main" id="{1A839204-00CF-4E03-7615-C77F16828A8B}"/>
              </a:ext>
            </a:extLst>
          </p:cNvPr>
          <p:cNvSpPr txBox="1"/>
          <p:nvPr/>
        </p:nvSpPr>
        <p:spPr>
          <a:xfrm>
            <a:off x="7753611" y="2112992"/>
            <a:ext cx="4228098" cy="107721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b="1">
                <a:solidFill>
                  <a:srgbClr val="0C8D82"/>
                </a:solidFill>
                <a:latin typeface="Inter"/>
                <a:ea typeface="Inter"/>
              </a:rPr>
              <a:t>Reduce Reorder Quantity</a:t>
            </a:r>
            <a:endParaRPr lang="en-US" sz="1600" b="1">
              <a:solidFill>
                <a:srgbClr val="455264"/>
              </a:solidFill>
              <a:latin typeface="Inter"/>
              <a:ea typeface="Inter"/>
            </a:endParaRPr>
          </a:p>
          <a:p>
            <a:r>
              <a:rPr lang="en-US" sz="1200" b="1">
                <a:solidFill>
                  <a:srgbClr val="455264"/>
                </a:solidFill>
                <a:latin typeface="Inter"/>
                <a:ea typeface="Inter"/>
              </a:rPr>
              <a:t>Lower Inventory Turnover</a:t>
            </a:r>
          </a:p>
          <a:p>
            <a:r>
              <a:rPr lang="en-US" sz="1200">
                <a:solidFill>
                  <a:srgbClr val="455264"/>
                </a:solidFill>
                <a:latin typeface="Inter"/>
                <a:ea typeface="Inter"/>
              </a:rPr>
              <a:t>Chess Master | Family Ludo</a:t>
            </a:r>
          </a:p>
          <a:p>
            <a:pPr algn="ctr"/>
            <a:r>
              <a:rPr lang="en-US" sz="1200">
                <a:solidFill>
                  <a:srgbClr val="455264"/>
                </a:solidFill>
                <a:latin typeface="Inter"/>
                <a:ea typeface="Inter"/>
              </a:rPr>
              <a:t>↓</a:t>
            </a:r>
          </a:p>
          <a:p>
            <a:r>
              <a:rPr lang="en-US" sz="1200" b="1">
                <a:solidFill>
                  <a:srgbClr val="455264"/>
                </a:solidFill>
                <a:latin typeface="Inter"/>
                <a:ea typeface="Inter"/>
              </a:rPr>
              <a:t>Lower purchase quantities + monitor excess</a:t>
            </a:r>
          </a:p>
        </p:txBody>
      </p:sp>
      <p:sp>
        <p:nvSpPr>
          <p:cNvPr id="3" name="TextBox 2">
            <a:extLst>
              <a:ext uri="{FF2B5EF4-FFF2-40B4-BE49-F238E27FC236}">
                <a16:creationId xmlns:a16="http://schemas.microsoft.com/office/drawing/2014/main" id="{4F7C3FB8-CD47-5570-547A-724B9FBE69A3}"/>
              </a:ext>
            </a:extLst>
          </p:cNvPr>
          <p:cNvSpPr txBox="1"/>
          <p:nvPr/>
        </p:nvSpPr>
        <p:spPr>
          <a:xfrm>
            <a:off x="244416" y="4737340"/>
            <a:ext cx="3637471" cy="126188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a:solidFill>
                  <a:srgbClr val="DC2626"/>
                </a:solidFill>
                <a:latin typeface="Inter Black"/>
                <a:ea typeface="Inter Black"/>
              </a:rPr>
              <a:t>Fast-moving + Stockout Risk</a:t>
            </a:r>
          </a:p>
          <a:p>
            <a:r>
              <a:rPr lang="en-US" sz="1200" b="1">
                <a:solidFill>
                  <a:srgbClr val="455264"/>
                </a:solidFill>
                <a:latin typeface="Inter"/>
                <a:ea typeface="Inter"/>
              </a:rPr>
              <a:t>Princess Doll:</a:t>
            </a:r>
            <a:r>
              <a:rPr lang="en-US" sz="1200">
                <a:solidFill>
                  <a:srgbClr val="455264"/>
                </a:solidFill>
                <a:latin typeface="Inter"/>
                <a:ea typeface="Inter"/>
              </a:rPr>
              <a:t> 63.32 turnover + 5 stockouts. </a:t>
            </a:r>
          </a:p>
          <a:p>
            <a:r>
              <a:rPr lang="en-US" sz="1200" b="1">
                <a:solidFill>
                  <a:srgbClr val="455264"/>
                </a:solidFill>
                <a:latin typeface="Inter"/>
                <a:ea typeface="Inter"/>
              </a:rPr>
              <a:t>Baby Doll Deluxe:</a:t>
            </a:r>
            <a:r>
              <a:rPr lang="en-US" sz="1200">
                <a:solidFill>
                  <a:srgbClr val="455264"/>
                </a:solidFill>
                <a:latin typeface="Inter"/>
                <a:ea typeface="Inter"/>
              </a:rPr>
              <a:t> 62.71 + 2 stockouts. </a:t>
            </a:r>
          </a:p>
          <a:p>
            <a:r>
              <a:rPr lang="en-US" sz="1200" b="1" err="1">
                <a:solidFill>
                  <a:srgbClr val="455264"/>
                </a:solidFill>
                <a:latin typeface="Inter"/>
                <a:ea typeface="Inter"/>
              </a:rPr>
              <a:t>SuperHero</a:t>
            </a:r>
            <a:r>
              <a:rPr lang="en-US" sz="1200" b="1">
                <a:solidFill>
                  <a:srgbClr val="455264"/>
                </a:solidFill>
                <a:latin typeface="Inter"/>
                <a:ea typeface="Inter"/>
              </a:rPr>
              <a:t> Warrior:</a:t>
            </a:r>
            <a:r>
              <a:rPr lang="en-US" sz="1200">
                <a:solidFill>
                  <a:srgbClr val="455264"/>
                </a:solidFill>
                <a:latin typeface="Inter"/>
                <a:ea typeface="Inter"/>
              </a:rPr>
              <a:t> 52.49 + 2 stockouts. </a:t>
            </a:r>
          </a:p>
          <a:p>
            <a:r>
              <a:rPr lang="en-US" sz="1200" b="1">
                <a:solidFill>
                  <a:srgbClr val="455264"/>
                </a:solidFill>
                <a:latin typeface="Inter"/>
                <a:ea typeface="Inter"/>
              </a:rPr>
              <a:t>Action:</a:t>
            </a:r>
            <a:r>
              <a:rPr lang="en-US" sz="1200">
                <a:solidFill>
                  <a:srgbClr val="455264"/>
                </a:solidFill>
                <a:latin typeface="Inter"/>
                <a:ea typeface="Inter"/>
              </a:rPr>
              <a:t> Increase reorder priority and replenish more frequently</a:t>
            </a:r>
            <a:r>
              <a:rPr lang="en-US" sz="1200">
                <a:latin typeface="Inter"/>
                <a:ea typeface="Inter"/>
              </a:rPr>
              <a:t>.</a:t>
            </a:r>
          </a:p>
        </p:txBody>
      </p:sp>
      <p:sp>
        <p:nvSpPr>
          <p:cNvPr id="4" name="TextBox 3">
            <a:extLst>
              <a:ext uri="{FF2B5EF4-FFF2-40B4-BE49-F238E27FC236}">
                <a16:creationId xmlns:a16="http://schemas.microsoft.com/office/drawing/2014/main" id="{BBB663D2-CB5A-5DA0-F32B-1EDCC933E482}"/>
              </a:ext>
            </a:extLst>
          </p:cNvPr>
          <p:cNvSpPr txBox="1"/>
          <p:nvPr/>
        </p:nvSpPr>
        <p:spPr>
          <a:xfrm>
            <a:off x="4025660" y="4722963"/>
            <a:ext cx="3680604" cy="107721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a:solidFill>
                  <a:srgbClr val="D97706"/>
                </a:solidFill>
                <a:latin typeface="Inter Black"/>
                <a:ea typeface="Inter Black"/>
                <a:cs typeface="Poppins SemiBold"/>
              </a:rPr>
              <a:t>Slower Inventory Movement</a:t>
            </a:r>
          </a:p>
          <a:p>
            <a:r>
              <a:rPr lang="en-US" sz="1200" b="1">
                <a:solidFill>
                  <a:srgbClr val="455264"/>
                </a:solidFill>
                <a:latin typeface="Inter"/>
                <a:ea typeface="Inter"/>
              </a:rPr>
              <a:t>Chess Master:</a:t>
            </a:r>
            <a:r>
              <a:rPr lang="en-US" sz="1200">
                <a:solidFill>
                  <a:srgbClr val="455264"/>
                </a:solidFill>
                <a:latin typeface="Inter"/>
                <a:ea typeface="Inter"/>
              </a:rPr>
              <a:t> lowest turnover at </a:t>
            </a:r>
            <a:r>
              <a:rPr lang="en-US" sz="1200" b="1">
                <a:solidFill>
                  <a:srgbClr val="455264"/>
                </a:solidFill>
                <a:latin typeface="Inter"/>
                <a:ea typeface="Inter"/>
              </a:rPr>
              <a:t>36.91</a:t>
            </a:r>
            <a:r>
              <a:rPr lang="en-US" sz="1200">
                <a:solidFill>
                  <a:srgbClr val="455264"/>
                </a:solidFill>
                <a:latin typeface="Inter"/>
                <a:ea typeface="Inter"/>
              </a:rPr>
              <a:t>. </a:t>
            </a:r>
          </a:p>
          <a:p>
            <a:r>
              <a:rPr lang="en-US" sz="1200" b="1">
                <a:solidFill>
                  <a:srgbClr val="455264"/>
                </a:solidFill>
                <a:latin typeface="Inter"/>
                <a:ea typeface="Inter"/>
              </a:rPr>
              <a:t>Family Ludo:</a:t>
            </a:r>
            <a:r>
              <a:rPr lang="en-US" sz="1200">
                <a:solidFill>
                  <a:srgbClr val="455264"/>
                </a:solidFill>
                <a:latin typeface="Inter"/>
                <a:ea typeface="Inter"/>
              </a:rPr>
              <a:t> </a:t>
            </a:r>
            <a:r>
              <a:rPr lang="en-US" sz="1200" b="1">
                <a:solidFill>
                  <a:srgbClr val="455264"/>
                </a:solidFill>
                <a:latin typeface="Inter"/>
                <a:ea typeface="Inter"/>
              </a:rPr>
              <a:t>40.48</a:t>
            </a:r>
            <a:r>
              <a:rPr lang="en-US" sz="1200">
                <a:solidFill>
                  <a:srgbClr val="455264"/>
                </a:solidFill>
                <a:latin typeface="Inter"/>
                <a:ea typeface="Inter"/>
              </a:rPr>
              <a:t> turnover. </a:t>
            </a:r>
          </a:p>
          <a:p>
            <a:r>
              <a:rPr lang="en-US" sz="1200" b="1">
                <a:solidFill>
                  <a:srgbClr val="455264"/>
                </a:solidFill>
                <a:latin typeface="Inter"/>
                <a:ea typeface="Inter"/>
              </a:rPr>
              <a:t>Action:</a:t>
            </a:r>
            <a:r>
              <a:rPr lang="en-US" sz="1200">
                <a:solidFill>
                  <a:srgbClr val="455264"/>
                </a:solidFill>
                <a:latin typeface="Inter"/>
                <a:ea typeface="Inter"/>
              </a:rPr>
              <a:t> Reduce future reorder quantities to limit excess inventory.</a:t>
            </a:r>
          </a:p>
        </p:txBody>
      </p:sp>
      <p:sp>
        <p:nvSpPr>
          <p:cNvPr id="5" name="TextBox 4">
            <a:extLst>
              <a:ext uri="{FF2B5EF4-FFF2-40B4-BE49-F238E27FC236}">
                <a16:creationId xmlns:a16="http://schemas.microsoft.com/office/drawing/2014/main" id="{C1C49B89-F6D4-D11D-6901-2D9CF64C62F2}"/>
              </a:ext>
            </a:extLst>
          </p:cNvPr>
          <p:cNvSpPr txBox="1"/>
          <p:nvPr/>
        </p:nvSpPr>
        <p:spPr>
          <a:xfrm>
            <a:off x="7864416" y="4722964"/>
            <a:ext cx="4054414" cy="127626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a:solidFill>
                  <a:srgbClr val="047857"/>
                </a:solidFill>
                <a:latin typeface="Inter Black"/>
                <a:ea typeface="Inter Black"/>
                <a:cs typeface="Poppins SemiBold"/>
              </a:rPr>
              <a:t>High-value Excess Risk</a:t>
            </a:r>
          </a:p>
          <a:p>
            <a:r>
              <a:rPr lang="en-US" sz="1200" b="1">
                <a:solidFill>
                  <a:srgbClr val="455264"/>
                </a:solidFill>
                <a:latin typeface="Inter"/>
                <a:ea typeface="Inter"/>
              </a:rPr>
              <a:t>Monopoly Classic:</a:t>
            </a:r>
            <a:r>
              <a:rPr lang="en-US" sz="1200">
                <a:solidFill>
                  <a:srgbClr val="455264"/>
                </a:solidFill>
                <a:latin typeface="Inter"/>
                <a:ea typeface="Inter"/>
              </a:rPr>
              <a:t> ₹37.43M excess inventory. </a:t>
            </a:r>
          </a:p>
          <a:p>
            <a:r>
              <a:rPr lang="en-US" sz="1200">
                <a:solidFill>
                  <a:srgbClr val="455264"/>
                </a:solidFill>
                <a:latin typeface="Inter"/>
                <a:ea typeface="Inter"/>
              </a:rPr>
              <a:t>Turnover is only </a:t>
            </a:r>
            <a:r>
              <a:rPr lang="en-US" sz="1200" b="1">
                <a:solidFill>
                  <a:srgbClr val="455264"/>
                </a:solidFill>
                <a:latin typeface="Inter"/>
                <a:ea typeface="Inter"/>
              </a:rPr>
              <a:t>42.56</a:t>
            </a:r>
            <a:r>
              <a:rPr lang="en-US" sz="1200">
                <a:solidFill>
                  <a:srgbClr val="455264"/>
                </a:solidFill>
                <a:latin typeface="Inter"/>
                <a:ea typeface="Inter"/>
              </a:rPr>
              <a:t>, below the portfolio high of 63.32. </a:t>
            </a:r>
          </a:p>
          <a:p>
            <a:r>
              <a:rPr lang="en-US" sz="1200" b="1">
                <a:solidFill>
                  <a:srgbClr val="455264"/>
                </a:solidFill>
                <a:latin typeface="Inter"/>
                <a:ea typeface="Inter"/>
              </a:rPr>
              <a:t>Action:</a:t>
            </a:r>
            <a:r>
              <a:rPr lang="en-US" sz="1200">
                <a:solidFill>
                  <a:srgbClr val="455264"/>
                </a:solidFill>
                <a:latin typeface="Inter"/>
                <a:ea typeface="Inter"/>
              </a:rPr>
              <a:t> Maintain controlled replenishment and closely monitor stock before reordering.</a:t>
            </a:r>
          </a:p>
        </p:txBody>
      </p:sp>
      <p:sp>
        <p:nvSpPr>
          <p:cNvPr id="6" name="TextBox 5">
            <a:extLst>
              <a:ext uri="{FF2B5EF4-FFF2-40B4-BE49-F238E27FC236}">
                <a16:creationId xmlns:a16="http://schemas.microsoft.com/office/drawing/2014/main" id="{63BD5C48-7491-3DD8-F6E3-3DDDEDDF3C5B}"/>
              </a:ext>
            </a:extLst>
          </p:cNvPr>
          <p:cNvSpPr txBox="1"/>
          <p:nvPr/>
        </p:nvSpPr>
        <p:spPr>
          <a:xfrm>
            <a:off x="7788310" y="1013603"/>
            <a:ext cx="4202409" cy="107721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b="1">
                <a:solidFill>
                  <a:srgbClr val="1E3A8A"/>
                </a:solidFill>
                <a:latin typeface="Inter"/>
                <a:ea typeface="Inter"/>
              </a:rPr>
              <a:t>Increase Replenishment</a:t>
            </a:r>
          </a:p>
          <a:p>
            <a:r>
              <a:rPr lang="en-US" sz="1200" b="1">
                <a:solidFill>
                  <a:srgbClr val="455264"/>
                </a:solidFill>
                <a:latin typeface="Inter"/>
                <a:ea typeface="Inter"/>
              </a:rPr>
              <a:t>High Turnover + Recurring Stockouts</a:t>
            </a:r>
          </a:p>
          <a:p>
            <a:r>
              <a:rPr lang="en-US" sz="1200">
                <a:solidFill>
                  <a:srgbClr val="455264"/>
                </a:solidFill>
                <a:latin typeface="Inter"/>
                <a:ea typeface="Inter"/>
              </a:rPr>
              <a:t>Princess Doll  | Baby Doll Deluxe| </a:t>
            </a:r>
            <a:r>
              <a:rPr lang="en-US" sz="1200" err="1">
                <a:solidFill>
                  <a:srgbClr val="455264"/>
                </a:solidFill>
                <a:latin typeface="Inter"/>
                <a:ea typeface="Inter"/>
              </a:rPr>
              <a:t>SuperHero</a:t>
            </a:r>
            <a:r>
              <a:rPr lang="en-US" sz="1200">
                <a:solidFill>
                  <a:srgbClr val="455264"/>
                </a:solidFill>
                <a:latin typeface="Inter"/>
                <a:ea typeface="Inter"/>
              </a:rPr>
              <a:t> Warrior</a:t>
            </a:r>
          </a:p>
          <a:p>
            <a:pPr algn="ctr"/>
            <a:r>
              <a:rPr lang="en-US" sz="1200">
                <a:solidFill>
                  <a:srgbClr val="455264"/>
                </a:solidFill>
                <a:latin typeface="Inter"/>
                <a:ea typeface="Inter"/>
              </a:rPr>
              <a:t>↓</a:t>
            </a:r>
          </a:p>
          <a:p>
            <a:r>
              <a:rPr lang="en-US" sz="1200" b="1">
                <a:solidFill>
                  <a:srgbClr val="455264"/>
                </a:solidFill>
                <a:latin typeface="Inter"/>
                <a:ea typeface="Inter"/>
              </a:rPr>
              <a:t>Higher reorder point + more frequent replenishment</a:t>
            </a:r>
          </a:p>
        </p:txBody>
      </p:sp>
      <p:sp>
        <p:nvSpPr>
          <p:cNvPr id="7" name="TextBox 6">
            <a:extLst>
              <a:ext uri="{FF2B5EF4-FFF2-40B4-BE49-F238E27FC236}">
                <a16:creationId xmlns:a16="http://schemas.microsoft.com/office/drawing/2014/main" id="{05F25693-9128-CDE1-946F-929D637AF323}"/>
              </a:ext>
            </a:extLst>
          </p:cNvPr>
          <p:cNvSpPr txBox="1"/>
          <p:nvPr/>
        </p:nvSpPr>
        <p:spPr>
          <a:xfrm>
            <a:off x="7823010" y="3371492"/>
            <a:ext cx="4297107" cy="126188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b="1">
                <a:solidFill>
                  <a:srgbClr val="2563EB"/>
                </a:solidFill>
                <a:latin typeface="Inter"/>
                <a:ea typeface="Inter"/>
              </a:rPr>
              <a:t>Controlled Replenishment</a:t>
            </a:r>
          </a:p>
          <a:p>
            <a:r>
              <a:rPr lang="en-US" sz="1200" b="1">
                <a:solidFill>
                  <a:srgbClr val="455264"/>
                </a:solidFill>
                <a:latin typeface="Inter"/>
                <a:ea typeface="Inter"/>
              </a:rPr>
              <a:t>High Excess Inventory + Moderate Turnover</a:t>
            </a:r>
          </a:p>
          <a:p>
            <a:r>
              <a:rPr lang="en-US" sz="1200">
                <a:solidFill>
                  <a:srgbClr val="455264"/>
                </a:solidFill>
                <a:latin typeface="Inter"/>
                <a:ea typeface="Inter"/>
              </a:rPr>
              <a:t>Monopoly Classic</a:t>
            </a:r>
          </a:p>
          <a:p>
            <a:pPr algn="ctr"/>
            <a:r>
              <a:rPr lang="en-US" sz="1200">
                <a:solidFill>
                  <a:srgbClr val="455264"/>
                </a:solidFill>
                <a:latin typeface="Inter"/>
                <a:ea typeface="Inter"/>
              </a:rPr>
              <a:t>↓</a:t>
            </a:r>
          </a:p>
          <a:p>
            <a:r>
              <a:rPr lang="en-US" sz="1200" b="1">
                <a:solidFill>
                  <a:srgbClr val="455264"/>
                </a:solidFill>
                <a:latin typeface="Inter"/>
                <a:ea typeface="Inter"/>
              </a:rPr>
              <a:t>Avoid aggressive replenishment; review inventory before reordering.</a:t>
            </a:r>
          </a:p>
        </p:txBody>
      </p:sp>
      <p:graphicFrame>
        <p:nvGraphicFramePr>
          <p:cNvPr id="10" name="Table 9">
            <a:extLst>
              <a:ext uri="{FF2B5EF4-FFF2-40B4-BE49-F238E27FC236}">
                <a16:creationId xmlns:a16="http://schemas.microsoft.com/office/drawing/2014/main" id="{A6F8BB8B-51CB-78F3-109D-6BC2C10A7126}"/>
              </a:ext>
            </a:extLst>
          </p:cNvPr>
          <p:cNvGraphicFramePr>
            <a:graphicFrameLocks noGrp="1"/>
          </p:cNvGraphicFramePr>
          <p:nvPr>
            <p:extLst>
              <p:ext uri="{D42A27DB-BD31-4B8C-83A1-F6EECF244321}">
                <p14:modId xmlns:p14="http://schemas.microsoft.com/office/powerpoint/2010/main" val="3562734683"/>
              </p:ext>
            </p:extLst>
          </p:nvPr>
        </p:nvGraphicFramePr>
        <p:xfrm>
          <a:off x="201283" y="1006415"/>
          <a:ext cx="7489993" cy="3533570"/>
        </p:xfrm>
        <a:graphic>
          <a:graphicData uri="http://schemas.openxmlformats.org/drawingml/2006/table">
            <a:tbl>
              <a:tblPr bandRow="1">
                <a:tableStyleId>{EC57BB94-E2DB-4D90-90F7-BE6D081111AD}</a:tableStyleId>
              </a:tblPr>
              <a:tblGrid>
                <a:gridCol w="1376518">
                  <a:extLst>
                    <a:ext uri="{9D8B030D-6E8A-4147-A177-3AD203B41FA5}">
                      <a16:colId xmlns:a16="http://schemas.microsoft.com/office/drawing/2014/main" val="2845360309"/>
                    </a:ext>
                  </a:extLst>
                </a:gridCol>
                <a:gridCol w="912367">
                  <a:extLst>
                    <a:ext uri="{9D8B030D-6E8A-4147-A177-3AD203B41FA5}">
                      <a16:colId xmlns:a16="http://schemas.microsoft.com/office/drawing/2014/main" val="3737385456"/>
                    </a:ext>
                  </a:extLst>
                </a:gridCol>
                <a:gridCol w="768298">
                  <a:extLst>
                    <a:ext uri="{9D8B030D-6E8A-4147-A177-3AD203B41FA5}">
                      <a16:colId xmlns:a16="http://schemas.microsoft.com/office/drawing/2014/main" val="3868840648"/>
                    </a:ext>
                  </a:extLst>
                </a:gridCol>
                <a:gridCol w="1086255">
                  <a:extLst>
                    <a:ext uri="{9D8B030D-6E8A-4147-A177-3AD203B41FA5}">
                      <a16:colId xmlns:a16="http://schemas.microsoft.com/office/drawing/2014/main" val="1795366038"/>
                    </a:ext>
                  </a:extLst>
                </a:gridCol>
                <a:gridCol w="3346555">
                  <a:extLst>
                    <a:ext uri="{9D8B030D-6E8A-4147-A177-3AD203B41FA5}">
                      <a16:colId xmlns:a16="http://schemas.microsoft.com/office/drawing/2014/main" val="4197291756"/>
                    </a:ext>
                  </a:extLst>
                </a:gridCol>
              </a:tblGrid>
              <a:tr h="497686">
                <a:tc>
                  <a:txBody>
                    <a:bodyPr/>
                    <a:lstStyle/>
                    <a:p>
                      <a:pPr marL="0" marR="0" lvl="0" indent="0" algn="l" rtl="0">
                        <a:lnSpc>
                          <a:spcPct val="100000"/>
                        </a:lnSpc>
                        <a:spcBef>
                          <a:spcPts val="0"/>
                        </a:spcBef>
                        <a:spcAft>
                          <a:spcPts val="0"/>
                        </a:spcAft>
                        <a:buClr>
                          <a:srgbClr val="000000"/>
                        </a:buClr>
                        <a:buFont typeface="Arial"/>
                        <a:buNone/>
                      </a:pPr>
                      <a:r>
                        <a:rPr lang="en-US" sz="900" b="0" i="0" u="none" strike="noStrike" cap="none">
                          <a:solidFill>
                            <a:srgbClr val="475569"/>
                          </a:solidFill>
                          <a:latin typeface="Inter SemiBold"/>
                          <a:ea typeface="Inter SemiBold"/>
                          <a:sym typeface="Arial"/>
                        </a:rPr>
                        <a:t>Product Name</a:t>
                      </a:r>
                    </a:p>
                  </a:txBody>
                  <a:tcPr anchor="ctr">
                    <a:lnL>
                      <a:noFill/>
                    </a:lnL>
                    <a:lnR>
                      <a:noFill/>
                    </a:lnR>
                    <a:lnT>
                      <a:noFill/>
                    </a:lnT>
                    <a:lnB>
                      <a:noFill/>
                    </a:lnB>
                    <a:solidFill>
                      <a:srgbClr val="F8FAFC"/>
                    </a:solidFill>
                  </a:tcPr>
                </a:tc>
                <a:tc>
                  <a:txBody>
                    <a:bodyPr/>
                    <a:lstStyle/>
                    <a:p>
                      <a:pPr marL="0" marR="0" lvl="0" indent="0" algn="l" rtl="0">
                        <a:lnSpc>
                          <a:spcPct val="100000"/>
                        </a:lnSpc>
                        <a:spcBef>
                          <a:spcPts val="0"/>
                        </a:spcBef>
                        <a:spcAft>
                          <a:spcPts val="0"/>
                        </a:spcAft>
                        <a:buClr>
                          <a:srgbClr val="000000"/>
                        </a:buClr>
                        <a:buFont typeface="Arial"/>
                        <a:buNone/>
                      </a:pPr>
                      <a:r>
                        <a:rPr lang="en-US" sz="900" b="0" i="0" u="none" strike="noStrike" cap="none">
                          <a:solidFill>
                            <a:srgbClr val="475569"/>
                          </a:solidFill>
                          <a:latin typeface="Inter SemiBold"/>
                          <a:ea typeface="Inter SemiBold"/>
                          <a:sym typeface="Arial"/>
                        </a:rPr>
                        <a:t>Inventory Turnover</a:t>
                      </a:r>
                    </a:p>
                  </a:txBody>
                  <a:tcPr anchor="ctr">
                    <a:lnL>
                      <a:noFill/>
                    </a:lnL>
                    <a:lnR>
                      <a:noFill/>
                    </a:lnR>
                    <a:lnT>
                      <a:noFill/>
                    </a:lnT>
                    <a:lnB>
                      <a:noFill/>
                    </a:lnB>
                    <a:solidFill>
                      <a:srgbClr val="F8FAFC"/>
                    </a:solidFill>
                  </a:tcPr>
                </a:tc>
                <a:tc>
                  <a:txBody>
                    <a:bodyPr/>
                    <a:lstStyle/>
                    <a:p>
                      <a:pPr marL="0" marR="0" lvl="0" indent="0" algn="l" rtl="0">
                        <a:lnSpc>
                          <a:spcPct val="100000"/>
                        </a:lnSpc>
                        <a:spcBef>
                          <a:spcPts val="0"/>
                        </a:spcBef>
                        <a:spcAft>
                          <a:spcPts val="0"/>
                        </a:spcAft>
                        <a:buClr>
                          <a:srgbClr val="000000"/>
                        </a:buClr>
                        <a:buFont typeface="Arial"/>
                        <a:buNone/>
                      </a:pPr>
                      <a:r>
                        <a:rPr lang="en-US" sz="900" b="0" i="0" u="none" strike="noStrike" cap="none">
                          <a:solidFill>
                            <a:srgbClr val="475569"/>
                          </a:solidFill>
                          <a:latin typeface="Inter SemiBold"/>
                          <a:ea typeface="Inter SemiBold"/>
                          <a:sym typeface="Arial"/>
                        </a:rPr>
                        <a:t>Stockout Count</a:t>
                      </a:r>
                    </a:p>
                  </a:txBody>
                  <a:tcPr anchor="ctr">
                    <a:lnL>
                      <a:noFill/>
                    </a:lnL>
                    <a:lnR>
                      <a:noFill/>
                    </a:lnR>
                    <a:lnT>
                      <a:noFill/>
                    </a:lnT>
                    <a:lnB>
                      <a:noFill/>
                    </a:lnB>
                    <a:solidFill>
                      <a:srgbClr val="F8FAFC"/>
                    </a:solidFill>
                  </a:tcPr>
                </a:tc>
                <a:tc>
                  <a:txBody>
                    <a:bodyPr/>
                    <a:lstStyle/>
                    <a:p>
                      <a:pPr marL="0" marR="0" lvl="0" indent="0" algn="l" rtl="0">
                        <a:lnSpc>
                          <a:spcPct val="100000"/>
                        </a:lnSpc>
                        <a:spcBef>
                          <a:spcPts val="0"/>
                        </a:spcBef>
                        <a:spcAft>
                          <a:spcPts val="0"/>
                        </a:spcAft>
                        <a:buClr>
                          <a:srgbClr val="000000"/>
                        </a:buClr>
                        <a:buFont typeface="Arial"/>
                        <a:buNone/>
                      </a:pPr>
                      <a:r>
                        <a:rPr lang="en-US" sz="900" b="0" i="0" u="none" strike="noStrike" cap="none">
                          <a:solidFill>
                            <a:srgbClr val="475569"/>
                          </a:solidFill>
                          <a:latin typeface="Inter SemiBold"/>
                          <a:ea typeface="Inter SemiBold"/>
                          <a:sym typeface="Arial"/>
                        </a:rPr>
                        <a:t>Excess Inventory Value</a:t>
                      </a:r>
                    </a:p>
                  </a:txBody>
                  <a:tcPr anchor="ctr">
                    <a:lnL>
                      <a:noFill/>
                    </a:lnL>
                    <a:lnR>
                      <a:noFill/>
                    </a:lnR>
                    <a:lnT>
                      <a:noFill/>
                    </a:lnT>
                    <a:lnB>
                      <a:noFill/>
                    </a:lnB>
                    <a:solidFill>
                      <a:srgbClr val="F8FAFC"/>
                    </a:solidFill>
                  </a:tcPr>
                </a:tc>
                <a:tc>
                  <a:txBody>
                    <a:bodyPr/>
                    <a:lstStyle/>
                    <a:p>
                      <a:pPr marL="0" marR="0" lvl="0" indent="0" algn="l" rtl="0">
                        <a:lnSpc>
                          <a:spcPct val="100000"/>
                        </a:lnSpc>
                        <a:spcBef>
                          <a:spcPts val="0"/>
                        </a:spcBef>
                        <a:spcAft>
                          <a:spcPts val="0"/>
                        </a:spcAft>
                        <a:buClr>
                          <a:srgbClr val="000000"/>
                        </a:buClr>
                        <a:buFont typeface="Arial"/>
                        <a:buNone/>
                      </a:pPr>
                      <a:r>
                        <a:rPr lang="en-US" sz="900" b="0" i="0" u="none" strike="noStrike" cap="none">
                          <a:solidFill>
                            <a:srgbClr val="475569"/>
                          </a:solidFill>
                          <a:latin typeface="Inter SemiBold"/>
                          <a:ea typeface="Inter SemiBold"/>
                          <a:sym typeface="Arial"/>
                        </a:rPr>
                        <a:t>Recommended Action</a:t>
                      </a:r>
                    </a:p>
                  </a:txBody>
                  <a:tcPr anchor="ctr">
                    <a:lnL>
                      <a:noFill/>
                    </a:lnL>
                    <a:lnR>
                      <a:noFill/>
                    </a:lnR>
                    <a:lnT>
                      <a:noFill/>
                    </a:lnT>
                    <a:lnB>
                      <a:noFill/>
                    </a:lnB>
                    <a:solidFill>
                      <a:srgbClr val="F8FAFC"/>
                    </a:solidFill>
                  </a:tcPr>
                </a:tc>
                <a:extLst>
                  <a:ext uri="{0D108BD9-81ED-4DB2-BD59-A6C34878D82A}">
                    <a16:rowId xmlns:a16="http://schemas.microsoft.com/office/drawing/2014/main" val="1164211559"/>
                  </a:ext>
                </a:extLst>
              </a:tr>
              <a:tr h="248843">
                <a:tc>
                  <a:txBody>
                    <a:bodyPr/>
                    <a:lstStyle/>
                    <a:p>
                      <a:pPr marL="0" marR="0" lvl="0" indent="0" algn="l" rtl="0">
                        <a:lnSpc>
                          <a:spcPct val="100000"/>
                        </a:lnSpc>
                        <a:spcBef>
                          <a:spcPts val="0"/>
                        </a:spcBef>
                        <a:spcAft>
                          <a:spcPts val="0"/>
                        </a:spcAft>
                        <a:buClr>
                          <a:srgbClr val="000000"/>
                        </a:buClr>
                        <a:buFont typeface="Arial"/>
                        <a:buNone/>
                      </a:pPr>
                      <a:r>
                        <a:rPr lang="en-US" sz="900" b="1" i="0" u="none" strike="noStrike" cap="none">
                          <a:solidFill>
                            <a:srgbClr val="334155"/>
                          </a:solidFill>
                          <a:latin typeface="Inter"/>
                          <a:ea typeface="Inter"/>
                          <a:sym typeface="Arial"/>
                        </a:rPr>
                        <a:t>Princess Doll</a:t>
                      </a:r>
                    </a:p>
                  </a:txBody>
                  <a:tcPr anchor="ctr">
                    <a:lnL>
                      <a:noFill/>
                    </a:lnL>
                    <a:lnR>
                      <a:noFill/>
                    </a:lnR>
                    <a:lnT>
                      <a:noFill/>
                    </a:lnT>
                    <a:lnB>
                      <a:noFill/>
                    </a:lnB>
                    <a:solidFill>
                      <a:srgbClr val="FFFFFF"/>
                    </a:solidFill>
                  </a:tcPr>
                </a:tc>
                <a:tc>
                  <a:txBody>
                    <a:bodyPr/>
                    <a:lstStyle/>
                    <a:p>
                      <a:pPr marL="0" marR="0" lvl="0" indent="0" algn="l" rtl="0">
                        <a:lnSpc>
                          <a:spcPct val="100000"/>
                        </a:lnSpc>
                        <a:spcBef>
                          <a:spcPts val="0"/>
                        </a:spcBef>
                        <a:spcAft>
                          <a:spcPts val="0"/>
                        </a:spcAft>
                        <a:buClr>
                          <a:srgbClr val="000000"/>
                        </a:buClr>
                        <a:buFont typeface="Arial"/>
                        <a:buNone/>
                      </a:pPr>
                      <a:r>
                        <a:rPr lang="en-US" sz="975" b="1" i="0" u="none" strike="noStrike" cap="none">
                          <a:solidFill>
                            <a:srgbClr val="15803D"/>
                          </a:solidFill>
                          <a:latin typeface="Inter"/>
                          <a:ea typeface="Inter"/>
                          <a:sym typeface="Arial"/>
                        </a:rPr>
                        <a:t>63.32</a:t>
                      </a:r>
                    </a:p>
                  </a:txBody>
                  <a:tcPr anchor="ctr">
                    <a:lnL>
                      <a:noFill/>
                    </a:lnL>
                    <a:lnR>
                      <a:noFill/>
                    </a:lnR>
                    <a:lnT>
                      <a:noFill/>
                    </a:lnT>
                    <a:lnB>
                      <a:noFill/>
                    </a:lnB>
                    <a:solidFill>
                      <a:srgbClr val="FFFFFF"/>
                    </a:solidFill>
                  </a:tcPr>
                </a:tc>
                <a:tc>
                  <a:txBody>
                    <a:bodyPr/>
                    <a:lstStyle/>
                    <a:p>
                      <a:pPr marL="0" marR="0" lvl="0" indent="0" algn="l" rtl="0">
                        <a:lnSpc>
                          <a:spcPct val="100000"/>
                        </a:lnSpc>
                        <a:spcBef>
                          <a:spcPts val="0"/>
                        </a:spcBef>
                        <a:spcAft>
                          <a:spcPts val="0"/>
                        </a:spcAft>
                        <a:buClr>
                          <a:srgbClr val="000000"/>
                        </a:buClr>
                        <a:buFont typeface="Arial"/>
                        <a:buNone/>
                      </a:pPr>
                      <a:r>
                        <a:rPr lang="en-US" sz="900" b="1" i="0" u="none" strike="noStrike" cap="none">
                          <a:solidFill>
                            <a:srgbClr val="B91C1C"/>
                          </a:solidFill>
                          <a:latin typeface="Inter"/>
                          <a:ea typeface="Inter"/>
                          <a:sym typeface="Arial"/>
                        </a:rPr>
                        <a:t>5 events</a:t>
                      </a:r>
                    </a:p>
                  </a:txBody>
                  <a:tcPr anchor="ctr">
                    <a:lnL>
                      <a:noFill/>
                    </a:lnL>
                    <a:lnR>
                      <a:noFill/>
                    </a:lnR>
                    <a:lnT>
                      <a:noFill/>
                    </a:lnT>
                    <a:lnB>
                      <a:noFill/>
                    </a:lnB>
                    <a:solidFill>
                      <a:srgbClr val="FFFFFF"/>
                    </a:solidFill>
                  </a:tcPr>
                </a:tc>
                <a:tc>
                  <a:txBody>
                    <a:bodyPr/>
                    <a:lstStyle/>
                    <a:p>
                      <a:pPr marL="0" marR="0" lvl="0" indent="0" algn="l" rtl="0">
                        <a:lnSpc>
                          <a:spcPct val="100000"/>
                        </a:lnSpc>
                        <a:spcBef>
                          <a:spcPts val="0"/>
                        </a:spcBef>
                        <a:spcAft>
                          <a:spcPts val="0"/>
                        </a:spcAft>
                        <a:buClr>
                          <a:srgbClr val="000000"/>
                        </a:buClr>
                        <a:buFont typeface="Arial"/>
                        <a:buNone/>
                      </a:pPr>
                      <a:r>
                        <a:rPr lang="en-US" sz="900" b="0" i="0" u="none" strike="noStrike" cap="none">
                          <a:solidFill>
                            <a:srgbClr val="334155"/>
                          </a:solidFill>
                          <a:latin typeface="Inter"/>
                          <a:ea typeface="Inter"/>
                          <a:sym typeface="Arial"/>
                        </a:rPr>
                        <a:t>₹19.29M</a:t>
                      </a:r>
                    </a:p>
                  </a:txBody>
                  <a:tcPr anchor="ctr">
                    <a:lnL>
                      <a:noFill/>
                    </a:lnL>
                    <a:lnR>
                      <a:noFill/>
                    </a:lnR>
                    <a:lnT>
                      <a:noFill/>
                    </a:lnT>
                    <a:lnB>
                      <a:noFill/>
                    </a:lnB>
                    <a:solidFill>
                      <a:srgbClr val="FFFFFF"/>
                    </a:solidFill>
                  </a:tcPr>
                </a:tc>
                <a:tc>
                  <a:txBody>
                    <a:bodyPr/>
                    <a:lstStyle/>
                    <a:p>
                      <a:pPr marL="0" marR="0" lvl="0" indent="0" algn="l" rtl="0">
                        <a:lnSpc>
                          <a:spcPct val="100000"/>
                        </a:lnSpc>
                        <a:spcBef>
                          <a:spcPts val="0"/>
                        </a:spcBef>
                        <a:spcAft>
                          <a:spcPts val="0"/>
                        </a:spcAft>
                        <a:buClr>
                          <a:srgbClr val="000000"/>
                        </a:buClr>
                        <a:buFont typeface="Arial"/>
                        <a:buNone/>
                      </a:pPr>
                      <a:r>
                        <a:rPr lang="en-US" sz="900" b="0" i="0" u="none" strike="noStrike" cap="none">
                          <a:solidFill>
                            <a:srgbClr val="334155"/>
                          </a:solidFill>
                          <a:latin typeface="Inter"/>
                          <a:ea typeface="Inter"/>
                          <a:sym typeface="Arial"/>
                        </a:rPr>
                        <a:t>Increase ROP &amp; safety stock; replenish more frequently</a:t>
                      </a:r>
                    </a:p>
                  </a:txBody>
                  <a:tcPr anchor="ctr">
                    <a:lnL>
                      <a:noFill/>
                    </a:lnL>
                    <a:lnR>
                      <a:noFill/>
                    </a:lnR>
                    <a:lnT>
                      <a:noFill/>
                    </a:lnT>
                    <a:lnB>
                      <a:noFill/>
                    </a:lnB>
                    <a:solidFill>
                      <a:srgbClr val="FFFFFF"/>
                    </a:solidFill>
                  </a:tcPr>
                </a:tc>
                <a:extLst>
                  <a:ext uri="{0D108BD9-81ED-4DB2-BD59-A6C34878D82A}">
                    <a16:rowId xmlns:a16="http://schemas.microsoft.com/office/drawing/2014/main" val="1294884569"/>
                  </a:ext>
                </a:extLst>
              </a:tr>
              <a:tr h="331791">
                <a:tc>
                  <a:txBody>
                    <a:bodyPr/>
                    <a:lstStyle/>
                    <a:p>
                      <a:pPr marL="0" marR="0" lvl="0" indent="0" algn="l" rtl="0">
                        <a:lnSpc>
                          <a:spcPct val="100000"/>
                        </a:lnSpc>
                        <a:spcBef>
                          <a:spcPts val="0"/>
                        </a:spcBef>
                        <a:spcAft>
                          <a:spcPts val="0"/>
                        </a:spcAft>
                        <a:buClr>
                          <a:srgbClr val="000000"/>
                        </a:buClr>
                        <a:buFont typeface="Arial"/>
                        <a:buNone/>
                      </a:pPr>
                      <a:r>
                        <a:rPr lang="en-US" sz="900" b="1" i="0" u="none" strike="noStrike" cap="none">
                          <a:solidFill>
                            <a:srgbClr val="334155"/>
                          </a:solidFill>
                          <a:latin typeface="Inter"/>
                          <a:ea typeface="Inter"/>
                          <a:sym typeface="Arial"/>
                        </a:rPr>
                        <a:t>Baby Doll Deluxe</a:t>
                      </a:r>
                    </a:p>
                  </a:txBody>
                  <a:tcPr anchor="ctr">
                    <a:lnL>
                      <a:noFill/>
                    </a:lnL>
                    <a:lnR>
                      <a:noFill/>
                    </a:lnR>
                    <a:lnT>
                      <a:noFill/>
                    </a:lnT>
                    <a:lnB>
                      <a:noFill/>
                    </a:lnB>
                    <a:solidFill>
                      <a:srgbClr val="FFFFFF"/>
                    </a:solidFill>
                  </a:tcPr>
                </a:tc>
                <a:tc>
                  <a:txBody>
                    <a:bodyPr/>
                    <a:lstStyle/>
                    <a:p>
                      <a:pPr marL="0" marR="0" lvl="0" indent="0" algn="l" rtl="0">
                        <a:lnSpc>
                          <a:spcPct val="100000"/>
                        </a:lnSpc>
                        <a:spcBef>
                          <a:spcPts val="0"/>
                        </a:spcBef>
                        <a:spcAft>
                          <a:spcPts val="0"/>
                        </a:spcAft>
                        <a:buClr>
                          <a:srgbClr val="000000"/>
                        </a:buClr>
                        <a:buFont typeface="Arial"/>
                        <a:buNone/>
                      </a:pPr>
                      <a:r>
                        <a:rPr lang="en-US" sz="975" b="1" i="0" u="none" strike="noStrike" cap="none">
                          <a:solidFill>
                            <a:srgbClr val="15803D"/>
                          </a:solidFill>
                          <a:latin typeface="Inter"/>
                          <a:ea typeface="Inter"/>
                          <a:sym typeface="Arial"/>
                        </a:rPr>
                        <a:t>62.71</a:t>
                      </a:r>
                    </a:p>
                  </a:txBody>
                  <a:tcPr anchor="ctr">
                    <a:lnL>
                      <a:noFill/>
                    </a:lnL>
                    <a:lnR>
                      <a:noFill/>
                    </a:lnR>
                    <a:lnT>
                      <a:noFill/>
                    </a:lnT>
                    <a:lnB>
                      <a:noFill/>
                    </a:lnB>
                    <a:solidFill>
                      <a:srgbClr val="FFFFFF"/>
                    </a:solidFill>
                  </a:tcPr>
                </a:tc>
                <a:tc>
                  <a:txBody>
                    <a:bodyPr/>
                    <a:lstStyle/>
                    <a:p>
                      <a:pPr marL="0" marR="0" lvl="0" indent="0" algn="l" rtl="0">
                        <a:lnSpc>
                          <a:spcPct val="100000"/>
                        </a:lnSpc>
                        <a:spcBef>
                          <a:spcPts val="0"/>
                        </a:spcBef>
                        <a:spcAft>
                          <a:spcPts val="0"/>
                        </a:spcAft>
                        <a:buClr>
                          <a:srgbClr val="000000"/>
                        </a:buClr>
                        <a:buFont typeface="Arial"/>
                        <a:buNone/>
                      </a:pPr>
                      <a:r>
                        <a:rPr lang="en-US" sz="900" b="1" i="0" u="none" strike="noStrike" cap="none">
                          <a:solidFill>
                            <a:srgbClr val="B45309"/>
                          </a:solidFill>
                          <a:latin typeface="Inter"/>
                          <a:ea typeface="Inter"/>
                          <a:sym typeface="Arial"/>
                        </a:rPr>
                        <a:t>2 events</a:t>
                      </a:r>
                    </a:p>
                  </a:txBody>
                  <a:tcPr anchor="ctr">
                    <a:lnL>
                      <a:noFill/>
                    </a:lnL>
                    <a:lnR>
                      <a:noFill/>
                    </a:lnR>
                    <a:lnT>
                      <a:noFill/>
                    </a:lnT>
                    <a:lnB>
                      <a:noFill/>
                    </a:lnB>
                    <a:solidFill>
                      <a:srgbClr val="FFFFFF"/>
                    </a:solidFill>
                  </a:tcPr>
                </a:tc>
                <a:tc>
                  <a:txBody>
                    <a:bodyPr/>
                    <a:lstStyle/>
                    <a:p>
                      <a:pPr marL="0" marR="0" lvl="0" indent="0" algn="l" rtl="0">
                        <a:lnSpc>
                          <a:spcPct val="100000"/>
                        </a:lnSpc>
                        <a:spcBef>
                          <a:spcPts val="0"/>
                        </a:spcBef>
                        <a:spcAft>
                          <a:spcPts val="0"/>
                        </a:spcAft>
                        <a:buClr>
                          <a:srgbClr val="000000"/>
                        </a:buClr>
                        <a:buFont typeface="Arial"/>
                        <a:buNone/>
                      </a:pPr>
                      <a:r>
                        <a:rPr lang="en-US" sz="900" b="0" i="0" u="none" strike="noStrike" cap="none">
                          <a:solidFill>
                            <a:srgbClr val="334155"/>
                          </a:solidFill>
                          <a:latin typeface="Inter"/>
                          <a:ea typeface="Inter"/>
                          <a:sym typeface="Arial"/>
                        </a:rPr>
                        <a:t>₹24.33M</a:t>
                      </a:r>
                    </a:p>
                  </a:txBody>
                  <a:tcPr anchor="ctr">
                    <a:lnL>
                      <a:noFill/>
                    </a:lnL>
                    <a:lnR>
                      <a:noFill/>
                    </a:lnR>
                    <a:lnT>
                      <a:noFill/>
                    </a:lnT>
                    <a:lnB>
                      <a:noFill/>
                    </a:lnB>
                    <a:solidFill>
                      <a:srgbClr val="FFFFFF"/>
                    </a:solidFill>
                  </a:tcPr>
                </a:tc>
                <a:tc>
                  <a:txBody>
                    <a:bodyPr/>
                    <a:lstStyle/>
                    <a:p>
                      <a:pPr marL="0" marR="0" lvl="0" indent="0" algn="l" rtl="0">
                        <a:lnSpc>
                          <a:spcPct val="100000"/>
                        </a:lnSpc>
                        <a:spcBef>
                          <a:spcPts val="0"/>
                        </a:spcBef>
                        <a:spcAft>
                          <a:spcPts val="0"/>
                        </a:spcAft>
                        <a:buClr>
                          <a:srgbClr val="000000"/>
                        </a:buClr>
                        <a:buFont typeface="Arial"/>
                        <a:buNone/>
                      </a:pPr>
                      <a:r>
                        <a:rPr lang="en-US" sz="900" b="0" i="0" u="none" strike="noStrike" cap="none">
                          <a:solidFill>
                            <a:srgbClr val="334155"/>
                          </a:solidFill>
                          <a:latin typeface="Inter"/>
                          <a:ea typeface="Inter"/>
                          <a:sym typeface="Arial"/>
                        </a:rPr>
                        <a:t>Increase ROP selectively; monitor excess stock closely</a:t>
                      </a:r>
                    </a:p>
                  </a:txBody>
                  <a:tcPr anchor="ctr">
                    <a:lnL>
                      <a:noFill/>
                    </a:lnL>
                    <a:lnR>
                      <a:noFill/>
                    </a:lnR>
                    <a:lnT>
                      <a:noFill/>
                    </a:lnT>
                    <a:lnB>
                      <a:noFill/>
                    </a:lnB>
                    <a:solidFill>
                      <a:srgbClr val="FFFFFF"/>
                    </a:solidFill>
                  </a:tcPr>
                </a:tc>
                <a:extLst>
                  <a:ext uri="{0D108BD9-81ED-4DB2-BD59-A6C34878D82A}">
                    <a16:rowId xmlns:a16="http://schemas.microsoft.com/office/drawing/2014/main" val="847481442"/>
                  </a:ext>
                </a:extLst>
              </a:tr>
              <a:tr h="331791">
                <a:tc>
                  <a:txBody>
                    <a:bodyPr/>
                    <a:lstStyle/>
                    <a:p>
                      <a:pPr marL="0" marR="0" lvl="0" indent="0" algn="l" rtl="0">
                        <a:lnSpc>
                          <a:spcPct val="100000"/>
                        </a:lnSpc>
                        <a:spcBef>
                          <a:spcPts val="0"/>
                        </a:spcBef>
                        <a:spcAft>
                          <a:spcPts val="0"/>
                        </a:spcAft>
                        <a:buClr>
                          <a:srgbClr val="000000"/>
                        </a:buClr>
                        <a:buFont typeface="Arial"/>
                        <a:buNone/>
                      </a:pPr>
                      <a:r>
                        <a:rPr lang="en-US" sz="900" b="1" i="0" u="none" strike="noStrike" cap="none">
                          <a:solidFill>
                            <a:srgbClr val="334155"/>
                          </a:solidFill>
                          <a:latin typeface="Inter"/>
                          <a:ea typeface="Inter"/>
                          <a:sym typeface="Arial"/>
                        </a:rPr>
                        <a:t>Robo Defender</a:t>
                      </a:r>
                    </a:p>
                  </a:txBody>
                  <a:tcPr anchor="ctr">
                    <a:lnL>
                      <a:noFill/>
                    </a:lnL>
                    <a:lnR>
                      <a:noFill/>
                    </a:lnR>
                    <a:lnT>
                      <a:noFill/>
                    </a:lnT>
                    <a:lnB>
                      <a:noFill/>
                    </a:lnB>
                    <a:solidFill>
                      <a:srgbClr val="FFFFFF"/>
                    </a:solidFill>
                  </a:tcPr>
                </a:tc>
                <a:tc>
                  <a:txBody>
                    <a:bodyPr/>
                    <a:lstStyle/>
                    <a:p>
                      <a:pPr marL="0" marR="0" lvl="0" indent="0" algn="l" rtl="0">
                        <a:lnSpc>
                          <a:spcPct val="100000"/>
                        </a:lnSpc>
                        <a:spcBef>
                          <a:spcPts val="0"/>
                        </a:spcBef>
                        <a:spcAft>
                          <a:spcPts val="0"/>
                        </a:spcAft>
                        <a:buClr>
                          <a:srgbClr val="000000"/>
                        </a:buClr>
                        <a:buFont typeface="Arial"/>
                        <a:buNone/>
                      </a:pPr>
                      <a:r>
                        <a:rPr lang="en-US" sz="900" b="0" i="0" u="none" strike="noStrike" cap="none">
                          <a:solidFill>
                            <a:srgbClr val="334155"/>
                          </a:solidFill>
                          <a:latin typeface="Inter"/>
                          <a:ea typeface="Inter"/>
                          <a:sym typeface="Arial"/>
                        </a:rPr>
                        <a:t>56.61</a:t>
                      </a:r>
                    </a:p>
                  </a:txBody>
                  <a:tcPr anchor="ctr">
                    <a:lnL>
                      <a:noFill/>
                    </a:lnL>
                    <a:lnR>
                      <a:noFill/>
                    </a:lnR>
                    <a:lnT>
                      <a:noFill/>
                    </a:lnT>
                    <a:lnB>
                      <a:noFill/>
                    </a:lnB>
                    <a:solidFill>
                      <a:srgbClr val="FFFFFF"/>
                    </a:solidFill>
                  </a:tcPr>
                </a:tc>
                <a:tc>
                  <a:txBody>
                    <a:bodyPr/>
                    <a:lstStyle/>
                    <a:p>
                      <a:pPr marL="0" marR="0" lvl="0" indent="0" algn="l" rtl="0">
                        <a:lnSpc>
                          <a:spcPct val="100000"/>
                        </a:lnSpc>
                        <a:spcBef>
                          <a:spcPts val="0"/>
                        </a:spcBef>
                        <a:spcAft>
                          <a:spcPts val="0"/>
                        </a:spcAft>
                        <a:buClr>
                          <a:srgbClr val="000000"/>
                        </a:buClr>
                        <a:buFont typeface="Arial"/>
                        <a:buNone/>
                      </a:pPr>
                      <a:r>
                        <a:rPr lang="en-US" sz="900" b="0" i="0" u="none" strike="noStrike" cap="none">
                          <a:solidFill>
                            <a:srgbClr val="334155"/>
                          </a:solidFill>
                          <a:latin typeface="Inter"/>
                          <a:ea typeface="Inter"/>
                          <a:sym typeface="Arial"/>
                        </a:rPr>
                        <a:t>0</a:t>
                      </a:r>
                    </a:p>
                  </a:txBody>
                  <a:tcPr anchor="ctr">
                    <a:lnL>
                      <a:noFill/>
                    </a:lnL>
                    <a:lnR>
                      <a:noFill/>
                    </a:lnR>
                    <a:lnT>
                      <a:noFill/>
                    </a:lnT>
                    <a:lnB>
                      <a:noFill/>
                    </a:lnB>
                    <a:solidFill>
                      <a:srgbClr val="FFFFFF"/>
                    </a:solidFill>
                  </a:tcPr>
                </a:tc>
                <a:tc>
                  <a:txBody>
                    <a:bodyPr/>
                    <a:lstStyle/>
                    <a:p>
                      <a:pPr marL="0" marR="0" lvl="0" indent="0" algn="l" rtl="0">
                        <a:lnSpc>
                          <a:spcPct val="100000"/>
                        </a:lnSpc>
                        <a:spcBef>
                          <a:spcPts val="0"/>
                        </a:spcBef>
                        <a:spcAft>
                          <a:spcPts val="0"/>
                        </a:spcAft>
                        <a:buClr>
                          <a:srgbClr val="000000"/>
                        </a:buClr>
                        <a:buFont typeface="Arial"/>
                        <a:buNone/>
                      </a:pPr>
                      <a:r>
                        <a:rPr lang="en-US" sz="900" b="0" i="0" u="none" strike="noStrike" cap="none">
                          <a:solidFill>
                            <a:srgbClr val="334155"/>
                          </a:solidFill>
                          <a:latin typeface="Inter"/>
                          <a:ea typeface="Inter"/>
                          <a:sym typeface="Arial"/>
                        </a:rPr>
                        <a:t>₹29.91M</a:t>
                      </a:r>
                    </a:p>
                  </a:txBody>
                  <a:tcPr anchor="ctr">
                    <a:lnL>
                      <a:noFill/>
                    </a:lnL>
                    <a:lnR>
                      <a:noFill/>
                    </a:lnR>
                    <a:lnT>
                      <a:noFill/>
                    </a:lnT>
                    <a:lnB>
                      <a:noFill/>
                    </a:lnB>
                    <a:solidFill>
                      <a:srgbClr val="FFFFFF"/>
                    </a:solidFill>
                  </a:tcPr>
                </a:tc>
                <a:tc>
                  <a:txBody>
                    <a:bodyPr/>
                    <a:lstStyle/>
                    <a:p>
                      <a:pPr marL="0" marR="0" lvl="0" indent="0" algn="l" rtl="0">
                        <a:lnSpc>
                          <a:spcPct val="100000"/>
                        </a:lnSpc>
                        <a:spcBef>
                          <a:spcPts val="0"/>
                        </a:spcBef>
                        <a:spcAft>
                          <a:spcPts val="0"/>
                        </a:spcAft>
                        <a:buClr>
                          <a:srgbClr val="000000"/>
                        </a:buClr>
                        <a:buFont typeface="Arial"/>
                        <a:buNone/>
                      </a:pPr>
                      <a:r>
                        <a:rPr lang="en-US" sz="900" b="0" i="0" u="none" strike="noStrike" cap="none">
                          <a:solidFill>
                            <a:srgbClr val="334155"/>
                          </a:solidFill>
                          <a:latin typeface="Inter"/>
                          <a:ea typeface="Inter"/>
                          <a:sym typeface="Arial"/>
                        </a:rPr>
                        <a:t>Maintain ROP; reduce order quantity to control excess</a:t>
                      </a:r>
                    </a:p>
                  </a:txBody>
                  <a:tcPr anchor="ctr">
                    <a:lnL>
                      <a:noFill/>
                    </a:lnL>
                    <a:lnR>
                      <a:noFill/>
                    </a:lnR>
                    <a:lnT>
                      <a:noFill/>
                    </a:lnT>
                    <a:lnB>
                      <a:noFill/>
                    </a:lnB>
                    <a:solidFill>
                      <a:srgbClr val="FFFFFF"/>
                    </a:solidFill>
                  </a:tcPr>
                </a:tc>
                <a:extLst>
                  <a:ext uri="{0D108BD9-81ED-4DB2-BD59-A6C34878D82A}">
                    <a16:rowId xmlns:a16="http://schemas.microsoft.com/office/drawing/2014/main" val="2494735306"/>
                  </a:ext>
                </a:extLst>
              </a:tr>
              <a:tr h="331791">
                <a:tc>
                  <a:txBody>
                    <a:bodyPr/>
                    <a:lstStyle/>
                    <a:p>
                      <a:pPr marL="0" marR="0" lvl="0" indent="0" algn="l" rtl="0">
                        <a:lnSpc>
                          <a:spcPct val="100000"/>
                        </a:lnSpc>
                        <a:spcBef>
                          <a:spcPts val="0"/>
                        </a:spcBef>
                        <a:spcAft>
                          <a:spcPts val="0"/>
                        </a:spcAft>
                        <a:buClr>
                          <a:srgbClr val="000000"/>
                        </a:buClr>
                        <a:buFont typeface="Arial"/>
                        <a:buNone/>
                      </a:pPr>
                      <a:r>
                        <a:rPr lang="en-US" sz="900" b="1" i="0" u="none" strike="noStrike" cap="none" dirty="0" err="1">
                          <a:solidFill>
                            <a:srgbClr val="334155"/>
                          </a:solidFill>
                          <a:latin typeface="Inter"/>
                          <a:ea typeface="Inter"/>
                          <a:sym typeface="Arial"/>
                        </a:rPr>
                        <a:t>SuperHero</a:t>
                      </a:r>
                      <a:r>
                        <a:rPr lang="en-US" sz="900" b="1" i="0" u="none" strike="noStrike" cap="none" dirty="0">
                          <a:solidFill>
                            <a:srgbClr val="334155"/>
                          </a:solidFill>
                          <a:latin typeface="Inter"/>
                          <a:ea typeface="Inter"/>
                          <a:sym typeface="Arial"/>
                        </a:rPr>
                        <a:t> Warrior</a:t>
                      </a:r>
                    </a:p>
                  </a:txBody>
                  <a:tcPr anchor="ctr">
                    <a:lnL>
                      <a:noFill/>
                    </a:lnL>
                    <a:lnR>
                      <a:noFill/>
                    </a:lnR>
                    <a:lnT>
                      <a:noFill/>
                    </a:lnT>
                    <a:lnB>
                      <a:noFill/>
                    </a:lnB>
                    <a:solidFill>
                      <a:srgbClr val="FFFFFF"/>
                    </a:solidFill>
                  </a:tcPr>
                </a:tc>
                <a:tc>
                  <a:txBody>
                    <a:bodyPr/>
                    <a:lstStyle/>
                    <a:p>
                      <a:pPr marL="0" marR="0" lvl="0" indent="0" algn="l" rtl="0">
                        <a:lnSpc>
                          <a:spcPct val="100000"/>
                        </a:lnSpc>
                        <a:spcBef>
                          <a:spcPts val="0"/>
                        </a:spcBef>
                        <a:spcAft>
                          <a:spcPts val="0"/>
                        </a:spcAft>
                        <a:buClr>
                          <a:srgbClr val="000000"/>
                        </a:buClr>
                        <a:buFont typeface="Arial"/>
                        <a:buNone/>
                      </a:pPr>
                      <a:r>
                        <a:rPr lang="en-US" sz="900" b="0" i="0" u="none" strike="noStrike" cap="none">
                          <a:solidFill>
                            <a:srgbClr val="334155"/>
                          </a:solidFill>
                          <a:latin typeface="Inter"/>
                          <a:ea typeface="Inter"/>
                          <a:sym typeface="Arial"/>
                        </a:rPr>
                        <a:t>52.49</a:t>
                      </a:r>
                    </a:p>
                  </a:txBody>
                  <a:tcPr anchor="ctr">
                    <a:lnL>
                      <a:noFill/>
                    </a:lnL>
                    <a:lnR>
                      <a:noFill/>
                    </a:lnR>
                    <a:lnT>
                      <a:noFill/>
                    </a:lnT>
                    <a:lnB>
                      <a:noFill/>
                    </a:lnB>
                    <a:solidFill>
                      <a:srgbClr val="FFFFFF"/>
                    </a:solidFill>
                  </a:tcPr>
                </a:tc>
                <a:tc>
                  <a:txBody>
                    <a:bodyPr/>
                    <a:lstStyle/>
                    <a:p>
                      <a:pPr marL="0" marR="0" lvl="0" indent="0" algn="l" rtl="0">
                        <a:lnSpc>
                          <a:spcPct val="100000"/>
                        </a:lnSpc>
                        <a:spcBef>
                          <a:spcPts val="0"/>
                        </a:spcBef>
                        <a:spcAft>
                          <a:spcPts val="0"/>
                        </a:spcAft>
                        <a:buClr>
                          <a:srgbClr val="000000"/>
                        </a:buClr>
                        <a:buFont typeface="Arial"/>
                        <a:buNone/>
                      </a:pPr>
                      <a:r>
                        <a:rPr lang="en-US" sz="900" b="1" i="0" u="none" strike="noStrike" cap="none">
                          <a:solidFill>
                            <a:srgbClr val="B45309"/>
                          </a:solidFill>
                          <a:latin typeface="Inter"/>
                          <a:ea typeface="Inter"/>
                          <a:cs typeface="Calibri"/>
                          <a:sym typeface="Arial"/>
                        </a:rPr>
                        <a:t>2 events</a:t>
                      </a:r>
                    </a:p>
                  </a:txBody>
                  <a:tcPr anchor="ctr">
                    <a:lnL>
                      <a:noFill/>
                    </a:lnL>
                    <a:lnR>
                      <a:noFill/>
                    </a:lnR>
                    <a:lnT>
                      <a:noFill/>
                    </a:lnT>
                    <a:lnB>
                      <a:noFill/>
                    </a:lnB>
                    <a:solidFill>
                      <a:srgbClr val="FFFFFF"/>
                    </a:solidFill>
                  </a:tcPr>
                </a:tc>
                <a:tc>
                  <a:txBody>
                    <a:bodyPr/>
                    <a:lstStyle/>
                    <a:p>
                      <a:pPr marL="0" marR="0" lvl="0" indent="0" algn="l" rtl="0">
                        <a:lnSpc>
                          <a:spcPct val="100000"/>
                        </a:lnSpc>
                        <a:spcBef>
                          <a:spcPts val="0"/>
                        </a:spcBef>
                        <a:spcAft>
                          <a:spcPts val="0"/>
                        </a:spcAft>
                        <a:buClr>
                          <a:srgbClr val="000000"/>
                        </a:buClr>
                        <a:buFont typeface="Arial"/>
                        <a:buNone/>
                      </a:pPr>
                      <a:r>
                        <a:rPr lang="en-US" sz="900" b="0" i="0" u="none" strike="noStrike" cap="none">
                          <a:solidFill>
                            <a:srgbClr val="334155"/>
                          </a:solidFill>
                          <a:latin typeface="Inter"/>
                          <a:ea typeface="Inter"/>
                          <a:sym typeface="Arial"/>
                        </a:rPr>
                        <a:t>₹23.17M</a:t>
                      </a:r>
                    </a:p>
                  </a:txBody>
                  <a:tcPr anchor="ctr">
                    <a:lnL>
                      <a:noFill/>
                    </a:lnL>
                    <a:lnR>
                      <a:noFill/>
                    </a:lnR>
                    <a:lnT>
                      <a:noFill/>
                    </a:lnT>
                    <a:lnB>
                      <a:noFill/>
                    </a:lnB>
                    <a:solidFill>
                      <a:srgbClr val="FFFFFF"/>
                    </a:solidFill>
                  </a:tcPr>
                </a:tc>
                <a:tc>
                  <a:txBody>
                    <a:bodyPr/>
                    <a:lstStyle/>
                    <a:p>
                      <a:pPr marL="0" marR="0" lvl="0" indent="0" algn="l" rtl="0">
                        <a:lnSpc>
                          <a:spcPct val="100000"/>
                        </a:lnSpc>
                        <a:spcBef>
                          <a:spcPts val="0"/>
                        </a:spcBef>
                        <a:spcAft>
                          <a:spcPts val="0"/>
                        </a:spcAft>
                        <a:buClr>
                          <a:srgbClr val="000000"/>
                        </a:buClr>
                        <a:buFont typeface="Arial"/>
                        <a:buNone/>
                      </a:pPr>
                      <a:r>
                        <a:rPr lang="en-US" sz="900" b="0" i="0" u="none" strike="noStrike" cap="none">
                          <a:solidFill>
                            <a:srgbClr val="334155"/>
                          </a:solidFill>
                          <a:latin typeface="Inter"/>
                          <a:ea typeface="Inter"/>
                          <a:sym typeface="Arial"/>
                        </a:rPr>
                        <a:t>Increase ROP moderately; replenish more frequently</a:t>
                      </a:r>
                    </a:p>
                  </a:txBody>
                  <a:tcPr anchor="ctr">
                    <a:lnL>
                      <a:noFill/>
                    </a:lnL>
                    <a:lnR>
                      <a:noFill/>
                    </a:lnR>
                    <a:lnT>
                      <a:noFill/>
                    </a:lnT>
                    <a:lnB>
                      <a:noFill/>
                    </a:lnB>
                    <a:solidFill>
                      <a:srgbClr val="FFFFFF"/>
                    </a:solidFill>
                  </a:tcPr>
                </a:tc>
                <a:extLst>
                  <a:ext uri="{0D108BD9-81ED-4DB2-BD59-A6C34878D82A}">
                    <a16:rowId xmlns:a16="http://schemas.microsoft.com/office/drawing/2014/main" val="2427250293"/>
                  </a:ext>
                </a:extLst>
              </a:tr>
              <a:tr h="331791">
                <a:tc>
                  <a:txBody>
                    <a:bodyPr/>
                    <a:lstStyle/>
                    <a:p>
                      <a:pPr marL="0" marR="0" lvl="0" indent="0" algn="l" rtl="0">
                        <a:lnSpc>
                          <a:spcPct val="100000"/>
                        </a:lnSpc>
                        <a:spcBef>
                          <a:spcPts val="0"/>
                        </a:spcBef>
                        <a:spcAft>
                          <a:spcPts val="0"/>
                        </a:spcAft>
                        <a:buClr>
                          <a:srgbClr val="000000"/>
                        </a:buClr>
                        <a:buFont typeface="Arial"/>
                        <a:buNone/>
                      </a:pPr>
                      <a:r>
                        <a:rPr lang="en-US" sz="900" b="1" i="0" u="none" strike="noStrike" cap="none">
                          <a:solidFill>
                            <a:srgbClr val="334155"/>
                          </a:solidFill>
                          <a:latin typeface="Inter"/>
                          <a:ea typeface="Inter"/>
                          <a:sym typeface="Arial"/>
                        </a:rPr>
                        <a:t>Jigsaw Puzzle 500</a:t>
                      </a:r>
                    </a:p>
                  </a:txBody>
                  <a:tcPr anchor="ctr">
                    <a:lnL>
                      <a:noFill/>
                    </a:lnL>
                    <a:lnR>
                      <a:noFill/>
                    </a:lnR>
                    <a:lnT>
                      <a:noFill/>
                    </a:lnT>
                    <a:lnB>
                      <a:noFill/>
                    </a:lnB>
                    <a:solidFill>
                      <a:srgbClr val="FFFFFF"/>
                    </a:solidFill>
                  </a:tcPr>
                </a:tc>
                <a:tc>
                  <a:txBody>
                    <a:bodyPr/>
                    <a:lstStyle/>
                    <a:p>
                      <a:pPr marL="0" marR="0" lvl="0" indent="0" algn="l" rtl="0">
                        <a:lnSpc>
                          <a:spcPct val="100000"/>
                        </a:lnSpc>
                        <a:spcBef>
                          <a:spcPts val="0"/>
                        </a:spcBef>
                        <a:spcAft>
                          <a:spcPts val="0"/>
                        </a:spcAft>
                        <a:buClr>
                          <a:srgbClr val="000000"/>
                        </a:buClr>
                        <a:buFont typeface="Arial"/>
                        <a:buNone/>
                      </a:pPr>
                      <a:r>
                        <a:rPr lang="en-US" sz="900" b="0" i="0" u="none" strike="noStrike" cap="none">
                          <a:solidFill>
                            <a:srgbClr val="334155"/>
                          </a:solidFill>
                          <a:latin typeface="Inter"/>
                          <a:ea typeface="Inter"/>
                          <a:sym typeface="Arial"/>
                        </a:rPr>
                        <a:t>43.88</a:t>
                      </a:r>
                    </a:p>
                  </a:txBody>
                  <a:tcPr anchor="ctr">
                    <a:lnL>
                      <a:noFill/>
                    </a:lnL>
                    <a:lnR>
                      <a:noFill/>
                    </a:lnR>
                    <a:lnT>
                      <a:noFill/>
                    </a:lnT>
                    <a:lnB>
                      <a:noFill/>
                    </a:lnB>
                    <a:solidFill>
                      <a:srgbClr val="FFFFFF"/>
                    </a:solidFill>
                  </a:tcPr>
                </a:tc>
                <a:tc>
                  <a:txBody>
                    <a:bodyPr/>
                    <a:lstStyle/>
                    <a:p>
                      <a:pPr marL="0" marR="0" lvl="0" indent="0" algn="l" rtl="0">
                        <a:lnSpc>
                          <a:spcPct val="100000"/>
                        </a:lnSpc>
                        <a:spcBef>
                          <a:spcPts val="0"/>
                        </a:spcBef>
                        <a:spcAft>
                          <a:spcPts val="0"/>
                        </a:spcAft>
                        <a:buClr>
                          <a:srgbClr val="000000"/>
                        </a:buClr>
                        <a:buFont typeface="Arial"/>
                        <a:buNone/>
                      </a:pPr>
                      <a:r>
                        <a:rPr lang="en-US" sz="900" b="0" i="0" u="none" strike="noStrike" cap="none">
                          <a:solidFill>
                            <a:srgbClr val="334155"/>
                          </a:solidFill>
                          <a:latin typeface="Inter"/>
                          <a:ea typeface="Inter"/>
                          <a:sym typeface="Arial"/>
                        </a:rPr>
                        <a:t>0</a:t>
                      </a:r>
                    </a:p>
                  </a:txBody>
                  <a:tcPr anchor="ctr">
                    <a:lnL>
                      <a:noFill/>
                    </a:lnL>
                    <a:lnR>
                      <a:noFill/>
                    </a:lnR>
                    <a:lnT>
                      <a:noFill/>
                    </a:lnT>
                    <a:lnB>
                      <a:noFill/>
                    </a:lnB>
                    <a:solidFill>
                      <a:srgbClr val="FFFFFF"/>
                    </a:solidFill>
                  </a:tcPr>
                </a:tc>
                <a:tc>
                  <a:txBody>
                    <a:bodyPr/>
                    <a:lstStyle/>
                    <a:p>
                      <a:pPr marL="0" marR="0" lvl="0" indent="0" algn="l" rtl="0">
                        <a:lnSpc>
                          <a:spcPct val="100000"/>
                        </a:lnSpc>
                        <a:spcBef>
                          <a:spcPts val="0"/>
                        </a:spcBef>
                        <a:spcAft>
                          <a:spcPts val="0"/>
                        </a:spcAft>
                        <a:buClr>
                          <a:srgbClr val="000000"/>
                        </a:buClr>
                        <a:buFont typeface="Arial"/>
                        <a:buNone/>
                      </a:pPr>
                      <a:r>
                        <a:rPr lang="en-US" sz="900" b="0" i="0" u="none" strike="noStrike" cap="none">
                          <a:solidFill>
                            <a:srgbClr val="334155"/>
                          </a:solidFill>
                          <a:latin typeface="Inter"/>
                          <a:ea typeface="Inter"/>
                          <a:sym typeface="Arial"/>
                        </a:rPr>
                        <a:t>₹15.58M</a:t>
                      </a:r>
                    </a:p>
                  </a:txBody>
                  <a:tcPr anchor="ctr">
                    <a:lnL>
                      <a:noFill/>
                    </a:lnL>
                    <a:lnR>
                      <a:noFill/>
                    </a:lnR>
                    <a:lnT>
                      <a:noFill/>
                    </a:lnT>
                    <a:lnB>
                      <a:noFill/>
                    </a:lnB>
                    <a:solidFill>
                      <a:srgbClr val="FFFFFF"/>
                    </a:solidFill>
                  </a:tcPr>
                </a:tc>
                <a:tc>
                  <a:txBody>
                    <a:bodyPr/>
                    <a:lstStyle/>
                    <a:p>
                      <a:pPr marL="0" marR="0" lvl="0" indent="0" algn="l" rtl="0">
                        <a:lnSpc>
                          <a:spcPct val="100000"/>
                        </a:lnSpc>
                        <a:spcBef>
                          <a:spcPts val="0"/>
                        </a:spcBef>
                        <a:spcAft>
                          <a:spcPts val="0"/>
                        </a:spcAft>
                        <a:buClr>
                          <a:srgbClr val="000000"/>
                        </a:buClr>
                        <a:buFont typeface="Arial"/>
                        <a:buNone/>
                      </a:pPr>
                      <a:r>
                        <a:rPr lang="en-US" sz="900" b="0" i="0" u="none" strike="noStrike" cap="none">
                          <a:solidFill>
                            <a:srgbClr val="334155"/>
                          </a:solidFill>
                          <a:latin typeface="Inter"/>
                          <a:ea typeface="Inter"/>
                          <a:sym typeface="Arial"/>
                        </a:rPr>
                        <a:t>Maintain lower ROP; reduce reorder quantity</a:t>
                      </a:r>
                    </a:p>
                  </a:txBody>
                  <a:tcPr anchor="ctr">
                    <a:lnL>
                      <a:noFill/>
                    </a:lnL>
                    <a:lnR>
                      <a:noFill/>
                    </a:lnR>
                    <a:lnT>
                      <a:noFill/>
                    </a:lnT>
                    <a:lnB>
                      <a:noFill/>
                    </a:lnB>
                    <a:solidFill>
                      <a:srgbClr val="FFFFFF"/>
                    </a:solidFill>
                  </a:tcPr>
                </a:tc>
                <a:extLst>
                  <a:ext uri="{0D108BD9-81ED-4DB2-BD59-A6C34878D82A}">
                    <a16:rowId xmlns:a16="http://schemas.microsoft.com/office/drawing/2014/main" val="2899592752"/>
                  </a:ext>
                </a:extLst>
              </a:tr>
              <a:tr h="232252">
                <a:tc>
                  <a:txBody>
                    <a:bodyPr/>
                    <a:lstStyle/>
                    <a:p>
                      <a:pPr marL="0" marR="0" lvl="0" indent="0" algn="l" rtl="0">
                        <a:lnSpc>
                          <a:spcPct val="100000"/>
                        </a:lnSpc>
                        <a:spcBef>
                          <a:spcPts val="0"/>
                        </a:spcBef>
                        <a:spcAft>
                          <a:spcPts val="0"/>
                        </a:spcAft>
                        <a:buClr>
                          <a:srgbClr val="000000"/>
                        </a:buClr>
                        <a:buFont typeface="Arial"/>
                        <a:buNone/>
                      </a:pPr>
                      <a:r>
                        <a:rPr lang="en-US" sz="900" b="1" i="0" u="none" strike="noStrike" cap="none">
                          <a:solidFill>
                            <a:srgbClr val="334155"/>
                          </a:solidFill>
                          <a:latin typeface="Inter"/>
                          <a:ea typeface="Inter"/>
                          <a:sym typeface="Arial"/>
                        </a:rPr>
                        <a:t>Animal Puzzle</a:t>
                      </a:r>
                    </a:p>
                  </a:txBody>
                  <a:tcPr anchor="ctr">
                    <a:lnL>
                      <a:noFill/>
                    </a:lnL>
                    <a:lnR>
                      <a:noFill/>
                    </a:lnR>
                    <a:lnT>
                      <a:noFill/>
                    </a:lnT>
                    <a:lnB>
                      <a:noFill/>
                    </a:lnB>
                    <a:solidFill>
                      <a:srgbClr val="FFFFFF"/>
                    </a:solidFill>
                  </a:tcPr>
                </a:tc>
                <a:tc>
                  <a:txBody>
                    <a:bodyPr/>
                    <a:lstStyle/>
                    <a:p>
                      <a:pPr marL="0" marR="0" lvl="0" indent="0" algn="l" rtl="0">
                        <a:lnSpc>
                          <a:spcPct val="100000"/>
                        </a:lnSpc>
                        <a:spcBef>
                          <a:spcPts val="0"/>
                        </a:spcBef>
                        <a:spcAft>
                          <a:spcPts val="0"/>
                        </a:spcAft>
                        <a:buClr>
                          <a:srgbClr val="000000"/>
                        </a:buClr>
                        <a:buFont typeface="Arial"/>
                        <a:buNone/>
                      </a:pPr>
                      <a:r>
                        <a:rPr lang="en-US" sz="900" b="0" i="0" u="none" strike="noStrike" cap="none">
                          <a:solidFill>
                            <a:srgbClr val="334155"/>
                          </a:solidFill>
                          <a:latin typeface="Inter"/>
                          <a:ea typeface="Inter"/>
                          <a:sym typeface="Arial"/>
                        </a:rPr>
                        <a:t>43.28</a:t>
                      </a:r>
                    </a:p>
                  </a:txBody>
                  <a:tcPr anchor="ctr">
                    <a:lnL>
                      <a:noFill/>
                    </a:lnL>
                    <a:lnR>
                      <a:noFill/>
                    </a:lnR>
                    <a:lnT>
                      <a:noFill/>
                    </a:lnT>
                    <a:lnB>
                      <a:noFill/>
                    </a:lnB>
                    <a:solidFill>
                      <a:srgbClr val="FFFFFF"/>
                    </a:solidFill>
                  </a:tcPr>
                </a:tc>
                <a:tc>
                  <a:txBody>
                    <a:bodyPr/>
                    <a:lstStyle/>
                    <a:p>
                      <a:pPr marL="0" marR="0" lvl="0" indent="0" algn="l" rtl="0">
                        <a:lnSpc>
                          <a:spcPct val="100000"/>
                        </a:lnSpc>
                        <a:spcBef>
                          <a:spcPts val="0"/>
                        </a:spcBef>
                        <a:spcAft>
                          <a:spcPts val="0"/>
                        </a:spcAft>
                        <a:buClr>
                          <a:srgbClr val="000000"/>
                        </a:buClr>
                        <a:buFont typeface="Arial"/>
                        <a:buNone/>
                      </a:pPr>
                      <a:r>
                        <a:rPr lang="en-US" sz="900" b="0" i="0" u="none" strike="noStrike" cap="none">
                          <a:solidFill>
                            <a:srgbClr val="334155"/>
                          </a:solidFill>
                          <a:latin typeface="Inter"/>
                          <a:ea typeface="Inter"/>
                          <a:sym typeface="Arial"/>
                        </a:rPr>
                        <a:t>0</a:t>
                      </a:r>
                    </a:p>
                  </a:txBody>
                  <a:tcPr anchor="ctr">
                    <a:lnL>
                      <a:noFill/>
                    </a:lnL>
                    <a:lnR>
                      <a:noFill/>
                    </a:lnR>
                    <a:lnT>
                      <a:noFill/>
                    </a:lnT>
                    <a:lnB>
                      <a:noFill/>
                    </a:lnB>
                    <a:solidFill>
                      <a:srgbClr val="FFFFFF"/>
                    </a:solidFill>
                  </a:tcPr>
                </a:tc>
                <a:tc>
                  <a:txBody>
                    <a:bodyPr/>
                    <a:lstStyle/>
                    <a:p>
                      <a:pPr marL="0" marR="0" lvl="0" indent="0" algn="l" rtl="0">
                        <a:lnSpc>
                          <a:spcPct val="100000"/>
                        </a:lnSpc>
                        <a:spcBef>
                          <a:spcPts val="0"/>
                        </a:spcBef>
                        <a:spcAft>
                          <a:spcPts val="0"/>
                        </a:spcAft>
                        <a:buClr>
                          <a:srgbClr val="000000"/>
                        </a:buClr>
                        <a:buFont typeface="Arial"/>
                        <a:buNone/>
                      </a:pPr>
                      <a:r>
                        <a:rPr lang="en-US" sz="900" b="0" i="0" u="none" strike="noStrike" cap="none">
                          <a:solidFill>
                            <a:srgbClr val="334155"/>
                          </a:solidFill>
                          <a:latin typeface="Inter"/>
                          <a:ea typeface="Inter"/>
                          <a:sym typeface="Arial"/>
                        </a:rPr>
                        <a:t>₹13.27M</a:t>
                      </a:r>
                    </a:p>
                  </a:txBody>
                  <a:tcPr anchor="ctr">
                    <a:lnL>
                      <a:noFill/>
                    </a:lnL>
                    <a:lnR>
                      <a:noFill/>
                    </a:lnR>
                    <a:lnT>
                      <a:noFill/>
                    </a:lnT>
                    <a:lnB>
                      <a:noFill/>
                    </a:lnB>
                    <a:solidFill>
                      <a:srgbClr val="FFFFFF"/>
                    </a:solidFill>
                  </a:tcPr>
                </a:tc>
                <a:tc>
                  <a:txBody>
                    <a:bodyPr/>
                    <a:lstStyle/>
                    <a:p>
                      <a:pPr marL="0" marR="0" lvl="0" indent="0" algn="l" rtl="0">
                        <a:lnSpc>
                          <a:spcPct val="100000"/>
                        </a:lnSpc>
                        <a:spcBef>
                          <a:spcPts val="0"/>
                        </a:spcBef>
                        <a:spcAft>
                          <a:spcPts val="0"/>
                        </a:spcAft>
                        <a:buClr>
                          <a:srgbClr val="000000"/>
                        </a:buClr>
                        <a:buFont typeface="Arial"/>
                        <a:buNone/>
                      </a:pPr>
                      <a:r>
                        <a:rPr lang="en-US" sz="900" b="0" i="0" u="none" strike="noStrike" cap="none">
                          <a:solidFill>
                            <a:srgbClr val="334155"/>
                          </a:solidFill>
                          <a:latin typeface="Inter"/>
                          <a:ea typeface="Inter"/>
                          <a:sym typeface="Arial"/>
                        </a:rPr>
                        <a:t>Maintain lower ROP; avoid large replenishment batches</a:t>
                      </a:r>
                    </a:p>
                  </a:txBody>
                  <a:tcPr anchor="ctr">
                    <a:lnL>
                      <a:noFill/>
                    </a:lnL>
                    <a:lnR>
                      <a:noFill/>
                    </a:lnR>
                    <a:lnT>
                      <a:noFill/>
                    </a:lnT>
                    <a:lnB>
                      <a:noFill/>
                    </a:lnB>
                    <a:solidFill>
                      <a:srgbClr val="FFFFFF"/>
                    </a:solidFill>
                  </a:tcPr>
                </a:tc>
                <a:extLst>
                  <a:ext uri="{0D108BD9-81ED-4DB2-BD59-A6C34878D82A}">
                    <a16:rowId xmlns:a16="http://schemas.microsoft.com/office/drawing/2014/main" val="400192343"/>
                  </a:ext>
                </a:extLst>
              </a:tr>
              <a:tr h="331791">
                <a:tc>
                  <a:txBody>
                    <a:bodyPr/>
                    <a:lstStyle/>
                    <a:p>
                      <a:pPr marL="0" marR="0" lvl="0" indent="0" algn="l" rtl="0">
                        <a:lnSpc>
                          <a:spcPct val="100000"/>
                        </a:lnSpc>
                        <a:spcBef>
                          <a:spcPts val="0"/>
                        </a:spcBef>
                        <a:spcAft>
                          <a:spcPts val="0"/>
                        </a:spcAft>
                        <a:buClr>
                          <a:srgbClr val="000000"/>
                        </a:buClr>
                        <a:buFont typeface="Arial"/>
                        <a:buNone/>
                      </a:pPr>
                      <a:r>
                        <a:rPr lang="en-US" sz="900" b="1" i="0" u="none" strike="noStrike" cap="none">
                          <a:solidFill>
                            <a:srgbClr val="334155"/>
                          </a:solidFill>
                          <a:latin typeface="Inter"/>
                          <a:ea typeface="Inter"/>
                          <a:sym typeface="Arial"/>
                        </a:rPr>
                        <a:t>Adventure Puzzle</a:t>
                      </a:r>
                    </a:p>
                  </a:txBody>
                  <a:tcPr anchor="ctr">
                    <a:lnL>
                      <a:noFill/>
                    </a:lnL>
                    <a:lnR>
                      <a:noFill/>
                    </a:lnR>
                    <a:lnT>
                      <a:noFill/>
                    </a:lnT>
                    <a:lnB>
                      <a:noFill/>
                    </a:lnB>
                    <a:solidFill>
                      <a:srgbClr val="FFFFFF"/>
                    </a:solidFill>
                  </a:tcPr>
                </a:tc>
                <a:tc>
                  <a:txBody>
                    <a:bodyPr/>
                    <a:lstStyle/>
                    <a:p>
                      <a:pPr marL="0" marR="0" lvl="0" indent="0" algn="l" rtl="0">
                        <a:lnSpc>
                          <a:spcPct val="100000"/>
                        </a:lnSpc>
                        <a:spcBef>
                          <a:spcPts val="0"/>
                        </a:spcBef>
                        <a:spcAft>
                          <a:spcPts val="0"/>
                        </a:spcAft>
                        <a:buClr>
                          <a:srgbClr val="000000"/>
                        </a:buClr>
                        <a:buFont typeface="Arial"/>
                        <a:buNone/>
                      </a:pPr>
                      <a:r>
                        <a:rPr lang="en-US" sz="900" b="0" i="0" u="none" strike="noStrike" cap="none">
                          <a:solidFill>
                            <a:srgbClr val="334155"/>
                          </a:solidFill>
                          <a:latin typeface="Inter"/>
                          <a:ea typeface="Inter"/>
                          <a:sym typeface="Arial"/>
                        </a:rPr>
                        <a:t>42.76</a:t>
                      </a:r>
                    </a:p>
                  </a:txBody>
                  <a:tcPr anchor="ctr">
                    <a:lnL>
                      <a:noFill/>
                    </a:lnL>
                    <a:lnR>
                      <a:noFill/>
                    </a:lnR>
                    <a:lnT>
                      <a:noFill/>
                    </a:lnT>
                    <a:lnB>
                      <a:noFill/>
                    </a:lnB>
                    <a:solidFill>
                      <a:srgbClr val="FFFFFF"/>
                    </a:solidFill>
                  </a:tcPr>
                </a:tc>
                <a:tc>
                  <a:txBody>
                    <a:bodyPr/>
                    <a:lstStyle/>
                    <a:p>
                      <a:pPr marL="0" marR="0" lvl="0" indent="0" algn="l" rtl="0">
                        <a:lnSpc>
                          <a:spcPct val="100000"/>
                        </a:lnSpc>
                        <a:spcBef>
                          <a:spcPts val="0"/>
                        </a:spcBef>
                        <a:spcAft>
                          <a:spcPts val="0"/>
                        </a:spcAft>
                        <a:buClr>
                          <a:srgbClr val="000000"/>
                        </a:buClr>
                        <a:buFont typeface="Arial"/>
                        <a:buNone/>
                      </a:pPr>
                      <a:r>
                        <a:rPr lang="en-US" sz="900" b="0" i="0" u="none" strike="noStrike" cap="none">
                          <a:solidFill>
                            <a:srgbClr val="334155"/>
                          </a:solidFill>
                          <a:latin typeface="Inter"/>
                          <a:ea typeface="Inter"/>
                          <a:sym typeface="Arial"/>
                        </a:rPr>
                        <a:t>0</a:t>
                      </a:r>
                    </a:p>
                  </a:txBody>
                  <a:tcPr anchor="ctr">
                    <a:lnL>
                      <a:noFill/>
                    </a:lnL>
                    <a:lnR>
                      <a:noFill/>
                    </a:lnR>
                    <a:lnT>
                      <a:noFill/>
                    </a:lnT>
                    <a:lnB>
                      <a:noFill/>
                    </a:lnB>
                    <a:solidFill>
                      <a:srgbClr val="FFFFFF"/>
                    </a:solidFill>
                  </a:tcPr>
                </a:tc>
                <a:tc>
                  <a:txBody>
                    <a:bodyPr/>
                    <a:lstStyle/>
                    <a:p>
                      <a:pPr marL="0" marR="0" lvl="0" indent="0" algn="l" rtl="0">
                        <a:lnSpc>
                          <a:spcPct val="100000"/>
                        </a:lnSpc>
                        <a:spcBef>
                          <a:spcPts val="0"/>
                        </a:spcBef>
                        <a:spcAft>
                          <a:spcPts val="0"/>
                        </a:spcAft>
                        <a:buClr>
                          <a:srgbClr val="000000"/>
                        </a:buClr>
                        <a:buFont typeface="Arial"/>
                        <a:buNone/>
                      </a:pPr>
                      <a:r>
                        <a:rPr lang="en-US" sz="900" b="0" i="0" u="none" strike="noStrike" cap="none">
                          <a:solidFill>
                            <a:srgbClr val="334155"/>
                          </a:solidFill>
                          <a:latin typeface="Inter"/>
                          <a:ea typeface="Inter"/>
                          <a:sym typeface="Arial"/>
                        </a:rPr>
                        <a:t>₹16.08M</a:t>
                      </a:r>
                    </a:p>
                  </a:txBody>
                  <a:tcPr anchor="ctr">
                    <a:lnL>
                      <a:noFill/>
                    </a:lnL>
                    <a:lnR>
                      <a:noFill/>
                    </a:lnR>
                    <a:lnT>
                      <a:noFill/>
                    </a:lnT>
                    <a:lnB>
                      <a:noFill/>
                    </a:lnB>
                    <a:solidFill>
                      <a:srgbClr val="FFFFFF"/>
                    </a:solidFill>
                  </a:tcPr>
                </a:tc>
                <a:tc>
                  <a:txBody>
                    <a:bodyPr/>
                    <a:lstStyle/>
                    <a:p>
                      <a:pPr marL="0" marR="0" lvl="0" indent="0" algn="l" rtl="0">
                        <a:lnSpc>
                          <a:spcPct val="100000"/>
                        </a:lnSpc>
                        <a:spcBef>
                          <a:spcPts val="0"/>
                        </a:spcBef>
                        <a:spcAft>
                          <a:spcPts val="0"/>
                        </a:spcAft>
                        <a:buClr>
                          <a:srgbClr val="000000"/>
                        </a:buClr>
                        <a:buFont typeface="Arial"/>
                        <a:buNone/>
                      </a:pPr>
                      <a:r>
                        <a:rPr lang="en-US" sz="900" b="0" i="0" u="none" strike="noStrike" cap="none">
                          <a:solidFill>
                            <a:srgbClr val="334155"/>
                          </a:solidFill>
                          <a:latin typeface="Inter"/>
                          <a:ea typeface="Inter"/>
                          <a:sym typeface="Arial"/>
                        </a:rPr>
                        <a:t>Reduce reorder quantity; replenish conservatively</a:t>
                      </a:r>
                    </a:p>
                  </a:txBody>
                  <a:tcPr anchor="ctr">
                    <a:lnL>
                      <a:noFill/>
                    </a:lnL>
                    <a:lnR>
                      <a:noFill/>
                    </a:lnR>
                    <a:lnT>
                      <a:noFill/>
                    </a:lnT>
                    <a:lnB>
                      <a:noFill/>
                    </a:lnB>
                    <a:solidFill>
                      <a:srgbClr val="FFFFFF"/>
                    </a:solidFill>
                  </a:tcPr>
                </a:tc>
                <a:extLst>
                  <a:ext uri="{0D108BD9-81ED-4DB2-BD59-A6C34878D82A}">
                    <a16:rowId xmlns:a16="http://schemas.microsoft.com/office/drawing/2014/main" val="613245979"/>
                  </a:ext>
                </a:extLst>
              </a:tr>
              <a:tr h="331791">
                <a:tc>
                  <a:txBody>
                    <a:bodyPr/>
                    <a:lstStyle/>
                    <a:p>
                      <a:pPr marL="0" marR="0" lvl="0" indent="0" algn="l" rtl="0">
                        <a:lnSpc>
                          <a:spcPct val="100000"/>
                        </a:lnSpc>
                        <a:spcBef>
                          <a:spcPts val="0"/>
                        </a:spcBef>
                        <a:spcAft>
                          <a:spcPts val="0"/>
                        </a:spcAft>
                        <a:buClr>
                          <a:srgbClr val="000000"/>
                        </a:buClr>
                        <a:buFont typeface="Arial"/>
                        <a:buNone/>
                      </a:pPr>
                      <a:r>
                        <a:rPr lang="en-US" sz="900" b="1" i="0" u="none" strike="noStrike" cap="none">
                          <a:solidFill>
                            <a:srgbClr val="334155"/>
                          </a:solidFill>
                          <a:latin typeface="Inter"/>
                          <a:ea typeface="Inter"/>
                          <a:sym typeface="Arial"/>
                        </a:rPr>
                        <a:t>Monopoly Classic</a:t>
                      </a:r>
                    </a:p>
                  </a:txBody>
                  <a:tcPr anchor="ctr">
                    <a:lnL>
                      <a:noFill/>
                    </a:lnL>
                    <a:lnR>
                      <a:noFill/>
                    </a:lnR>
                    <a:lnT>
                      <a:noFill/>
                    </a:lnT>
                    <a:lnB>
                      <a:noFill/>
                    </a:lnB>
                    <a:solidFill>
                      <a:srgbClr val="FFFFFF"/>
                    </a:solidFill>
                  </a:tcPr>
                </a:tc>
                <a:tc>
                  <a:txBody>
                    <a:bodyPr/>
                    <a:lstStyle/>
                    <a:p>
                      <a:pPr marL="0" marR="0" lvl="0" indent="0" algn="l" rtl="0">
                        <a:lnSpc>
                          <a:spcPct val="100000"/>
                        </a:lnSpc>
                        <a:spcBef>
                          <a:spcPts val="0"/>
                        </a:spcBef>
                        <a:spcAft>
                          <a:spcPts val="0"/>
                        </a:spcAft>
                        <a:buClr>
                          <a:srgbClr val="000000"/>
                        </a:buClr>
                        <a:buFont typeface="Arial"/>
                        <a:buNone/>
                      </a:pPr>
                      <a:r>
                        <a:rPr lang="en-US" sz="900" b="0" i="0" u="none" strike="noStrike" cap="none">
                          <a:solidFill>
                            <a:srgbClr val="334155"/>
                          </a:solidFill>
                          <a:latin typeface="Inter"/>
                          <a:ea typeface="Inter"/>
                          <a:sym typeface="Arial"/>
                        </a:rPr>
                        <a:t>42.56</a:t>
                      </a:r>
                    </a:p>
                  </a:txBody>
                  <a:tcPr anchor="ctr">
                    <a:lnL>
                      <a:noFill/>
                    </a:lnL>
                    <a:lnR>
                      <a:noFill/>
                    </a:lnR>
                    <a:lnT>
                      <a:noFill/>
                    </a:lnT>
                    <a:lnB>
                      <a:noFill/>
                    </a:lnB>
                    <a:solidFill>
                      <a:srgbClr val="FFFFFF"/>
                    </a:solidFill>
                  </a:tcPr>
                </a:tc>
                <a:tc>
                  <a:txBody>
                    <a:bodyPr/>
                    <a:lstStyle/>
                    <a:p>
                      <a:pPr marL="0" marR="0" lvl="0" indent="0" algn="l" rtl="0">
                        <a:lnSpc>
                          <a:spcPct val="100000"/>
                        </a:lnSpc>
                        <a:spcBef>
                          <a:spcPts val="0"/>
                        </a:spcBef>
                        <a:spcAft>
                          <a:spcPts val="0"/>
                        </a:spcAft>
                        <a:buClr>
                          <a:srgbClr val="000000"/>
                        </a:buClr>
                        <a:buFont typeface="Arial"/>
                        <a:buNone/>
                      </a:pPr>
                      <a:r>
                        <a:rPr lang="en-US" sz="900" b="0" i="0" u="none" strike="noStrike" cap="none">
                          <a:solidFill>
                            <a:srgbClr val="334155"/>
                          </a:solidFill>
                          <a:latin typeface="Inter"/>
                          <a:ea typeface="Inter"/>
                          <a:sym typeface="Arial"/>
                        </a:rPr>
                        <a:t>0</a:t>
                      </a:r>
                    </a:p>
                  </a:txBody>
                  <a:tcPr anchor="ctr">
                    <a:lnL>
                      <a:noFill/>
                    </a:lnL>
                    <a:lnR>
                      <a:noFill/>
                    </a:lnR>
                    <a:lnT>
                      <a:noFill/>
                    </a:lnT>
                    <a:lnB>
                      <a:noFill/>
                    </a:lnB>
                    <a:solidFill>
                      <a:srgbClr val="FFFFFF"/>
                    </a:solidFill>
                  </a:tcPr>
                </a:tc>
                <a:tc>
                  <a:txBody>
                    <a:bodyPr/>
                    <a:lstStyle/>
                    <a:p>
                      <a:pPr marL="0" marR="0" lvl="0" indent="0" algn="l" rtl="0">
                        <a:lnSpc>
                          <a:spcPct val="100000"/>
                        </a:lnSpc>
                        <a:spcBef>
                          <a:spcPts val="0"/>
                        </a:spcBef>
                        <a:spcAft>
                          <a:spcPts val="0"/>
                        </a:spcAft>
                        <a:buClr>
                          <a:srgbClr val="000000"/>
                        </a:buClr>
                        <a:buFont typeface="Arial"/>
                        <a:buNone/>
                      </a:pPr>
                      <a:r>
                        <a:rPr lang="en-US" sz="900" b="0" i="0" u="none" strike="noStrike" cap="none">
                          <a:solidFill>
                            <a:srgbClr val="334155"/>
                          </a:solidFill>
                          <a:latin typeface="Inter"/>
                          <a:ea typeface="Inter"/>
                          <a:sym typeface="Arial"/>
                        </a:rPr>
                        <a:t>₹37.43M</a:t>
                      </a:r>
                    </a:p>
                  </a:txBody>
                  <a:tcPr anchor="ctr">
                    <a:lnL>
                      <a:noFill/>
                    </a:lnL>
                    <a:lnR>
                      <a:noFill/>
                    </a:lnR>
                    <a:lnT>
                      <a:noFill/>
                    </a:lnT>
                    <a:lnB>
                      <a:noFill/>
                    </a:lnB>
                    <a:solidFill>
                      <a:srgbClr val="FFFFFF"/>
                    </a:solidFill>
                  </a:tcPr>
                </a:tc>
                <a:tc>
                  <a:txBody>
                    <a:bodyPr/>
                    <a:lstStyle/>
                    <a:p>
                      <a:pPr marL="0" marR="0" lvl="0" indent="0" algn="l" rtl="0">
                        <a:lnSpc>
                          <a:spcPct val="100000"/>
                        </a:lnSpc>
                        <a:spcBef>
                          <a:spcPts val="0"/>
                        </a:spcBef>
                        <a:spcAft>
                          <a:spcPts val="0"/>
                        </a:spcAft>
                        <a:buClr>
                          <a:srgbClr val="000000"/>
                        </a:buClr>
                        <a:buFont typeface="Arial"/>
                        <a:buNone/>
                      </a:pPr>
                      <a:r>
                        <a:rPr lang="en-US" sz="900" b="0" i="0" u="none" strike="noStrike" cap="none">
                          <a:solidFill>
                            <a:srgbClr val="334155"/>
                          </a:solidFill>
                          <a:latin typeface="Inter"/>
                          <a:ea typeface="Inter"/>
                          <a:sym typeface="Arial"/>
                        </a:rPr>
                        <a:t>Lower reorder quantity; tightly control replenishment</a:t>
                      </a:r>
                    </a:p>
                  </a:txBody>
                  <a:tcPr anchor="ctr">
                    <a:lnL>
                      <a:noFill/>
                    </a:lnL>
                    <a:lnR>
                      <a:noFill/>
                    </a:lnR>
                    <a:lnT>
                      <a:noFill/>
                    </a:lnT>
                    <a:lnB>
                      <a:noFill/>
                    </a:lnB>
                    <a:solidFill>
                      <a:srgbClr val="FFFFFF"/>
                    </a:solidFill>
                  </a:tcPr>
                </a:tc>
                <a:extLst>
                  <a:ext uri="{0D108BD9-81ED-4DB2-BD59-A6C34878D82A}">
                    <a16:rowId xmlns:a16="http://schemas.microsoft.com/office/drawing/2014/main" val="3683751216"/>
                  </a:ext>
                </a:extLst>
              </a:tr>
              <a:tr h="232252">
                <a:tc>
                  <a:txBody>
                    <a:bodyPr/>
                    <a:lstStyle/>
                    <a:p>
                      <a:pPr marL="0" marR="0" lvl="0" indent="0" algn="l" rtl="0">
                        <a:lnSpc>
                          <a:spcPct val="100000"/>
                        </a:lnSpc>
                        <a:spcBef>
                          <a:spcPts val="0"/>
                        </a:spcBef>
                        <a:spcAft>
                          <a:spcPts val="0"/>
                        </a:spcAft>
                        <a:buClr>
                          <a:srgbClr val="000000"/>
                        </a:buClr>
                        <a:buFont typeface="Arial"/>
                        <a:buNone/>
                      </a:pPr>
                      <a:r>
                        <a:rPr lang="en-US" sz="900" b="1" i="0" u="none" strike="noStrike" cap="none">
                          <a:solidFill>
                            <a:srgbClr val="334155"/>
                          </a:solidFill>
                          <a:latin typeface="Inter"/>
                          <a:ea typeface="Inter"/>
                          <a:sym typeface="Arial"/>
                        </a:rPr>
                        <a:t>Family Ludo</a:t>
                      </a:r>
                    </a:p>
                  </a:txBody>
                  <a:tcPr anchor="ctr">
                    <a:lnL>
                      <a:noFill/>
                    </a:lnL>
                    <a:lnR>
                      <a:noFill/>
                    </a:lnR>
                    <a:lnT>
                      <a:noFill/>
                    </a:lnT>
                    <a:lnB>
                      <a:noFill/>
                    </a:lnB>
                    <a:solidFill>
                      <a:srgbClr val="FFFFFF"/>
                    </a:solidFill>
                  </a:tcPr>
                </a:tc>
                <a:tc>
                  <a:txBody>
                    <a:bodyPr/>
                    <a:lstStyle/>
                    <a:p>
                      <a:pPr marL="0" marR="0" lvl="0" indent="0" algn="l" rtl="0">
                        <a:lnSpc>
                          <a:spcPct val="100000"/>
                        </a:lnSpc>
                        <a:spcBef>
                          <a:spcPts val="0"/>
                        </a:spcBef>
                        <a:spcAft>
                          <a:spcPts val="0"/>
                        </a:spcAft>
                        <a:buClr>
                          <a:srgbClr val="000000"/>
                        </a:buClr>
                        <a:buFont typeface="Arial"/>
                        <a:buNone/>
                      </a:pPr>
                      <a:r>
                        <a:rPr lang="en-US" sz="900" b="0" i="0" u="none" strike="noStrike" cap="none">
                          <a:solidFill>
                            <a:srgbClr val="334155"/>
                          </a:solidFill>
                          <a:latin typeface="Inter"/>
                          <a:ea typeface="Inter"/>
                          <a:sym typeface="Arial"/>
                        </a:rPr>
                        <a:t>40.48</a:t>
                      </a:r>
                    </a:p>
                  </a:txBody>
                  <a:tcPr anchor="ctr">
                    <a:lnL>
                      <a:noFill/>
                    </a:lnL>
                    <a:lnR>
                      <a:noFill/>
                    </a:lnR>
                    <a:lnT>
                      <a:noFill/>
                    </a:lnT>
                    <a:lnB>
                      <a:noFill/>
                    </a:lnB>
                    <a:solidFill>
                      <a:srgbClr val="FFFFFF"/>
                    </a:solidFill>
                  </a:tcPr>
                </a:tc>
                <a:tc>
                  <a:txBody>
                    <a:bodyPr/>
                    <a:lstStyle/>
                    <a:p>
                      <a:pPr marL="0" marR="0" lvl="0" indent="0" algn="l" rtl="0">
                        <a:lnSpc>
                          <a:spcPct val="100000"/>
                        </a:lnSpc>
                        <a:spcBef>
                          <a:spcPts val="0"/>
                        </a:spcBef>
                        <a:spcAft>
                          <a:spcPts val="0"/>
                        </a:spcAft>
                        <a:buClr>
                          <a:srgbClr val="000000"/>
                        </a:buClr>
                        <a:buFont typeface="Arial"/>
                        <a:buNone/>
                      </a:pPr>
                      <a:r>
                        <a:rPr lang="en-US" sz="900" b="0" i="0" u="none" strike="noStrike" cap="none">
                          <a:solidFill>
                            <a:srgbClr val="334155"/>
                          </a:solidFill>
                          <a:latin typeface="Inter"/>
                          <a:ea typeface="Inter"/>
                          <a:sym typeface="Arial"/>
                        </a:rPr>
                        <a:t>0</a:t>
                      </a:r>
                    </a:p>
                  </a:txBody>
                  <a:tcPr anchor="ctr">
                    <a:lnL>
                      <a:noFill/>
                    </a:lnL>
                    <a:lnR>
                      <a:noFill/>
                    </a:lnR>
                    <a:lnT>
                      <a:noFill/>
                    </a:lnT>
                    <a:lnB>
                      <a:noFill/>
                    </a:lnB>
                    <a:solidFill>
                      <a:srgbClr val="FFFFFF"/>
                    </a:solidFill>
                  </a:tcPr>
                </a:tc>
                <a:tc>
                  <a:txBody>
                    <a:bodyPr/>
                    <a:lstStyle/>
                    <a:p>
                      <a:pPr marL="0" marR="0" lvl="0" indent="0" algn="l" rtl="0">
                        <a:lnSpc>
                          <a:spcPct val="100000"/>
                        </a:lnSpc>
                        <a:spcBef>
                          <a:spcPts val="0"/>
                        </a:spcBef>
                        <a:spcAft>
                          <a:spcPts val="0"/>
                        </a:spcAft>
                        <a:buClr>
                          <a:srgbClr val="000000"/>
                        </a:buClr>
                        <a:buFont typeface="Arial"/>
                        <a:buNone/>
                      </a:pPr>
                      <a:r>
                        <a:rPr lang="en-US" sz="900" b="0" i="0" u="none" strike="noStrike" cap="none">
                          <a:solidFill>
                            <a:srgbClr val="334155"/>
                          </a:solidFill>
                          <a:latin typeface="Inter"/>
                          <a:ea typeface="Inter"/>
                          <a:sym typeface="Arial"/>
                        </a:rPr>
                        <a:t>₹11.03M</a:t>
                      </a:r>
                    </a:p>
                  </a:txBody>
                  <a:tcPr anchor="ctr">
                    <a:lnL>
                      <a:noFill/>
                    </a:lnL>
                    <a:lnR>
                      <a:noFill/>
                    </a:lnR>
                    <a:lnT>
                      <a:noFill/>
                    </a:lnT>
                    <a:lnB>
                      <a:noFill/>
                    </a:lnB>
                    <a:solidFill>
                      <a:srgbClr val="FFFFFF"/>
                    </a:solidFill>
                  </a:tcPr>
                </a:tc>
                <a:tc>
                  <a:txBody>
                    <a:bodyPr/>
                    <a:lstStyle/>
                    <a:p>
                      <a:pPr marL="0" marR="0" lvl="0" indent="0" algn="l" rtl="0">
                        <a:lnSpc>
                          <a:spcPct val="100000"/>
                        </a:lnSpc>
                        <a:spcBef>
                          <a:spcPts val="0"/>
                        </a:spcBef>
                        <a:spcAft>
                          <a:spcPts val="0"/>
                        </a:spcAft>
                        <a:buClr>
                          <a:srgbClr val="000000"/>
                        </a:buClr>
                        <a:buFont typeface="Arial"/>
                        <a:buNone/>
                      </a:pPr>
                      <a:r>
                        <a:rPr lang="en-US" sz="900" b="0" i="0" u="none" strike="noStrike" cap="none">
                          <a:solidFill>
                            <a:srgbClr val="334155"/>
                          </a:solidFill>
                          <a:latin typeface="Inter"/>
                          <a:ea typeface="Inter"/>
                          <a:sym typeface="Arial"/>
                        </a:rPr>
                        <a:t>Lower ROP &amp; reorder quantity; replenish conservatively</a:t>
                      </a:r>
                    </a:p>
                  </a:txBody>
                  <a:tcPr anchor="ctr">
                    <a:lnL>
                      <a:noFill/>
                    </a:lnL>
                    <a:lnR>
                      <a:noFill/>
                    </a:lnR>
                    <a:lnT>
                      <a:noFill/>
                    </a:lnT>
                    <a:lnB>
                      <a:noFill/>
                    </a:lnB>
                    <a:solidFill>
                      <a:srgbClr val="FFFFFF"/>
                    </a:solidFill>
                  </a:tcPr>
                </a:tc>
                <a:extLst>
                  <a:ext uri="{0D108BD9-81ED-4DB2-BD59-A6C34878D82A}">
                    <a16:rowId xmlns:a16="http://schemas.microsoft.com/office/drawing/2014/main" val="3061384978"/>
                  </a:ext>
                </a:extLst>
              </a:tr>
              <a:tr h="331791">
                <a:tc>
                  <a:txBody>
                    <a:bodyPr/>
                    <a:lstStyle/>
                    <a:p>
                      <a:pPr marL="0" marR="0" lvl="0" indent="0" algn="l" rtl="0">
                        <a:lnSpc>
                          <a:spcPct val="100000"/>
                        </a:lnSpc>
                        <a:spcBef>
                          <a:spcPts val="0"/>
                        </a:spcBef>
                        <a:spcAft>
                          <a:spcPts val="0"/>
                        </a:spcAft>
                        <a:buClr>
                          <a:srgbClr val="000000"/>
                        </a:buClr>
                        <a:buFont typeface="Arial"/>
                        <a:buNone/>
                      </a:pPr>
                      <a:r>
                        <a:rPr lang="en-US" sz="900" b="1" i="0" u="none" strike="noStrike" cap="none">
                          <a:solidFill>
                            <a:srgbClr val="334155"/>
                          </a:solidFill>
                          <a:latin typeface="Inter"/>
                          <a:ea typeface="Inter"/>
                          <a:sym typeface="Arial"/>
                        </a:rPr>
                        <a:t>Chess Master</a:t>
                      </a:r>
                    </a:p>
                  </a:txBody>
                  <a:tcPr anchor="ctr">
                    <a:lnL>
                      <a:noFill/>
                    </a:lnL>
                    <a:lnR>
                      <a:noFill/>
                    </a:lnR>
                    <a:lnT>
                      <a:noFill/>
                    </a:lnT>
                    <a:lnB>
                      <a:noFill/>
                    </a:lnB>
                    <a:solidFill>
                      <a:srgbClr val="FFFFFF"/>
                    </a:solidFill>
                  </a:tcPr>
                </a:tc>
                <a:tc>
                  <a:txBody>
                    <a:bodyPr/>
                    <a:lstStyle/>
                    <a:p>
                      <a:pPr marL="0" marR="0" lvl="0" indent="0" algn="l" rtl="0">
                        <a:lnSpc>
                          <a:spcPct val="100000"/>
                        </a:lnSpc>
                        <a:spcBef>
                          <a:spcPts val="0"/>
                        </a:spcBef>
                        <a:spcAft>
                          <a:spcPts val="0"/>
                        </a:spcAft>
                        <a:buClr>
                          <a:srgbClr val="000000"/>
                        </a:buClr>
                        <a:buFont typeface="Arial"/>
                        <a:buNone/>
                      </a:pPr>
                      <a:r>
                        <a:rPr lang="en-US" sz="900" b="0" i="0" u="none" strike="noStrike" cap="none">
                          <a:solidFill>
                            <a:srgbClr val="334155"/>
                          </a:solidFill>
                          <a:latin typeface="Inter"/>
                          <a:ea typeface="Inter"/>
                          <a:sym typeface="Arial"/>
                        </a:rPr>
                        <a:t>36.91</a:t>
                      </a:r>
                    </a:p>
                  </a:txBody>
                  <a:tcPr anchor="ctr">
                    <a:lnL>
                      <a:noFill/>
                    </a:lnL>
                    <a:lnR>
                      <a:noFill/>
                    </a:lnR>
                    <a:lnT>
                      <a:noFill/>
                    </a:lnT>
                    <a:lnB>
                      <a:noFill/>
                    </a:lnB>
                    <a:solidFill>
                      <a:srgbClr val="FFFFFF"/>
                    </a:solidFill>
                  </a:tcPr>
                </a:tc>
                <a:tc>
                  <a:txBody>
                    <a:bodyPr/>
                    <a:lstStyle/>
                    <a:p>
                      <a:pPr marL="0" marR="0" lvl="0" indent="0" algn="l" rtl="0">
                        <a:lnSpc>
                          <a:spcPct val="100000"/>
                        </a:lnSpc>
                        <a:spcBef>
                          <a:spcPts val="0"/>
                        </a:spcBef>
                        <a:spcAft>
                          <a:spcPts val="0"/>
                        </a:spcAft>
                        <a:buClr>
                          <a:srgbClr val="000000"/>
                        </a:buClr>
                        <a:buFont typeface="Arial"/>
                        <a:buNone/>
                      </a:pPr>
                      <a:r>
                        <a:rPr lang="en-US" sz="900" b="0" i="0" u="none" strike="noStrike" cap="none">
                          <a:solidFill>
                            <a:srgbClr val="334155"/>
                          </a:solidFill>
                          <a:latin typeface="Inter"/>
                          <a:ea typeface="Inter"/>
                          <a:sym typeface="Arial"/>
                        </a:rPr>
                        <a:t>0</a:t>
                      </a:r>
                    </a:p>
                  </a:txBody>
                  <a:tcPr anchor="ctr">
                    <a:lnL>
                      <a:noFill/>
                    </a:lnL>
                    <a:lnR>
                      <a:noFill/>
                    </a:lnR>
                    <a:lnT>
                      <a:noFill/>
                    </a:lnT>
                    <a:lnB>
                      <a:noFill/>
                    </a:lnB>
                    <a:solidFill>
                      <a:srgbClr val="FFFFFF"/>
                    </a:solidFill>
                  </a:tcPr>
                </a:tc>
                <a:tc>
                  <a:txBody>
                    <a:bodyPr/>
                    <a:lstStyle/>
                    <a:p>
                      <a:pPr marL="0" marR="0" lvl="0" indent="0" algn="l" rtl="0">
                        <a:lnSpc>
                          <a:spcPct val="100000"/>
                        </a:lnSpc>
                        <a:spcBef>
                          <a:spcPts val="0"/>
                        </a:spcBef>
                        <a:spcAft>
                          <a:spcPts val="0"/>
                        </a:spcAft>
                        <a:buClr>
                          <a:srgbClr val="000000"/>
                        </a:buClr>
                        <a:buFont typeface="Arial"/>
                        <a:buNone/>
                      </a:pPr>
                      <a:r>
                        <a:rPr lang="en-US" sz="900" b="0" i="0" u="none" strike="noStrike" cap="none">
                          <a:solidFill>
                            <a:srgbClr val="334155"/>
                          </a:solidFill>
                          <a:latin typeface="Inter"/>
                          <a:ea typeface="Inter"/>
                          <a:sym typeface="Arial"/>
                        </a:rPr>
                        <a:t>₹17.61M</a:t>
                      </a:r>
                    </a:p>
                  </a:txBody>
                  <a:tcPr anchor="ctr">
                    <a:lnL>
                      <a:noFill/>
                    </a:lnL>
                    <a:lnR>
                      <a:noFill/>
                    </a:lnR>
                    <a:lnT>
                      <a:noFill/>
                    </a:lnT>
                    <a:lnB>
                      <a:noFill/>
                    </a:lnB>
                    <a:solidFill>
                      <a:srgbClr val="FFFFFF"/>
                    </a:solidFill>
                  </a:tcPr>
                </a:tc>
                <a:tc>
                  <a:txBody>
                    <a:bodyPr/>
                    <a:lstStyle/>
                    <a:p>
                      <a:pPr marL="0" marR="0" lvl="0" indent="0" algn="l" rtl="0">
                        <a:lnSpc>
                          <a:spcPct val="100000"/>
                        </a:lnSpc>
                        <a:spcBef>
                          <a:spcPts val="0"/>
                        </a:spcBef>
                        <a:spcAft>
                          <a:spcPts val="0"/>
                        </a:spcAft>
                        <a:buClr>
                          <a:srgbClr val="000000"/>
                        </a:buClr>
                        <a:buFont typeface="Arial"/>
                        <a:buNone/>
                      </a:pPr>
                      <a:r>
                        <a:rPr lang="en-US" sz="900" b="0" i="0" u="none" strike="noStrike" cap="none">
                          <a:solidFill>
                            <a:srgbClr val="334155"/>
                          </a:solidFill>
                          <a:latin typeface="Inter"/>
                          <a:ea typeface="Inter"/>
                          <a:sym typeface="Arial"/>
                        </a:rPr>
                        <a:t>Lowest ROP &amp; reorder quantity; minimize replenishment</a:t>
                      </a:r>
                    </a:p>
                  </a:txBody>
                  <a:tcPr anchor="ctr">
                    <a:lnL>
                      <a:noFill/>
                    </a:lnL>
                    <a:lnR>
                      <a:noFill/>
                    </a:lnR>
                    <a:lnT>
                      <a:noFill/>
                    </a:lnT>
                    <a:lnB>
                      <a:noFill/>
                    </a:lnB>
                    <a:solidFill>
                      <a:srgbClr val="FFFFFF"/>
                    </a:solidFill>
                  </a:tcPr>
                </a:tc>
                <a:extLst>
                  <a:ext uri="{0D108BD9-81ED-4DB2-BD59-A6C34878D82A}">
                    <a16:rowId xmlns:a16="http://schemas.microsoft.com/office/drawing/2014/main" val="1044008301"/>
                  </a:ext>
                </a:extLst>
              </a:tr>
            </a:tbl>
          </a:graphicData>
        </a:graphic>
      </p:graphicFrame>
      <p:sp>
        <p:nvSpPr>
          <p:cNvPr id="12" name="Google Shape;146;p15">
            <a:extLst>
              <a:ext uri="{FF2B5EF4-FFF2-40B4-BE49-F238E27FC236}">
                <a16:creationId xmlns:a16="http://schemas.microsoft.com/office/drawing/2014/main" id="{4B033267-2854-608F-85D1-D7A5301FE39E}"/>
              </a:ext>
            </a:extLst>
          </p:cNvPr>
          <p:cNvSpPr txBox="1"/>
          <p:nvPr/>
        </p:nvSpPr>
        <p:spPr>
          <a:xfrm>
            <a:off x="476250" y="6315710"/>
            <a:ext cx="4161155" cy="123111"/>
          </a:xfrm>
          <a:prstGeom prst="rect">
            <a:avLst/>
          </a:prstGeom>
          <a:noFill/>
          <a:ln>
            <a:noFill/>
          </a:ln>
        </p:spPr>
        <p:txBody>
          <a:bodyPr spcFirstLastPara="1" wrap="square" lIns="0" tIns="0" rIns="0" bIns="0" anchor="t" anchorCtr="0">
            <a:spAutoFit/>
          </a:bodyPr>
          <a:lstStyle/>
          <a:p>
            <a:r>
              <a:rPr lang="en-US" sz="800" dirty="0" err="1">
                <a:solidFill>
                  <a:srgbClr val="334155"/>
                </a:solidFill>
                <a:latin typeface="Inter SemiBold"/>
                <a:ea typeface="Inter SemiBold"/>
                <a:cs typeface="Inter SemiBold"/>
                <a:sym typeface="Inter SemiBold"/>
              </a:rPr>
              <a:t>ToyJoy</a:t>
            </a:r>
            <a:r>
              <a:rPr lang="en-US" sz="800" dirty="0">
                <a:solidFill>
                  <a:srgbClr val="334155"/>
                </a:solidFill>
                <a:latin typeface="Inter SemiBold"/>
                <a:ea typeface="Inter SemiBold"/>
                <a:cs typeface="Inter SemiBold"/>
                <a:sym typeface="Inter SemiBold"/>
              </a:rPr>
              <a:t> Seasonal Inventory Management &amp; Optimization Analysis</a:t>
            </a:r>
            <a:endParaRPr lang="en-US" sz="800" dirty="0">
              <a:solidFill>
                <a:srgbClr val="334155"/>
              </a:solidFill>
              <a:latin typeface="Inter SemiBold"/>
              <a:ea typeface="Inter SemiBold"/>
              <a:cs typeface="Inter SemiBold"/>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Shape 347"/>
        <p:cNvGrpSpPr/>
        <p:nvPr/>
      </p:nvGrpSpPr>
      <p:grpSpPr>
        <a:xfrm>
          <a:off x="0" y="0"/>
          <a:ext cx="0" cy="0"/>
          <a:chOff x="0" y="0"/>
          <a:chExt cx="0" cy="0"/>
        </a:xfrm>
      </p:grpSpPr>
      <p:pic>
        <p:nvPicPr>
          <p:cNvPr id="357" name="Google Shape;357;p21" descr="image.png"/>
          <p:cNvPicPr preferRelativeResize="0"/>
          <p:nvPr/>
        </p:nvPicPr>
        <p:blipFill rotWithShape="1">
          <a:blip r:embed="rId4">
            <a:alphaModFix/>
          </a:blip>
          <a:srcRect/>
          <a:stretch/>
        </p:blipFill>
        <p:spPr>
          <a:xfrm>
            <a:off x="476250" y="6181725"/>
            <a:ext cx="11239500" cy="257175"/>
          </a:xfrm>
          <a:prstGeom prst="rect">
            <a:avLst/>
          </a:prstGeom>
          <a:noFill/>
          <a:ln>
            <a:noFill/>
          </a:ln>
        </p:spPr>
      </p:pic>
      <p:sp>
        <p:nvSpPr>
          <p:cNvPr id="360" name="Google Shape;360;p21"/>
          <p:cNvSpPr txBox="1"/>
          <p:nvPr/>
        </p:nvSpPr>
        <p:spPr>
          <a:xfrm>
            <a:off x="11106150" y="6305550"/>
            <a:ext cx="609600" cy="123111"/>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800" b="0" i="0" u="none" strike="noStrike" cap="none">
                <a:solidFill>
                  <a:srgbClr val="64748B"/>
                </a:solidFill>
                <a:latin typeface="Inter"/>
                <a:ea typeface="Inter"/>
                <a:cs typeface="Inter"/>
                <a:sym typeface="Inter"/>
              </a:rPr>
              <a:t>Slide 9 of </a:t>
            </a:r>
            <a:r>
              <a:rPr lang="en-US" sz="800">
                <a:solidFill>
                  <a:srgbClr val="64748B"/>
                </a:solidFill>
                <a:latin typeface="Inter"/>
                <a:ea typeface="Inter"/>
                <a:cs typeface="Inter"/>
                <a:sym typeface="Inter"/>
              </a:rPr>
              <a:t>11</a:t>
            </a:r>
            <a:endParaRPr/>
          </a:p>
        </p:txBody>
      </p:sp>
      <p:sp>
        <p:nvSpPr>
          <p:cNvPr id="376" name="Google Shape;376;p21"/>
          <p:cNvSpPr txBox="1"/>
          <p:nvPr/>
        </p:nvSpPr>
        <p:spPr>
          <a:xfrm>
            <a:off x="476250" y="297180"/>
            <a:ext cx="11715750" cy="432811"/>
          </a:xfrm>
          <a:prstGeom prst="rect">
            <a:avLst/>
          </a:prstGeom>
          <a:noFill/>
          <a:ln>
            <a:noFill/>
          </a:ln>
        </p:spPr>
        <p:txBody>
          <a:bodyPr spcFirstLastPara="1" wrap="square" lIns="0" tIns="0" rIns="0" bIns="0" anchor="ctr" anchorCtr="0">
            <a:spAutoFit/>
          </a:bodyPr>
          <a:lstStyle/>
          <a:p>
            <a:pPr>
              <a:lnSpc>
                <a:spcPct val="124977"/>
              </a:lnSpc>
            </a:pPr>
            <a:r>
              <a:rPr lang="en-US" sz="2250" b="1">
                <a:solidFill>
                  <a:srgbClr val="0F172A"/>
                </a:solidFill>
                <a:latin typeface="Poppins"/>
                <a:ea typeface="Poppins"/>
                <a:cs typeface="Poppins"/>
                <a:sym typeface="Poppins"/>
              </a:rPr>
              <a:t>Store Performance &amp; Inventory Allocation Analysis</a:t>
            </a:r>
            <a:endParaRPr lang="en-US"/>
          </a:p>
        </p:txBody>
      </p:sp>
      <p:graphicFrame>
        <p:nvGraphicFramePr>
          <p:cNvPr id="4" name="Table 3">
            <a:extLst>
              <a:ext uri="{FF2B5EF4-FFF2-40B4-BE49-F238E27FC236}">
                <a16:creationId xmlns:a16="http://schemas.microsoft.com/office/drawing/2014/main" id="{B691D39A-20F3-89FD-9D98-61653D9F0950}"/>
              </a:ext>
            </a:extLst>
          </p:cNvPr>
          <p:cNvGraphicFramePr>
            <a:graphicFrameLocks noGrp="1"/>
          </p:cNvGraphicFramePr>
          <p:nvPr>
            <p:extLst>
              <p:ext uri="{D42A27DB-BD31-4B8C-83A1-F6EECF244321}">
                <p14:modId xmlns:p14="http://schemas.microsoft.com/office/powerpoint/2010/main" val="3334164093"/>
              </p:ext>
            </p:extLst>
          </p:nvPr>
        </p:nvGraphicFramePr>
        <p:xfrm>
          <a:off x="5966603" y="783278"/>
          <a:ext cx="5768697" cy="2811780"/>
        </p:xfrm>
        <a:graphic>
          <a:graphicData uri="http://schemas.openxmlformats.org/drawingml/2006/table">
            <a:tbl>
              <a:tblPr bandRow="1">
                <a:tableStyleId>{EC57BB94-E2DB-4D90-90F7-BE6D081111AD}</a:tableStyleId>
              </a:tblPr>
              <a:tblGrid>
                <a:gridCol w="658722">
                  <a:extLst>
                    <a:ext uri="{9D8B030D-6E8A-4147-A177-3AD203B41FA5}">
                      <a16:colId xmlns:a16="http://schemas.microsoft.com/office/drawing/2014/main" val="3444213013"/>
                    </a:ext>
                  </a:extLst>
                </a:gridCol>
                <a:gridCol w="680934">
                  <a:extLst>
                    <a:ext uri="{9D8B030D-6E8A-4147-A177-3AD203B41FA5}">
                      <a16:colId xmlns:a16="http://schemas.microsoft.com/office/drawing/2014/main" val="546532724"/>
                    </a:ext>
                  </a:extLst>
                </a:gridCol>
                <a:gridCol w="405319">
                  <a:extLst>
                    <a:ext uri="{9D8B030D-6E8A-4147-A177-3AD203B41FA5}">
                      <a16:colId xmlns:a16="http://schemas.microsoft.com/office/drawing/2014/main" val="277177659"/>
                    </a:ext>
                  </a:extLst>
                </a:gridCol>
                <a:gridCol w="671300">
                  <a:extLst>
                    <a:ext uri="{9D8B030D-6E8A-4147-A177-3AD203B41FA5}">
                      <a16:colId xmlns:a16="http://schemas.microsoft.com/office/drawing/2014/main" val="3210848955"/>
                    </a:ext>
                  </a:extLst>
                </a:gridCol>
                <a:gridCol w="456829">
                  <a:extLst>
                    <a:ext uri="{9D8B030D-6E8A-4147-A177-3AD203B41FA5}">
                      <a16:colId xmlns:a16="http://schemas.microsoft.com/office/drawing/2014/main" val="4237844186"/>
                    </a:ext>
                  </a:extLst>
                </a:gridCol>
                <a:gridCol w="2895593">
                  <a:extLst>
                    <a:ext uri="{9D8B030D-6E8A-4147-A177-3AD203B41FA5}">
                      <a16:colId xmlns:a16="http://schemas.microsoft.com/office/drawing/2014/main" val="1070366284"/>
                    </a:ext>
                  </a:extLst>
                </a:gridCol>
              </a:tblGrid>
              <a:tr h="309174">
                <a:tc>
                  <a:txBody>
                    <a:bodyPr/>
                    <a:lstStyle/>
                    <a:p>
                      <a:pPr marL="0" marR="0" lvl="0" indent="0" algn="l" rtl="0" fontAlgn="b">
                        <a:lnSpc>
                          <a:spcPct val="100000"/>
                        </a:lnSpc>
                        <a:spcBef>
                          <a:spcPts val="0"/>
                        </a:spcBef>
                        <a:spcAft>
                          <a:spcPts val="0"/>
                        </a:spcAft>
                        <a:buClr>
                          <a:srgbClr val="000000"/>
                        </a:buClr>
                        <a:buFont typeface="Arial"/>
                        <a:buNone/>
                      </a:pPr>
                      <a:r>
                        <a:rPr lang="en-US" sz="900" b="1" i="0" u="none" strike="noStrike" cap="none">
                          <a:solidFill>
                            <a:srgbClr val="475569"/>
                          </a:solidFill>
                          <a:latin typeface="Inter SemiBold"/>
                          <a:ea typeface="Inter SemiBold"/>
                          <a:cs typeface="Calibri"/>
                          <a:sym typeface="Arial"/>
                        </a:rPr>
                        <a:t>Store ID</a:t>
                      </a:r>
                    </a:p>
                  </a:txBody>
                  <a:tcPr marL="28575" marR="28575" marT="19050" marB="19050" anchor="ctr">
                    <a:lnL>
                      <a:noFill/>
                    </a:lnL>
                    <a:lnR>
                      <a:noFill/>
                    </a:lnR>
                    <a:lnT>
                      <a:noFill/>
                    </a:lnT>
                    <a:lnB>
                      <a:noFill/>
                    </a:lnB>
                    <a:solidFill>
                      <a:srgbClr val="F8FAFC"/>
                    </a:solidFill>
                  </a:tcPr>
                </a:tc>
                <a:tc>
                  <a:txBody>
                    <a:bodyPr/>
                    <a:lstStyle/>
                    <a:p>
                      <a:pPr marL="0" marR="0" lvl="0" indent="0" algn="l" rtl="0" fontAlgn="b">
                        <a:lnSpc>
                          <a:spcPct val="100000"/>
                        </a:lnSpc>
                        <a:spcBef>
                          <a:spcPts val="0"/>
                        </a:spcBef>
                        <a:spcAft>
                          <a:spcPts val="0"/>
                        </a:spcAft>
                        <a:buClr>
                          <a:srgbClr val="000000"/>
                        </a:buClr>
                        <a:buFont typeface="Arial"/>
                        <a:buNone/>
                      </a:pPr>
                      <a:r>
                        <a:rPr lang="en-US" sz="900" b="1" i="0" u="none" strike="noStrike" cap="none">
                          <a:solidFill>
                            <a:srgbClr val="475569"/>
                          </a:solidFill>
                          <a:latin typeface="Inter SemiBold"/>
                          <a:ea typeface="Inter SemiBold"/>
                          <a:cs typeface="Calibri"/>
                          <a:sym typeface="Arial"/>
                        </a:rPr>
                        <a:t>Net Revenue</a:t>
                      </a:r>
                    </a:p>
                  </a:txBody>
                  <a:tcPr marL="28575" marR="28575" marT="19050" marB="19050" anchor="ctr">
                    <a:lnL>
                      <a:noFill/>
                    </a:lnL>
                    <a:lnR>
                      <a:noFill/>
                    </a:lnR>
                    <a:lnT>
                      <a:noFill/>
                    </a:lnT>
                    <a:lnB>
                      <a:noFill/>
                    </a:lnB>
                    <a:solidFill>
                      <a:srgbClr val="F8FAFC"/>
                    </a:solidFill>
                  </a:tcPr>
                </a:tc>
                <a:tc>
                  <a:txBody>
                    <a:bodyPr/>
                    <a:lstStyle/>
                    <a:p>
                      <a:pPr marL="0" marR="0" lvl="0" indent="0" algn="l" rtl="0" fontAlgn="b">
                        <a:lnSpc>
                          <a:spcPct val="100000"/>
                        </a:lnSpc>
                        <a:spcBef>
                          <a:spcPts val="0"/>
                        </a:spcBef>
                        <a:spcAft>
                          <a:spcPts val="0"/>
                        </a:spcAft>
                        <a:buClr>
                          <a:srgbClr val="000000"/>
                        </a:buClr>
                        <a:buFont typeface="Arial"/>
                        <a:buNone/>
                      </a:pPr>
                      <a:r>
                        <a:rPr lang="en-US" sz="900" b="1" i="0" u="none" strike="noStrike" cap="none">
                          <a:solidFill>
                            <a:srgbClr val="475569"/>
                          </a:solidFill>
                          <a:latin typeface="Inter SemiBold"/>
                          <a:ea typeface="Inter SemiBold"/>
                          <a:cs typeface="Calibri"/>
                          <a:sym typeface="Arial"/>
                        </a:rPr>
                        <a:t>Total Units</a:t>
                      </a:r>
                    </a:p>
                  </a:txBody>
                  <a:tcPr marL="28575" marR="28575" marT="19050" marB="19050" anchor="ctr">
                    <a:lnL>
                      <a:noFill/>
                    </a:lnL>
                    <a:lnR>
                      <a:noFill/>
                    </a:lnR>
                    <a:lnT>
                      <a:noFill/>
                    </a:lnT>
                    <a:lnB>
                      <a:noFill/>
                    </a:lnB>
                    <a:solidFill>
                      <a:srgbClr val="F8FAFC"/>
                    </a:solidFill>
                  </a:tcPr>
                </a:tc>
                <a:tc>
                  <a:txBody>
                    <a:bodyPr/>
                    <a:lstStyle/>
                    <a:p>
                      <a:pPr marL="0" marR="0" lvl="0" indent="0" algn="l" rtl="0" fontAlgn="b">
                        <a:lnSpc>
                          <a:spcPct val="100000"/>
                        </a:lnSpc>
                        <a:spcBef>
                          <a:spcPts val="0"/>
                        </a:spcBef>
                        <a:spcAft>
                          <a:spcPts val="0"/>
                        </a:spcAft>
                        <a:buClr>
                          <a:srgbClr val="000000"/>
                        </a:buClr>
                        <a:buFont typeface="Arial"/>
                        <a:buNone/>
                      </a:pPr>
                      <a:r>
                        <a:rPr lang="en-US" sz="900" b="1" i="0" u="none" strike="noStrike" cap="none">
                          <a:solidFill>
                            <a:srgbClr val="475569"/>
                          </a:solidFill>
                          <a:latin typeface="Inter SemiBold"/>
                          <a:ea typeface="Inter SemiBold"/>
                          <a:cs typeface="Calibri"/>
                          <a:sym typeface="Arial"/>
                        </a:rPr>
                        <a:t>Turnover Rate</a:t>
                      </a:r>
                    </a:p>
                  </a:txBody>
                  <a:tcPr marL="28575" marR="28575" marT="19050" marB="19050" anchor="ctr">
                    <a:lnL>
                      <a:noFill/>
                    </a:lnL>
                    <a:lnR>
                      <a:noFill/>
                    </a:lnR>
                    <a:lnT>
                      <a:noFill/>
                    </a:lnT>
                    <a:lnB>
                      <a:noFill/>
                    </a:lnB>
                    <a:solidFill>
                      <a:srgbClr val="F8FAFC"/>
                    </a:solidFill>
                  </a:tcPr>
                </a:tc>
                <a:tc>
                  <a:txBody>
                    <a:bodyPr/>
                    <a:lstStyle/>
                    <a:p>
                      <a:pPr marL="0" marR="0" lvl="0" indent="0" algn="l" rtl="0" fontAlgn="b">
                        <a:lnSpc>
                          <a:spcPct val="100000"/>
                        </a:lnSpc>
                        <a:spcBef>
                          <a:spcPts val="0"/>
                        </a:spcBef>
                        <a:spcAft>
                          <a:spcPts val="0"/>
                        </a:spcAft>
                        <a:buClr>
                          <a:srgbClr val="000000"/>
                        </a:buClr>
                        <a:buFont typeface="Arial"/>
                        <a:buNone/>
                      </a:pPr>
                      <a:r>
                        <a:rPr lang="en-US" sz="900" b="1" i="0" u="none" strike="noStrike" cap="none">
                          <a:solidFill>
                            <a:srgbClr val="475569"/>
                          </a:solidFill>
                          <a:latin typeface="Inter SemiBold"/>
                          <a:ea typeface="Inter SemiBold"/>
                          <a:cs typeface="Calibri"/>
                        </a:rPr>
                        <a:t>Stock Outs</a:t>
                      </a:r>
                      <a:endParaRPr lang="en-US" sz="900" b="1" i="0" u="none" strike="noStrike" cap="none">
                        <a:solidFill>
                          <a:srgbClr val="475569"/>
                        </a:solidFill>
                        <a:latin typeface="Inter SemiBold"/>
                        <a:ea typeface="Inter SemiBold"/>
                        <a:cs typeface="Calibri"/>
                        <a:sym typeface="Arial"/>
                      </a:endParaRPr>
                    </a:p>
                  </a:txBody>
                  <a:tcPr marL="28575" marR="28575" marT="19050" marB="19050" anchor="ctr">
                    <a:lnL>
                      <a:noFill/>
                    </a:lnL>
                    <a:lnR>
                      <a:noFill/>
                    </a:lnR>
                    <a:lnT>
                      <a:noFill/>
                    </a:lnT>
                    <a:lnB>
                      <a:noFill/>
                    </a:lnB>
                    <a:solidFill>
                      <a:srgbClr val="F8FAFC"/>
                    </a:solidFill>
                  </a:tcPr>
                </a:tc>
                <a:tc>
                  <a:txBody>
                    <a:bodyPr/>
                    <a:lstStyle/>
                    <a:p>
                      <a:pPr marL="0" marR="0" lvl="0" indent="0" algn="l" rtl="0" fontAlgn="b">
                        <a:lnSpc>
                          <a:spcPct val="100000"/>
                        </a:lnSpc>
                        <a:spcBef>
                          <a:spcPts val="0"/>
                        </a:spcBef>
                        <a:spcAft>
                          <a:spcPts val="0"/>
                        </a:spcAft>
                        <a:buClr>
                          <a:srgbClr val="000000"/>
                        </a:buClr>
                        <a:buFont typeface="Arial"/>
                        <a:buNone/>
                      </a:pPr>
                      <a:r>
                        <a:rPr lang="en-US" sz="900" b="1" i="0" u="none" strike="noStrike" cap="none">
                          <a:solidFill>
                            <a:srgbClr val="475569"/>
                          </a:solidFill>
                          <a:latin typeface="Inter SemiBold"/>
                          <a:ea typeface="Inter SemiBold"/>
                          <a:cs typeface="Calibri"/>
                          <a:sym typeface="Arial"/>
                        </a:rPr>
                        <a:t>Top 3 Product Volume Drivers (Units Sold)</a:t>
                      </a:r>
                    </a:p>
                  </a:txBody>
                  <a:tcPr marL="28575" marR="28575" marT="19050" marB="19050" anchor="ctr">
                    <a:lnL>
                      <a:noFill/>
                    </a:lnL>
                    <a:lnR>
                      <a:noFill/>
                    </a:lnR>
                    <a:lnT>
                      <a:noFill/>
                    </a:lnT>
                    <a:lnB>
                      <a:noFill/>
                    </a:lnB>
                    <a:solidFill>
                      <a:srgbClr val="F8FAFC"/>
                    </a:solidFill>
                  </a:tcPr>
                </a:tc>
                <a:extLst>
                  <a:ext uri="{0D108BD9-81ED-4DB2-BD59-A6C34878D82A}">
                    <a16:rowId xmlns:a16="http://schemas.microsoft.com/office/drawing/2014/main" val="2976078908"/>
                  </a:ext>
                </a:extLst>
              </a:tr>
              <a:tr h="309174">
                <a:tc>
                  <a:txBody>
                    <a:bodyPr/>
                    <a:lstStyle/>
                    <a:p>
                      <a:pPr marL="0" marR="0" lvl="0" indent="0" algn="l" rtl="0" fontAlgn="b">
                        <a:lnSpc>
                          <a:spcPct val="100000"/>
                        </a:lnSpc>
                        <a:spcBef>
                          <a:spcPts val="0"/>
                        </a:spcBef>
                        <a:spcAft>
                          <a:spcPts val="0"/>
                        </a:spcAft>
                        <a:buClr>
                          <a:srgbClr val="000000"/>
                        </a:buClr>
                        <a:buFont typeface="Arial"/>
                        <a:buNone/>
                      </a:pPr>
                      <a:r>
                        <a:rPr lang="en-US" sz="900" b="1" i="0" u="none" strike="noStrike" cap="none">
                          <a:solidFill>
                            <a:srgbClr val="334155"/>
                          </a:solidFill>
                          <a:latin typeface="Inter"/>
                          <a:ea typeface="Inter"/>
                          <a:cs typeface="Calibri"/>
                          <a:sym typeface="Arial"/>
                        </a:rPr>
                        <a:t>Store001</a:t>
                      </a:r>
                    </a:p>
                  </a:txBody>
                  <a:tcPr marL="28575" marR="28575" marT="19050" marB="19050" anchor="ctr">
                    <a:lnL>
                      <a:noFill/>
                    </a:lnL>
                    <a:lnR>
                      <a:noFill/>
                    </a:lnR>
                    <a:lnT>
                      <a:noFill/>
                    </a:lnT>
                    <a:lnB>
                      <a:noFill/>
                    </a:lnB>
                    <a:solidFill>
                      <a:srgbClr val="FFFFFF"/>
                    </a:solidFill>
                  </a:tcPr>
                </a:tc>
                <a:tc>
                  <a:txBody>
                    <a:bodyPr/>
                    <a:lstStyle/>
                    <a:p>
                      <a:pPr marL="0" marR="0" lvl="0" indent="0" algn="ctr" rtl="0" fontAlgn="b">
                        <a:lnSpc>
                          <a:spcPct val="100000"/>
                        </a:lnSpc>
                        <a:spcBef>
                          <a:spcPts val="0"/>
                        </a:spcBef>
                        <a:spcAft>
                          <a:spcPts val="0"/>
                        </a:spcAft>
                        <a:buClr>
                          <a:srgbClr val="000000"/>
                        </a:buClr>
                        <a:buFont typeface="Arial"/>
                        <a:buNone/>
                      </a:pPr>
                      <a:r>
                        <a:rPr lang="en-US" sz="900" b="0" i="0" u="none" strike="noStrike" cap="none">
                          <a:solidFill>
                            <a:srgbClr val="334155"/>
                          </a:solidFill>
                          <a:latin typeface="Inter"/>
                          <a:ea typeface="Inter"/>
                          <a:cs typeface="Calibri"/>
                          <a:sym typeface="Arial"/>
                        </a:rPr>
                        <a:t>₹</a:t>
                      </a:r>
                      <a:r>
                        <a:rPr lang="en-US" sz="900" b="0" i="0" u="none" strike="noStrike" cap="none">
                          <a:solidFill>
                            <a:srgbClr val="334155"/>
                          </a:solidFill>
                          <a:latin typeface="Inter"/>
                          <a:ea typeface="Inter"/>
                          <a:cs typeface="Calibri"/>
                        </a:rPr>
                        <a:t>4.24 M</a:t>
                      </a:r>
                      <a:endParaRPr lang="en-US" sz="900" b="0" i="0" u="none" strike="noStrike" cap="none">
                        <a:solidFill>
                          <a:srgbClr val="334155"/>
                        </a:solidFill>
                        <a:latin typeface="Inter"/>
                        <a:ea typeface="Inter"/>
                        <a:cs typeface="Calibri"/>
                        <a:sym typeface="Arial"/>
                      </a:endParaRPr>
                    </a:p>
                  </a:txBody>
                  <a:tcPr marL="28575" marR="28575" marT="19050" marB="19050" anchor="ctr">
                    <a:lnL>
                      <a:noFill/>
                    </a:lnL>
                    <a:lnR>
                      <a:noFill/>
                    </a:lnR>
                    <a:lnT>
                      <a:noFill/>
                    </a:lnT>
                    <a:lnB>
                      <a:noFill/>
                    </a:lnB>
                    <a:solidFill>
                      <a:srgbClr val="FFFFFF"/>
                    </a:solidFill>
                  </a:tcPr>
                </a:tc>
                <a:tc>
                  <a:txBody>
                    <a:bodyPr/>
                    <a:lstStyle/>
                    <a:p>
                      <a:pPr marL="0" marR="0" lvl="0" indent="0" algn="ctr" rtl="0" fontAlgn="b">
                        <a:lnSpc>
                          <a:spcPct val="100000"/>
                        </a:lnSpc>
                        <a:spcBef>
                          <a:spcPts val="0"/>
                        </a:spcBef>
                        <a:spcAft>
                          <a:spcPts val="0"/>
                        </a:spcAft>
                        <a:buClr>
                          <a:srgbClr val="000000"/>
                        </a:buClr>
                        <a:buFont typeface="Arial"/>
                        <a:buNone/>
                      </a:pPr>
                      <a:r>
                        <a:rPr lang="en-US" sz="900" b="0" i="0" u="none" strike="noStrike" cap="none">
                          <a:solidFill>
                            <a:srgbClr val="334155"/>
                          </a:solidFill>
                          <a:latin typeface="Inter"/>
                          <a:ea typeface="Inter"/>
                          <a:cs typeface="Calibri"/>
                          <a:sym typeface="Arial"/>
                        </a:rPr>
                        <a:t>6,969</a:t>
                      </a:r>
                    </a:p>
                  </a:txBody>
                  <a:tcPr marL="28575" marR="28575" marT="19050" marB="19050" anchor="ctr">
                    <a:lnL>
                      <a:noFill/>
                    </a:lnL>
                    <a:lnR>
                      <a:noFill/>
                    </a:lnR>
                    <a:lnT>
                      <a:noFill/>
                    </a:lnT>
                    <a:lnB>
                      <a:noFill/>
                    </a:lnB>
                    <a:solidFill>
                      <a:srgbClr val="FFFFFF"/>
                    </a:solidFill>
                  </a:tcPr>
                </a:tc>
                <a:tc>
                  <a:txBody>
                    <a:bodyPr/>
                    <a:lstStyle/>
                    <a:p>
                      <a:pPr marL="0" marR="0" lvl="0" indent="0" algn="ctr" rtl="0" fontAlgn="b">
                        <a:lnSpc>
                          <a:spcPct val="100000"/>
                        </a:lnSpc>
                        <a:spcBef>
                          <a:spcPts val="0"/>
                        </a:spcBef>
                        <a:spcAft>
                          <a:spcPts val="0"/>
                        </a:spcAft>
                        <a:buClr>
                          <a:srgbClr val="000000"/>
                        </a:buClr>
                        <a:buFont typeface="Arial"/>
                        <a:buNone/>
                      </a:pPr>
                      <a:r>
                        <a:rPr lang="en-US" sz="900" b="0" i="0" u="none" strike="noStrike" cap="none">
                          <a:solidFill>
                            <a:srgbClr val="334155"/>
                          </a:solidFill>
                          <a:latin typeface="Inter"/>
                          <a:ea typeface="Inter"/>
                          <a:cs typeface="Calibri"/>
                          <a:sym typeface="Arial"/>
                        </a:rPr>
                        <a:t>61.60x</a:t>
                      </a:r>
                    </a:p>
                  </a:txBody>
                  <a:tcPr marL="28575" marR="28575" marT="19050" marB="19050" anchor="ctr">
                    <a:lnL>
                      <a:noFill/>
                    </a:lnL>
                    <a:lnR>
                      <a:noFill/>
                    </a:lnR>
                    <a:lnT>
                      <a:noFill/>
                    </a:lnT>
                    <a:lnB>
                      <a:noFill/>
                    </a:lnB>
                    <a:solidFill>
                      <a:srgbClr val="FFFFFF"/>
                    </a:solidFill>
                  </a:tcPr>
                </a:tc>
                <a:tc>
                  <a:txBody>
                    <a:bodyPr/>
                    <a:lstStyle/>
                    <a:p>
                      <a:pPr marL="0" marR="0" lvl="0" indent="0" algn="ctr" rtl="0" fontAlgn="b">
                        <a:lnSpc>
                          <a:spcPct val="100000"/>
                        </a:lnSpc>
                        <a:spcBef>
                          <a:spcPts val="0"/>
                        </a:spcBef>
                        <a:spcAft>
                          <a:spcPts val="0"/>
                        </a:spcAft>
                        <a:buClr>
                          <a:srgbClr val="000000"/>
                        </a:buClr>
                        <a:buFont typeface="Arial"/>
                        <a:buNone/>
                      </a:pPr>
                      <a:r>
                        <a:rPr lang="en-US" sz="900" b="0" i="0" u="none" strike="noStrike" cap="none">
                          <a:solidFill>
                            <a:srgbClr val="334155"/>
                          </a:solidFill>
                          <a:latin typeface="Inter"/>
                          <a:ea typeface="Inter"/>
                          <a:cs typeface="Calibri"/>
                          <a:sym typeface="Arial"/>
                        </a:rPr>
                        <a:t>3</a:t>
                      </a:r>
                    </a:p>
                  </a:txBody>
                  <a:tcPr marL="28575" marR="28575" marT="19050" marB="19050" anchor="ctr">
                    <a:lnL>
                      <a:noFill/>
                    </a:lnL>
                    <a:lnR>
                      <a:noFill/>
                    </a:lnR>
                    <a:lnT>
                      <a:noFill/>
                    </a:lnT>
                    <a:lnB>
                      <a:noFill/>
                    </a:lnB>
                    <a:solidFill>
                      <a:srgbClr val="FFFFFF"/>
                    </a:solidFill>
                  </a:tcPr>
                </a:tc>
                <a:tc>
                  <a:txBody>
                    <a:bodyPr/>
                    <a:lstStyle/>
                    <a:p>
                      <a:pPr marL="0" marR="0" lvl="0" indent="0" algn="l" rtl="0" fontAlgn="b">
                        <a:lnSpc>
                          <a:spcPct val="100000"/>
                        </a:lnSpc>
                        <a:spcBef>
                          <a:spcPts val="0"/>
                        </a:spcBef>
                        <a:spcAft>
                          <a:spcPts val="0"/>
                        </a:spcAft>
                        <a:buClr>
                          <a:srgbClr val="000000"/>
                        </a:buClr>
                        <a:buFont typeface="Arial"/>
                        <a:buNone/>
                      </a:pPr>
                      <a:r>
                        <a:rPr lang="en-US" sz="900" b="0" i="0" u="none" strike="noStrike" cap="none" dirty="0">
                          <a:solidFill>
                            <a:srgbClr val="334155"/>
                          </a:solidFill>
                          <a:latin typeface="Inter"/>
                          <a:ea typeface="Inter"/>
                          <a:cs typeface="Calibri"/>
                          <a:sym typeface="Arial"/>
                        </a:rPr>
                        <a:t>Baby Doll </a:t>
                      </a:r>
                      <a:r>
                        <a:rPr lang="en-US" sz="900" b="0" i="0" u="none" strike="noStrike" cap="none" dirty="0">
                          <a:solidFill>
                            <a:srgbClr val="334155"/>
                          </a:solidFill>
                          <a:latin typeface="Inter"/>
                          <a:ea typeface="Inter"/>
                          <a:cs typeface="Calibri"/>
                        </a:rPr>
                        <a:t>Deluxe </a:t>
                      </a:r>
                      <a:r>
                        <a:rPr lang="en-US" sz="900" b="0" i="0" u="none" strike="noStrike" cap="none" dirty="0">
                          <a:solidFill>
                            <a:srgbClr val="334155"/>
                          </a:solidFill>
                          <a:latin typeface="Inter"/>
                          <a:ea typeface="Inter"/>
                          <a:cs typeface="Calibri"/>
                          <a:sym typeface="Arial"/>
                        </a:rPr>
                        <a:t>(1,148) </a:t>
                      </a:r>
                      <a:r>
                        <a:rPr lang="en-US" sz="900" b="0" i="0" u="none" strike="noStrike" cap="none" dirty="0">
                          <a:solidFill>
                            <a:srgbClr val="334155"/>
                          </a:solidFill>
                          <a:latin typeface="Inter"/>
                          <a:ea typeface="Inter"/>
                          <a:cs typeface="Calibri"/>
                        </a:rPr>
                        <a:t>| </a:t>
                      </a:r>
                      <a:r>
                        <a:rPr lang="en-US" sz="900" b="0" i="0" u="none" strike="noStrike" cap="none" dirty="0" err="1">
                          <a:solidFill>
                            <a:srgbClr val="334155"/>
                          </a:solidFill>
                          <a:latin typeface="Inter"/>
                          <a:ea typeface="Inter"/>
                          <a:cs typeface="Calibri"/>
                          <a:sym typeface="Arial"/>
                        </a:rPr>
                        <a:t>SuperHero</a:t>
                      </a:r>
                      <a:r>
                        <a:rPr lang="en-US" sz="900" b="0" i="0" u="none" strike="noStrike" cap="none" dirty="0">
                          <a:solidFill>
                            <a:srgbClr val="334155"/>
                          </a:solidFill>
                          <a:latin typeface="Inter"/>
                          <a:ea typeface="Inter"/>
                          <a:cs typeface="Calibri"/>
                          <a:sym typeface="Arial"/>
                        </a:rPr>
                        <a:t> </a:t>
                      </a:r>
                      <a:r>
                        <a:rPr lang="en-US" sz="900" b="0" i="0" u="none" strike="noStrike" cap="none" dirty="0">
                          <a:solidFill>
                            <a:srgbClr val="334155"/>
                          </a:solidFill>
                          <a:latin typeface="Inter"/>
                          <a:ea typeface="Inter"/>
                          <a:cs typeface="Calibri"/>
                        </a:rPr>
                        <a:t> Warrior </a:t>
                      </a:r>
                      <a:r>
                        <a:rPr lang="en-US" sz="900" b="0" i="0" u="none" strike="noStrike" cap="none" dirty="0">
                          <a:solidFill>
                            <a:srgbClr val="334155"/>
                          </a:solidFill>
                          <a:latin typeface="Inter"/>
                          <a:ea typeface="Inter"/>
                          <a:cs typeface="Calibri"/>
                          <a:sym typeface="Arial"/>
                        </a:rPr>
                        <a:t>(895) </a:t>
                      </a:r>
                      <a:r>
                        <a:rPr lang="en-US" sz="900" b="0" i="0" u="none" strike="noStrike" cap="none" dirty="0">
                          <a:solidFill>
                            <a:srgbClr val="334155"/>
                          </a:solidFill>
                          <a:latin typeface="Inter"/>
                          <a:ea typeface="Inter"/>
                          <a:cs typeface="Calibri"/>
                        </a:rPr>
                        <a:t>| </a:t>
                      </a:r>
                      <a:r>
                        <a:rPr lang="en-US" sz="900" b="0" i="0" u="none" strike="noStrike" cap="none" dirty="0">
                          <a:solidFill>
                            <a:srgbClr val="334155"/>
                          </a:solidFill>
                          <a:latin typeface="Inter"/>
                          <a:ea typeface="Inter"/>
                          <a:cs typeface="Calibri"/>
                          <a:sym typeface="Arial"/>
                        </a:rPr>
                        <a:t>Princess Doll (859)</a:t>
                      </a:r>
                      <a:endParaRPr lang="en-US">
                        <a:sym typeface="Arial"/>
                      </a:endParaRPr>
                    </a:p>
                  </a:txBody>
                  <a:tcPr marL="28575" marR="28575" marT="19050" marB="19050" anchor="ctr">
                    <a:lnL>
                      <a:noFill/>
                    </a:lnL>
                    <a:lnR>
                      <a:noFill/>
                    </a:lnR>
                    <a:lnT>
                      <a:noFill/>
                    </a:lnT>
                    <a:lnB>
                      <a:noFill/>
                    </a:lnB>
                    <a:solidFill>
                      <a:srgbClr val="FFFFFF"/>
                    </a:solidFill>
                  </a:tcPr>
                </a:tc>
                <a:extLst>
                  <a:ext uri="{0D108BD9-81ED-4DB2-BD59-A6C34878D82A}">
                    <a16:rowId xmlns:a16="http://schemas.microsoft.com/office/drawing/2014/main" val="1162018397"/>
                  </a:ext>
                </a:extLst>
              </a:tr>
              <a:tr h="309174">
                <a:tc>
                  <a:txBody>
                    <a:bodyPr/>
                    <a:lstStyle/>
                    <a:p>
                      <a:pPr marL="0" marR="0" lvl="0" indent="0" algn="l" rtl="0" fontAlgn="b">
                        <a:lnSpc>
                          <a:spcPct val="100000"/>
                        </a:lnSpc>
                        <a:spcBef>
                          <a:spcPts val="0"/>
                        </a:spcBef>
                        <a:spcAft>
                          <a:spcPts val="0"/>
                        </a:spcAft>
                        <a:buClr>
                          <a:srgbClr val="000000"/>
                        </a:buClr>
                        <a:buFont typeface="Arial"/>
                        <a:buNone/>
                      </a:pPr>
                      <a:r>
                        <a:rPr lang="en-US" sz="900" b="1" i="0" u="none" strike="noStrike" cap="none">
                          <a:solidFill>
                            <a:srgbClr val="334155"/>
                          </a:solidFill>
                          <a:latin typeface="Inter"/>
                          <a:ea typeface="Inter"/>
                          <a:cs typeface="Calibri"/>
                          <a:sym typeface="Arial"/>
                        </a:rPr>
                        <a:t>Store002</a:t>
                      </a:r>
                    </a:p>
                  </a:txBody>
                  <a:tcPr marL="28575" marR="28575" marT="19050" marB="19050" anchor="ctr">
                    <a:lnL>
                      <a:noFill/>
                    </a:lnL>
                    <a:lnR>
                      <a:noFill/>
                    </a:lnR>
                    <a:lnT>
                      <a:noFill/>
                    </a:lnT>
                    <a:lnB>
                      <a:noFill/>
                    </a:lnB>
                    <a:solidFill>
                      <a:srgbClr val="FFFFFF"/>
                    </a:solidFill>
                  </a:tcPr>
                </a:tc>
                <a:tc>
                  <a:txBody>
                    <a:bodyPr/>
                    <a:lstStyle/>
                    <a:p>
                      <a:pPr marL="0" marR="0" lvl="0" indent="0" algn="ctr" rtl="0" fontAlgn="b">
                        <a:lnSpc>
                          <a:spcPct val="100000"/>
                        </a:lnSpc>
                        <a:spcBef>
                          <a:spcPts val="0"/>
                        </a:spcBef>
                        <a:spcAft>
                          <a:spcPts val="0"/>
                        </a:spcAft>
                        <a:buClr>
                          <a:srgbClr val="000000"/>
                        </a:buClr>
                        <a:buFont typeface="Arial"/>
                        <a:buNone/>
                      </a:pPr>
                      <a:r>
                        <a:rPr lang="en-US" sz="900" b="0" i="0" u="none" strike="noStrike" cap="none">
                          <a:solidFill>
                            <a:srgbClr val="334155"/>
                          </a:solidFill>
                          <a:latin typeface="Inter"/>
                          <a:ea typeface="Inter"/>
                          <a:cs typeface="Calibri"/>
                          <a:sym typeface="Arial"/>
                        </a:rPr>
                        <a:t>₹</a:t>
                      </a:r>
                      <a:r>
                        <a:rPr lang="en-US" sz="900" b="0" i="0" u="none" strike="noStrike" cap="none">
                          <a:solidFill>
                            <a:srgbClr val="334155"/>
                          </a:solidFill>
                          <a:latin typeface="Inter"/>
                          <a:ea typeface="Inter"/>
                          <a:cs typeface="Calibri"/>
                        </a:rPr>
                        <a:t>4.12 M</a:t>
                      </a:r>
                      <a:endParaRPr lang="en-US" sz="900" b="0" i="0" u="none" strike="noStrike" cap="none">
                        <a:solidFill>
                          <a:srgbClr val="334155"/>
                        </a:solidFill>
                        <a:latin typeface="Inter"/>
                        <a:ea typeface="Inter"/>
                        <a:cs typeface="Calibri"/>
                        <a:sym typeface="Arial"/>
                      </a:endParaRPr>
                    </a:p>
                  </a:txBody>
                  <a:tcPr marL="28575" marR="28575" marT="19050" marB="19050" anchor="ctr">
                    <a:lnL>
                      <a:noFill/>
                    </a:lnL>
                    <a:lnR>
                      <a:noFill/>
                    </a:lnR>
                    <a:lnT>
                      <a:noFill/>
                    </a:lnT>
                    <a:lnB>
                      <a:noFill/>
                    </a:lnB>
                    <a:solidFill>
                      <a:srgbClr val="FFFFFF"/>
                    </a:solidFill>
                  </a:tcPr>
                </a:tc>
                <a:tc>
                  <a:txBody>
                    <a:bodyPr/>
                    <a:lstStyle/>
                    <a:p>
                      <a:pPr marL="0" marR="0" lvl="0" indent="0" algn="ctr" rtl="0" fontAlgn="b">
                        <a:lnSpc>
                          <a:spcPct val="100000"/>
                        </a:lnSpc>
                        <a:spcBef>
                          <a:spcPts val="0"/>
                        </a:spcBef>
                        <a:spcAft>
                          <a:spcPts val="0"/>
                        </a:spcAft>
                        <a:buClr>
                          <a:srgbClr val="000000"/>
                        </a:buClr>
                        <a:buFont typeface="Arial"/>
                        <a:buNone/>
                      </a:pPr>
                      <a:r>
                        <a:rPr lang="en-US" sz="900" b="0" i="0" u="none" strike="noStrike" cap="none">
                          <a:solidFill>
                            <a:srgbClr val="334155"/>
                          </a:solidFill>
                          <a:latin typeface="Inter"/>
                          <a:ea typeface="Inter"/>
                          <a:cs typeface="Calibri"/>
                          <a:sym typeface="Arial"/>
                        </a:rPr>
                        <a:t>6,887</a:t>
                      </a:r>
                    </a:p>
                  </a:txBody>
                  <a:tcPr marL="28575" marR="28575" marT="19050" marB="19050" anchor="ctr">
                    <a:lnL>
                      <a:noFill/>
                    </a:lnL>
                    <a:lnR>
                      <a:noFill/>
                    </a:lnR>
                    <a:lnT>
                      <a:noFill/>
                    </a:lnT>
                    <a:lnB>
                      <a:noFill/>
                    </a:lnB>
                    <a:solidFill>
                      <a:srgbClr val="FFFFFF"/>
                    </a:solidFill>
                  </a:tcPr>
                </a:tc>
                <a:tc>
                  <a:txBody>
                    <a:bodyPr/>
                    <a:lstStyle/>
                    <a:p>
                      <a:pPr marL="0" marR="0" lvl="0" indent="0" algn="ctr" rtl="0" fontAlgn="b">
                        <a:lnSpc>
                          <a:spcPct val="100000"/>
                        </a:lnSpc>
                        <a:spcBef>
                          <a:spcPts val="0"/>
                        </a:spcBef>
                        <a:spcAft>
                          <a:spcPts val="0"/>
                        </a:spcAft>
                        <a:buClr>
                          <a:srgbClr val="000000"/>
                        </a:buClr>
                        <a:buFont typeface="Arial"/>
                        <a:buNone/>
                      </a:pPr>
                      <a:r>
                        <a:rPr lang="en-US" sz="900" b="0" i="0" u="none" strike="noStrike" cap="none">
                          <a:solidFill>
                            <a:srgbClr val="334155"/>
                          </a:solidFill>
                          <a:latin typeface="Inter"/>
                          <a:ea typeface="Inter"/>
                          <a:cs typeface="Calibri"/>
                          <a:sym typeface="Arial"/>
                        </a:rPr>
                        <a:t>59.85x</a:t>
                      </a:r>
                    </a:p>
                  </a:txBody>
                  <a:tcPr marL="28575" marR="28575" marT="19050" marB="19050" anchor="ctr">
                    <a:lnL>
                      <a:noFill/>
                    </a:lnL>
                    <a:lnR>
                      <a:noFill/>
                    </a:lnR>
                    <a:lnT>
                      <a:noFill/>
                    </a:lnT>
                    <a:lnB>
                      <a:noFill/>
                    </a:lnB>
                    <a:solidFill>
                      <a:srgbClr val="FFFFFF"/>
                    </a:solidFill>
                  </a:tcPr>
                </a:tc>
                <a:tc>
                  <a:txBody>
                    <a:bodyPr/>
                    <a:lstStyle/>
                    <a:p>
                      <a:pPr marL="0" marR="0" lvl="0" indent="0" algn="ctr" rtl="0" fontAlgn="b">
                        <a:lnSpc>
                          <a:spcPct val="100000"/>
                        </a:lnSpc>
                        <a:spcBef>
                          <a:spcPts val="0"/>
                        </a:spcBef>
                        <a:spcAft>
                          <a:spcPts val="0"/>
                        </a:spcAft>
                        <a:buClr>
                          <a:srgbClr val="000000"/>
                        </a:buClr>
                        <a:buFont typeface="Arial"/>
                        <a:buNone/>
                      </a:pPr>
                      <a:r>
                        <a:rPr lang="en-US" sz="900" b="0" i="0" u="none" strike="noStrike" cap="none">
                          <a:solidFill>
                            <a:srgbClr val="334155"/>
                          </a:solidFill>
                          <a:latin typeface="Inter"/>
                          <a:ea typeface="Inter"/>
                          <a:cs typeface="Calibri"/>
                          <a:sym typeface="Arial"/>
                        </a:rPr>
                        <a:t>1</a:t>
                      </a:r>
                    </a:p>
                  </a:txBody>
                  <a:tcPr marL="28575" marR="28575" marT="19050" marB="19050" anchor="ctr">
                    <a:lnL>
                      <a:noFill/>
                    </a:lnL>
                    <a:lnR>
                      <a:noFill/>
                    </a:lnR>
                    <a:lnT>
                      <a:noFill/>
                    </a:lnT>
                    <a:lnB>
                      <a:noFill/>
                    </a:lnB>
                    <a:solidFill>
                      <a:srgbClr val="FFFFFF"/>
                    </a:solidFill>
                  </a:tcPr>
                </a:tc>
                <a:tc>
                  <a:txBody>
                    <a:bodyPr/>
                    <a:lstStyle/>
                    <a:p>
                      <a:pPr marL="0" marR="0" lvl="0" indent="0" algn="l" rtl="0" fontAlgn="b">
                        <a:lnSpc>
                          <a:spcPct val="100000"/>
                        </a:lnSpc>
                        <a:spcBef>
                          <a:spcPts val="0"/>
                        </a:spcBef>
                        <a:spcAft>
                          <a:spcPts val="0"/>
                        </a:spcAft>
                        <a:buClr>
                          <a:srgbClr val="000000"/>
                        </a:buClr>
                        <a:buFont typeface="Arial"/>
                        <a:buNone/>
                      </a:pPr>
                      <a:r>
                        <a:rPr lang="en-US" sz="900" b="0" i="0" u="none" strike="noStrike" cap="none">
                          <a:solidFill>
                            <a:srgbClr val="334155"/>
                          </a:solidFill>
                          <a:latin typeface="Inter"/>
                          <a:ea typeface="Inter"/>
                          <a:cs typeface="Calibri"/>
                          <a:sym typeface="Arial"/>
                        </a:rPr>
                        <a:t>Princess Doll (1,044)</a:t>
                      </a:r>
                      <a:r>
                        <a:rPr lang="en-US" sz="900" b="0" i="0" u="none" strike="noStrike" cap="none">
                          <a:solidFill>
                            <a:srgbClr val="334155"/>
                          </a:solidFill>
                          <a:latin typeface="Inter"/>
                          <a:ea typeface="Inter"/>
                          <a:cs typeface="Calibri"/>
                        </a:rPr>
                        <a:t> |</a:t>
                      </a:r>
                      <a:r>
                        <a:rPr lang="en-US" sz="900" b="0" i="0" u="none" strike="noStrike" cap="none">
                          <a:solidFill>
                            <a:srgbClr val="334155"/>
                          </a:solidFill>
                          <a:latin typeface="Inter"/>
                          <a:ea typeface="Inter"/>
                          <a:cs typeface="Calibri"/>
                          <a:sym typeface="Arial"/>
                        </a:rPr>
                        <a:t> Robo Defender (1,008) </a:t>
                      </a:r>
                      <a:r>
                        <a:rPr lang="en-US" sz="900" b="0" i="0" u="none" strike="noStrike" cap="none">
                          <a:solidFill>
                            <a:srgbClr val="334155"/>
                          </a:solidFill>
                          <a:latin typeface="Inter"/>
                          <a:ea typeface="Inter"/>
                          <a:cs typeface="Calibri"/>
                        </a:rPr>
                        <a:t>| </a:t>
                      </a:r>
                      <a:r>
                        <a:rPr lang="en-US" sz="900" b="0" i="0" u="none" strike="noStrike" cap="none">
                          <a:solidFill>
                            <a:srgbClr val="334155"/>
                          </a:solidFill>
                          <a:latin typeface="Inter"/>
                          <a:ea typeface="Inter"/>
                          <a:cs typeface="Calibri"/>
                          <a:sym typeface="Arial"/>
                        </a:rPr>
                        <a:t>Baby Doll (754)</a:t>
                      </a:r>
                      <a:endParaRPr lang="en-US" dirty="0">
                        <a:sym typeface="Arial"/>
                      </a:endParaRPr>
                    </a:p>
                  </a:txBody>
                  <a:tcPr marL="28575" marR="28575" marT="19050" marB="19050" anchor="ctr">
                    <a:lnL>
                      <a:noFill/>
                    </a:lnL>
                    <a:lnR>
                      <a:noFill/>
                    </a:lnR>
                    <a:lnT>
                      <a:noFill/>
                    </a:lnT>
                    <a:lnB>
                      <a:noFill/>
                    </a:lnB>
                    <a:solidFill>
                      <a:srgbClr val="FFFFFF"/>
                    </a:solidFill>
                  </a:tcPr>
                </a:tc>
                <a:extLst>
                  <a:ext uri="{0D108BD9-81ED-4DB2-BD59-A6C34878D82A}">
                    <a16:rowId xmlns:a16="http://schemas.microsoft.com/office/drawing/2014/main" val="1981189746"/>
                  </a:ext>
                </a:extLst>
              </a:tr>
              <a:tr h="309174">
                <a:tc>
                  <a:txBody>
                    <a:bodyPr/>
                    <a:lstStyle/>
                    <a:p>
                      <a:pPr marL="0" marR="0" lvl="0" indent="0" algn="l" rtl="0" fontAlgn="b">
                        <a:lnSpc>
                          <a:spcPct val="100000"/>
                        </a:lnSpc>
                        <a:spcBef>
                          <a:spcPts val="0"/>
                        </a:spcBef>
                        <a:spcAft>
                          <a:spcPts val="0"/>
                        </a:spcAft>
                        <a:buClr>
                          <a:srgbClr val="000000"/>
                        </a:buClr>
                        <a:buFont typeface="Arial"/>
                        <a:buNone/>
                      </a:pPr>
                      <a:r>
                        <a:rPr lang="en-US" sz="900" b="1" i="0" u="none" strike="noStrike" cap="none">
                          <a:solidFill>
                            <a:srgbClr val="334155"/>
                          </a:solidFill>
                          <a:latin typeface="Inter"/>
                          <a:ea typeface="Inter"/>
                          <a:cs typeface="Calibri"/>
                          <a:sym typeface="Arial"/>
                        </a:rPr>
                        <a:t>Store006</a:t>
                      </a:r>
                    </a:p>
                  </a:txBody>
                  <a:tcPr marL="28575" marR="28575" marT="19050" marB="19050" anchor="ctr">
                    <a:lnL>
                      <a:noFill/>
                    </a:lnL>
                    <a:lnR>
                      <a:noFill/>
                    </a:lnR>
                    <a:lnT>
                      <a:noFill/>
                    </a:lnT>
                    <a:lnB>
                      <a:noFill/>
                    </a:lnB>
                    <a:solidFill>
                      <a:srgbClr val="FFFFFF"/>
                    </a:solidFill>
                  </a:tcPr>
                </a:tc>
                <a:tc>
                  <a:txBody>
                    <a:bodyPr/>
                    <a:lstStyle/>
                    <a:p>
                      <a:pPr marL="0" marR="0" lvl="0" indent="0" algn="ctr" rtl="0" fontAlgn="b">
                        <a:lnSpc>
                          <a:spcPct val="100000"/>
                        </a:lnSpc>
                        <a:spcBef>
                          <a:spcPts val="0"/>
                        </a:spcBef>
                        <a:spcAft>
                          <a:spcPts val="0"/>
                        </a:spcAft>
                        <a:buClr>
                          <a:srgbClr val="000000"/>
                        </a:buClr>
                        <a:buFont typeface="Arial"/>
                        <a:buNone/>
                      </a:pPr>
                      <a:r>
                        <a:rPr lang="en-US" sz="900" b="0" i="0" u="none" strike="noStrike" cap="none">
                          <a:solidFill>
                            <a:srgbClr val="334155"/>
                          </a:solidFill>
                          <a:latin typeface="Inter"/>
                          <a:ea typeface="Inter"/>
                          <a:cs typeface="Calibri"/>
                          <a:sym typeface="Arial"/>
                        </a:rPr>
                        <a:t>₹</a:t>
                      </a:r>
                      <a:r>
                        <a:rPr lang="en-US" sz="900" b="0" i="0" u="none" strike="noStrike" cap="none">
                          <a:solidFill>
                            <a:srgbClr val="334155"/>
                          </a:solidFill>
                          <a:latin typeface="Inter"/>
                          <a:ea typeface="Inter"/>
                          <a:cs typeface="Calibri"/>
                        </a:rPr>
                        <a:t>4.02 M</a:t>
                      </a:r>
                      <a:endParaRPr lang="en-US" sz="900" b="0" i="0" u="none" strike="noStrike" cap="none">
                        <a:solidFill>
                          <a:srgbClr val="334155"/>
                        </a:solidFill>
                        <a:latin typeface="Inter"/>
                        <a:ea typeface="Inter"/>
                        <a:cs typeface="Calibri"/>
                        <a:sym typeface="Arial"/>
                      </a:endParaRPr>
                    </a:p>
                  </a:txBody>
                  <a:tcPr marL="28575" marR="28575" marT="19050" marB="19050" anchor="ctr">
                    <a:lnL>
                      <a:noFill/>
                    </a:lnL>
                    <a:lnR>
                      <a:noFill/>
                    </a:lnR>
                    <a:lnT>
                      <a:noFill/>
                    </a:lnT>
                    <a:lnB>
                      <a:noFill/>
                    </a:lnB>
                    <a:solidFill>
                      <a:srgbClr val="FFFFFF"/>
                    </a:solidFill>
                  </a:tcPr>
                </a:tc>
                <a:tc>
                  <a:txBody>
                    <a:bodyPr/>
                    <a:lstStyle/>
                    <a:p>
                      <a:pPr marL="0" marR="0" lvl="0" indent="0" algn="ctr" rtl="0" fontAlgn="b">
                        <a:lnSpc>
                          <a:spcPct val="100000"/>
                        </a:lnSpc>
                        <a:spcBef>
                          <a:spcPts val="0"/>
                        </a:spcBef>
                        <a:spcAft>
                          <a:spcPts val="0"/>
                        </a:spcAft>
                        <a:buClr>
                          <a:srgbClr val="000000"/>
                        </a:buClr>
                        <a:buFont typeface="Arial"/>
                        <a:buNone/>
                      </a:pPr>
                      <a:r>
                        <a:rPr lang="en-US" sz="900" b="0" i="0" u="none" strike="noStrike" cap="none">
                          <a:solidFill>
                            <a:srgbClr val="334155"/>
                          </a:solidFill>
                          <a:latin typeface="Inter"/>
                          <a:ea typeface="Inter"/>
                          <a:cs typeface="Calibri"/>
                          <a:sym typeface="Arial"/>
                        </a:rPr>
                        <a:t>6,657</a:t>
                      </a:r>
                    </a:p>
                  </a:txBody>
                  <a:tcPr marL="28575" marR="28575" marT="19050" marB="19050" anchor="ctr">
                    <a:lnL>
                      <a:noFill/>
                    </a:lnL>
                    <a:lnR>
                      <a:noFill/>
                    </a:lnR>
                    <a:lnT>
                      <a:noFill/>
                    </a:lnT>
                    <a:lnB>
                      <a:noFill/>
                    </a:lnB>
                    <a:solidFill>
                      <a:srgbClr val="FFFFFF"/>
                    </a:solidFill>
                  </a:tcPr>
                </a:tc>
                <a:tc>
                  <a:txBody>
                    <a:bodyPr/>
                    <a:lstStyle/>
                    <a:p>
                      <a:pPr marL="0" marR="0" lvl="0" indent="0" algn="ctr" rtl="0" fontAlgn="b">
                        <a:lnSpc>
                          <a:spcPct val="100000"/>
                        </a:lnSpc>
                        <a:spcBef>
                          <a:spcPts val="0"/>
                        </a:spcBef>
                        <a:spcAft>
                          <a:spcPts val="0"/>
                        </a:spcAft>
                        <a:buClr>
                          <a:srgbClr val="000000"/>
                        </a:buClr>
                        <a:buFont typeface="Arial"/>
                        <a:buNone/>
                      </a:pPr>
                      <a:r>
                        <a:rPr lang="en-US" sz="900" b="0" i="0" u="none" strike="noStrike" cap="none">
                          <a:solidFill>
                            <a:srgbClr val="334155"/>
                          </a:solidFill>
                          <a:latin typeface="Inter"/>
                          <a:ea typeface="Inter"/>
                          <a:cs typeface="Calibri"/>
                          <a:sym typeface="Arial"/>
                        </a:rPr>
                        <a:t>63.45x</a:t>
                      </a:r>
                    </a:p>
                  </a:txBody>
                  <a:tcPr marL="28575" marR="28575" marT="19050" marB="19050" anchor="ctr">
                    <a:lnL>
                      <a:noFill/>
                    </a:lnL>
                    <a:lnR>
                      <a:noFill/>
                    </a:lnR>
                    <a:lnT>
                      <a:noFill/>
                    </a:lnT>
                    <a:lnB>
                      <a:noFill/>
                    </a:lnB>
                    <a:solidFill>
                      <a:srgbClr val="FFFFFF"/>
                    </a:solidFill>
                  </a:tcPr>
                </a:tc>
                <a:tc>
                  <a:txBody>
                    <a:bodyPr/>
                    <a:lstStyle/>
                    <a:p>
                      <a:pPr marL="0" marR="0" lvl="0" indent="0" algn="ctr" rtl="0" fontAlgn="b">
                        <a:lnSpc>
                          <a:spcPct val="100000"/>
                        </a:lnSpc>
                        <a:spcBef>
                          <a:spcPts val="0"/>
                        </a:spcBef>
                        <a:spcAft>
                          <a:spcPts val="0"/>
                        </a:spcAft>
                        <a:buClr>
                          <a:srgbClr val="000000"/>
                        </a:buClr>
                        <a:buFont typeface="Arial"/>
                        <a:buNone/>
                      </a:pPr>
                      <a:r>
                        <a:rPr lang="en-US" sz="900" b="0" i="0" u="none" strike="noStrike" cap="none" dirty="0">
                          <a:solidFill>
                            <a:srgbClr val="334155"/>
                          </a:solidFill>
                          <a:latin typeface="Inter"/>
                          <a:ea typeface="Inter"/>
                          <a:cs typeface="Calibri"/>
                          <a:sym typeface="Arial"/>
                        </a:rPr>
                        <a:t>0</a:t>
                      </a:r>
                    </a:p>
                  </a:txBody>
                  <a:tcPr marL="28575" marR="28575" marT="19050" marB="19050" anchor="ctr">
                    <a:lnL>
                      <a:noFill/>
                    </a:lnL>
                    <a:lnR>
                      <a:noFill/>
                    </a:lnR>
                    <a:lnT>
                      <a:noFill/>
                    </a:lnT>
                    <a:lnB>
                      <a:noFill/>
                    </a:lnB>
                    <a:solidFill>
                      <a:srgbClr val="FFFFFF"/>
                    </a:solidFill>
                  </a:tcPr>
                </a:tc>
                <a:tc>
                  <a:txBody>
                    <a:bodyPr/>
                    <a:lstStyle/>
                    <a:p>
                      <a:pPr marL="0" marR="0" lvl="0" indent="0" algn="l" rtl="0" fontAlgn="b">
                        <a:lnSpc>
                          <a:spcPct val="100000"/>
                        </a:lnSpc>
                        <a:spcBef>
                          <a:spcPts val="0"/>
                        </a:spcBef>
                        <a:spcAft>
                          <a:spcPts val="0"/>
                        </a:spcAft>
                        <a:buClr>
                          <a:srgbClr val="000000"/>
                        </a:buClr>
                        <a:buFont typeface="Arial"/>
                        <a:buNone/>
                      </a:pPr>
                      <a:r>
                        <a:rPr lang="en-US" sz="900" b="0" i="0" u="none" strike="noStrike" cap="none" dirty="0">
                          <a:solidFill>
                            <a:srgbClr val="334155"/>
                          </a:solidFill>
                          <a:latin typeface="Inter"/>
                          <a:ea typeface="Inter"/>
                          <a:cs typeface="Calibri"/>
                          <a:sym typeface="Arial"/>
                        </a:rPr>
                        <a:t>Robo Defender (1,065) </a:t>
                      </a:r>
                      <a:r>
                        <a:rPr lang="en-US" sz="900" b="0" i="0" u="none" strike="noStrike" cap="none" dirty="0">
                          <a:solidFill>
                            <a:srgbClr val="334155"/>
                          </a:solidFill>
                          <a:latin typeface="Inter"/>
                          <a:ea typeface="Inter"/>
                          <a:cs typeface="Calibri"/>
                        </a:rPr>
                        <a:t>| </a:t>
                      </a:r>
                      <a:r>
                        <a:rPr lang="en-US" sz="900" b="0" i="0" u="none" strike="noStrike" cap="none" dirty="0">
                          <a:solidFill>
                            <a:srgbClr val="334155"/>
                          </a:solidFill>
                          <a:latin typeface="Inter"/>
                          <a:ea typeface="Inter"/>
                          <a:cs typeface="Calibri"/>
                          <a:sym typeface="Arial"/>
                        </a:rPr>
                        <a:t>Baby Doll (966) </a:t>
                      </a:r>
                      <a:r>
                        <a:rPr lang="en-US" sz="900" b="0" i="0" u="none" strike="noStrike" cap="none" dirty="0">
                          <a:solidFill>
                            <a:srgbClr val="334155"/>
                          </a:solidFill>
                          <a:latin typeface="Inter"/>
                          <a:ea typeface="Inter"/>
                          <a:cs typeface="Calibri"/>
                        </a:rPr>
                        <a:t>| </a:t>
                      </a:r>
                      <a:r>
                        <a:rPr lang="en-US" sz="900" b="0" i="0" u="none" strike="noStrike" cap="none" dirty="0" err="1">
                          <a:solidFill>
                            <a:srgbClr val="334155"/>
                          </a:solidFill>
                          <a:latin typeface="Inter"/>
                          <a:ea typeface="Inter"/>
                          <a:cs typeface="Calibri"/>
                          <a:sym typeface="Arial"/>
                        </a:rPr>
                        <a:t>SuperHero</a:t>
                      </a:r>
                      <a:r>
                        <a:rPr lang="en-US" sz="900" b="0" i="0" u="none" strike="noStrike" cap="none" dirty="0">
                          <a:solidFill>
                            <a:srgbClr val="334155"/>
                          </a:solidFill>
                          <a:latin typeface="Inter"/>
                          <a:ea typeface="Inter"/>
                          <a:cs typeface="Calibri"/>
                          <a:sym typeface="Arial"/>
                        </a:rPr>
                        <a:t> (757)</a:t>
                      </a:r>
                      <a:endParaRPr lang="en-US" dirty="0">
                        <a:sym typeface="Arial"/>
                      </a:endParaRPr>
                    </a:p>
                  </a:txBody>
                  <a:tcPr marL="28575" marR="28575" marT="19050" marB="19050" anchor="ctr">
                    <a:lnL>
                      <a:noFill/>
                    </a:lnL>
                    <a:lnR>
                      <a:noFill/>
                    </a:lnR>
                    <a:lnT>
                      <a:noFill/>
                    </a:lnT>
                    <a:lnB>
                      <a:noFill/>
                    </a:lnB>
                    <a:solidFill>
                      <a:srgbClr val="FFFFFF"/>
                    </a:solidFill>
                  </a:tcPr>
                </a:tc>
                <a:extLst>
                  <a:ext uri="{0D108BD9-81ED-4DB2-BD59-A6C34878D82A}">
                    <a16:rowId xmlns:a16="http://schemas.microsoft.com/office/drawing/2014/main" val="3459316067"/>
                  </a:ext>
                </a:extLst>
              </a:tr>
              <a:tr h="309174">
                <a:tc>
                  <a:txBody>
                    <a:bodyPr/>
                    <a:lstStyle/>
                    <a:p>
                      <a:pPr marL="0" marR="0" lvl="0" indent="0" algn="l" rtl="0" fontAlgn="b">
                        <a:lnSpc>
                          <a:spcPct val="100000"/>
                        </a:lnSpc>
                        <a:spcBef>
                          <a:spcPts val="0"/>
                        </a:spcBef>
                        <a:spcAft>
                          <a:spcPts val="0"/>
                        </a:spcAft>
                        <a:buClr>
                          <a:srgbClr val="000000"/>
                        </a:buClr>
                        <a:buFont typeface="Arial"/>
                        <a:buNone/>
                      </a:pPr>
                      <a:r>
                        <a:rPr lang="en-US" sz="900" b="1" i="0" u="none" strike="noStrike" cap="none">
                          <a:solidFill>
                            <a:srgbClr val="334155"/>
                          </a:solidFill>
                          <a:latin typeface="Inter"/>
                          <a:ea typeface="Inter"/>
                          <a:cs typeface="Calibri"/>
                          <a:sym typeface="Arial"/>
                        </a:rPr>
                        <a:t>Store007</a:t>
                      </a:r>
                    </a:p>
                  </a:txBody>
                  <a:tcPr marL="28575" marR="28575" marT="19050" marB="19050" anchor="ctr">
                    <a:lnL>
                      <a:noFill/>
                    </a:lnL>
                    <a:lnR>
                      <a:noFill/>
                    </a:lnR>
                    <a:lnT>
                      <a:noFill/>
                    </a:lnT>
                    <a:lnB>
                      <a:noFill/>
                    </a:lnB>
                    <a:solidFill>
                      <a:srgbClr val="FFFFFF"/>
                    </a:solidFill>
                  </a:tcPr>
                </a:tc>
                <a:tc>
                  <a:txBody>
                    <a:bodyPr/>
                    <a:lstStyle/>
                    <a:p>
                      <a:pPr marL="0" marR="0" lvl="0" indent="0" algn="ctr" rtl="0" fontAlgn="b">
                        <a:lnSpc>
                          <a:spcPct val="100000"/>
                        </a:lnSpc>
                        <a:spcBef>
                          <a:spcPts val="0"/>
                        </a:spcBef>
                        <a:spcAft>
                          <a:spcPts val="0"/>
                        </a:spcAft>
                        <a:buClr>
                          <a:srgbClr val="000000"/>
                        </a:buClr>
                        <a:buFont typeface="Arial"/>
                        <a:buNone/>
                      </a:pPr>
                      <a:r>
                        <a:rPr lang="en-US" sz="900" b="0" i="0" u="none" strike="noStrike" cap="none">
                          <a:solidFill>
                            <a:srgbClr val="334155"/>
                          </a:solidFill>
                          <a:latin typeface="Inter"/>
                          <a:ea typeface="Inter"/>
                          <a:cs typeface="Calibri"/>
                          <a:sym typeface="Arial"/>
                        </a:rPr>
                        <a:t>₹</a:t>
                      </a:r>
                      <a:r>
                        <a:rPr lang="en-US" sz="900" b="0" i="0" u="none" strike="noStrike" cap="none">
                          <a:solidFill>
                            <a:srgbClr val="334155"/>
                          </a:solidFill>
                          <a:latin typeface="Inter"/>
                          <a:ea typeface="Inter"/>
                          <a:cs typeface="Calibri"/>
                        </a:rPr>
                        <a:t>4.08 M</a:t>
                      </a:r>
                      <a:endParaRPr lang="en-US" sz="900" b="0" i="0" u="none" strike="noStrike" cap="none">
                        <a:solidFill>
                          <a:srgbClr val="334155"/>
                        </a:solidFill>
                        <a:latin typeface="Inter"/>
                        <a:ea typeface="Inter"/>
                        <a:cs typeface="Calibri"/>
                        <a:sym typeface="Arial"/>
                      </a:endParaRPr>
                    </a:p>
                  </a:txBody>
                  <a:tcPr marL="28575" marR="28575" marT="19050" marB="19050" anchor="ctr">
                    <a:lnL>
                      <a:noFill/>
                    </a:lnL>
                    <a:lnR>
                      <a:noFill/>
                    </a:lnR>
                    <a:lnT>
                      <a:noFill/>
                    </a:lnT>
                    <a:lnB>
                      <a:noFill/>
                    </a:lnB>
                    <a:solidFill>
                      <a:srgbClr val="FFFFFF"/>
                    </a:solidFill>
                  </a:tcPr>
                </a:tc>
                <a:tc>
                  <a:txBody>
                    <a:bodyPr/>
                    <a:lstStyle/>
                    <a:p>
                      <a:pPr marL="0" marR="0" lvl="0" indent="0" algn="ctr" rtl="0" fontAlgn="b">
                        <a:lnSpc>
                          <a:spcPct val="100000"/>
                        </a:lnSpc>
                        <a:spcBef>
                          <a:spcPts val="0"/>
                        </a:spcBef>
                        <a:spcAft>
                          <a:spcPts val="0"/>
                        </a:spcAft>
                        <a:buClr>
                          <a:srgbClr val="000000"/>
                        </a:buClr>
                        <a:buFont typeface="Arial"/>
                        <a:buNone/>
                      </a:pPr>
                      <a:r>
                        <a:rPr lang="en-US" sz="900" b="0" i="0" u="none" strike="noStrike" cap="none">
                          <a:solidFill>
                            <a:srgbClr val="334155"/>
                          </a:solidFill>
                          <a:latin typeface="Inter"/>
                          <a:ea typeface="Inter"/>
                          <a:cs typeface="Calibri"/>
                          <a:sym typeface="Arial"/>
                        </a:rPr>
                        <a:t>6,722</a:t>
                      </a:r>
                    </a:p>
                  </a:txBody>
                  <a:tcPr marL="28575" marR="28575" marT="19050" marB="19050" anchor="ctr">
                    <a:lnL>
                      <a:noFill/>
                    </a:lnL>
                    <a:lnR>
                      <a:noFill/>
                    </a:lnR>
                    <a:lnT>
                      <a:noFill/>
                    </a:lnT>
                    <a:lnB>
                      <a:noFill/>
                    </a:lnB>
                    <a:solidFill>
                      <a:srgbClr val="FFFFFF"/>
                    </a:solidFill>
                  </a:tcPr>
                </a:tc>
                <a:tc>
                  <a:txBody>
                    <a:bodyPr/>
                    <a:lstStyle/>
                    <a:p>
                      <a:pPr marL="0" marR="0" lvl="0" indent="0" algn="ctr" rtl="0" fontAlgn="b">
                        <a:lnSpc>
                          <a:spcPct val="100000"/>
                        </a:lnSpc>
                        <a:spcBef>
                          <a:spcPts val="0"/>
                        </a:spcBef>
                        <a:spcAft>
                          <a:spcPts val="0"/>
                        </a:spcAft>
                        <a:buClr>
                          <a:srgbClr val="000000"/>
                        </a:buClr>
                        <a:buFont typeface="Arial"/>
                        <a:buNone/>
                      </a:pPr>
                      <a:r>
                        <a:rPr lang="en-US" sz="900" b="0" i="0" u="none" strike="noStrike" cap="none">
                          <a:solidFill>
                            <a:srgbClr val="334155"/>
                          </a:solidFill>
                          <a:latin typeface="Inter"/>
                          <a:ea typeface="Inter"/>
                          <a:cs typeface="Calibri"/>
                          <a:sym typeface="Arial"/>
                        </a:rPr>
                        <a:t>60.12x</a:t>
                      </a:r>
                    </a:p>
                  </a:txBody>
                  <a:tcPr marL="28575" marR="28575" marT="19050" marB="19050" anchor="ctr">
                    <a:lnL>
                      <a:noFill/>
                    </a:lnL>
                    <a:lnR>
                      <a:noFill/>
                    </a:lnR>
                    <a:lnT>
                      <a:noFill/>
                    </a:lnT>
                    <a:lnB>
                      <a:noFill/>
                    </a:lnB>
                    <a:solidFill>
                      <a:srgbClr val="FFFFFF"/>
                    </a:solidFill>
                  </a:tcPr>
                </a:tc>
                <a:tc>
                  <a:txBody>
                    <a:bodyPr/>
                    <a:lstStyle/>
                    <a:p>
                      <a:pPr marL="0" marR="0" lvl="0" indent="0" algn="ctr" rtl="0" fontAlgn="b">
                        <a:lnSpc>
                          <a:spcPct val="100000"/>
                        </a:lnSpc>
                        <a:spcBef>
                          <a:spcPts val="0"/>
                        </a:spcBef>
                        <a:spcAft>
                          <a:spcPts val="0"/>
                        </a:spcAft>
                        <a:buClr>
                          <a:srgbClr val="000000"/>
                        </a:buClr>
                        <a:buFont typeface="Arial"/>
                        <a:buNone/>
                      </a:pPr>
                      <a:r>
                        <a:rPr lang="en-US" sz="900" b="0" i="0" u="none" strike="noStrike" cap="none">
                          <a:solidFill>
                            <a:srgbClr val="334155"/>
                          </a:solidFill>
                          <a:latin typeface="Inter"/>
                          <a:ea typeface="Inter"/>
                          <a:cs typeface="Calibri"/>
                          <a:sym typeface="Arial"/>
                        </a:rPr>
                        <a:t>1</a:t>
                      </a:r>
                    </a:p>
                  </a:txBody>
                  <a:tcPr marL="28575" marR="28575" marT="19050" marB="19050" anchor="ctr">
                    <a:lnL>
                      <a:noFill/>
                    </a:lnL>
                    <a:lnR>
                      <a:noFill/>
                    </a:lnR>
                    <a:lnT>
                      <a:noFill/>
                    </a:lnT>
                    <a:lnB>
                      <a:noFill/>
                    </a:lnB>
                    <a:solidFill>
                      <a:srgbClr val="FFFFFF"/>
                    </a:solidFill>
                  </a:tcPr>
                </a:tc>
                <a:tc>
                  <a:txBody>
                    <a:bodyPr/>
                    <a:lstStyle/>
                    <a:p>
                      <a:pPr marL="0" marR="0" lvl="0" indent="0" algn="l" rtl="0" fontAlgn="b">
                        <a:lnSpc>
                          <a:spcPct val="100000"/>
                        </a:lnSpc>
                        <a:spcBef>
                          <a:spcPts val="0"/>
                        </a:spcBef>
                        <a:spcAft>
                          <a:spcPts val="0"/>
                        </a:spcAft>
                        <a:buClr>
                          <a:srgbClr val="000000"/>
                        </a:buClr>
                        <a:buFont typeface="Arial"/>
                        <a:buNone/>
                      </a:pPr>
                      <a:r>
                        <a:rPr lang="en-US" sz="900" b="0" i="0" u="none" strike="noStrike" cap="none" dirty="0">
                          <a:solidFill>
                            <a:srgbClr val="334155"/>
                          </a:solidFill>
                          <a:latin typeface="Inter"/>
                          <a:ea typeface="Inter"/>
                          <a:cs typeface="Calibri"/>
                          <a:sym typeface="Arial"/>
                        </a:rPr>
                        <a:t>Baby Doll Deluxe (950) </a:t>
                      </a:r>
                      <a:r>
                        <a:rPr lang="en-US" sz="900" b="0" i="0" u="none" strike="noStrike" cap="none" dirty="0">
                          <a:solidFill>
                            <a:srgbClr val="334155"/>
                          </a:solidFill>
                          <a:latin typeface="Inter"/>
                          <a:ea typeface="Inter"/>
                          <a:cs typeface="Calibri"/>
                        </a:rPr>
                        <a:t>|</a:t>
                      </a:r>
                      <a:r>
                        <a:rPr lang="en-US" sz="900" b="0" i="0" u="none" strike="noStrike" cap="none" dirty="0">
                          <a:solidFill>
                            <a:srgbClr val="334155"/>
                          </a:solidFill>
                          <a:latin typeface="Inter"/>
                          <a:ea typeface="Inter"/>
                          <a:cs typeface="Calibri"/>
                          <a:sym typeface="Arial"/>
                        </a:rPr>
                        <a:t> Princess Doll (866) </a:t>
                      </a:r>
                      <a:r>
                        <a:rPr lang="en-US" sz="900" b="0" i="0" u="none" strike="noStrike" cap="none" dirty="0">
                          <a:solidFill>
                            <a:srgbClr val="334155"/>
                          </a:solidFill>
                          <a:latin typeface="Inter"/>
                          <a:ea typeface="Inter"/>
                          <a:cs typeface="Calibri"/>
                        </a:rPr>
                        <a:t>|</a:t>
                      </a:r>
                      <a:r>
                        <a:rPr lang="en-US" sz="900" b="0" i="0" u="none" strike="noStrike" cap="none">
                          <a:solidFill>
                            <a:srgbClr val="334155"/>
                          </a:solidFill>
                          <a:latin typeface="Inter"/>
                          <a:ea typeface="Inter"/>
                          <a:cs typeface="Calibri"/>
                          <a:sym typeface="Arial"/>
                        </a:rPr>
                        <a:t> Robo </a:t>
                      </a:r>
                      <a:r>
                        <a:rPr lang="en-US" sz="900" b="0" i="0" u="none" strike="noStrike" cap="none">
                          <a:solidFill>
                            <a:srgbClr val="334155"/>
                          </a:solidFill>
                          <a:latin typeface="Inter"/>
                          <a:ea typeface="Inter"/>
                          <a:cs typeface="Calibri"/>
                        </a:rPr>
                        <a:t>Defender</a:t>
                      </a:r>
                      <a:r>
                        <a:rPr lang="en-US" sz="900" b="0" i="0" u="none" strike="noStrike" cap="none" dirty="0">
                          <a:solidFill>
                            <a:srgbClr val="334155"/>
                          </a:solidFill>
                          <a:latin typeface="Inter"/>
                          <a:ea typeface="Inter"/>
                          <a:cs typeface="Calibri"/>
                          <a:sym typeface="Arial"/>
                        </a:rPr>
                        <a:t> (746)</a:t>
                      </a:r>
                    </a:p>
                  </a:txBody>
                  <a:tcPr marL="28575" marR="28575" marT="19050" marB="19050" anchor="ctr">
                    <a:lnL>
                      <a:noFill/>
                    </a:lnL>
                    <a:lnR>
                      <a:noFill/>
                    </a:lnR>
                    <a:lnT>
                      <a:noFill/>
                    </a:lnT>
                    <a:lnB>
                      <a:noFill/>
                    </a:lnB>
                    <a:solidFill>
                      <a:srgbClr val="FFFFFF"/>
                    </a:solidFill>
                  </a:tcPr>
                </a:tc>
                <a:extLst>
                  <a:ext uri="{0D108BD9-81ED-4DB2-BD59-A6C34878D82A}">
                    <a16:rowId xmlns:a16="http://schemas.microsoft.com/office/drawing/2014/main" val="1286202717"/>
                  </a:ext>
                </a:extLst>
              </a:tr>
              <a:tr h="309174">
                <a:tc>
                  <a:txBody>
                    <a:bodyPr/>
                    <a:lstStyle/>
                    <a:p>
                      <a:pPr marL="0" marR="0" lvl="0" indent="0" algn="l" rtl="0" fontAlgn="b">
                        <a:lnSpc>
                          <a:spcPct val="100000"/>
                        </a:lnSpc>
                        <a:spcBef>
                          <a:spcPts val="0"/>
                        </a:spcBef>
                        <a:spcAft>
                          <a:spcPts val="0"/>
                        </a:spcAft>
                        <a:buClr>
                          <a:srgbClr val="000000"/>
                        </a:buClr>
                        <a:buFont typeface="Arial"/>
                        <a:buNone/>
                      </a:pPr>
                      <a:r>
                        <a:rPr lang="en-US" sz="900" b="1" i="0" u="none" strike="noStrike" cap="none">
                          <a:solidFill>
                            <a:srgbClr val="334155"/>
                          </a:solidFill>
                          <a:latin typeface="Inter"/>
                          <a:ea typeface="Inter"/>
                          <a:cs typeface="Calibri"/>
                          <a:sym typeface="Arial"/>
                        </a:rPr>
                        <a:t>Store004</a:t>
                      </a:r>
                    </a:p>
                  </a:txBody>
                  <a:tcPr marL="28575" marR="28575" marT="19050" marB="19050" anchor="ctr">
                    <a:lnL>
                      <a:noFill/>
                    </a:lnL>
                    <a:lnR>
                      <a:noFill/>
                    </a:lnR>
                    <a:lnT>
                      <a:noFill/>
                    </a:lnT>
                    <a:lnB>
                      <a:noFill/>
                    </a:lnB>
                    <a:solidFill>
                      <a:srgbClr val="FFFFFF"/>
                    </a:solidFill>
                  </a:tcPr>
                </a:tc>
                <a:tc>
                  <a:txBody>
                    <a:bodyPr/>
                    <a:lstStyle/>
                    <a:p>
                      <a:pPr marL="0" marR="0" lvl="0" indent="0" algn="ctr" rtl="0" fontAlgn="b">
                        <a:lnSpc>
                          <a:spcPct val="100000"/>
                        </a:lnSpc>
                        <a:spcBef>
                          <a:spcPts val="0"/>
                        </a:spcBef>
                        <a:spcAft>
                          <a:spcPts val="0"/>
                        </a:spcAft>
                        <a:buClr>
                          <a:srgbClr val="000000"/>
                        </a:buClr>
                        <a:buFont typeface="Arial"/>
                        <a:buNone/>
                      </a:pPr>
                      <a:r>
                        <a:rPr lang="en-US" sz="900" b="0" i="0" u="none" strike="noStrike" cap="none">
                          <a:solidFill>
                            <a:srgbClr val="334155"/>
                          </a:solidFill>
                          <a:latin typeface="Inter"/>
                          <a:ea typeface="Inter"/>
                          <a:cs typeface="Calibri"/>
                          <a:sym typeface="Arial"/>
                        </a:rPr>
                        <a:t>₹</a:t>
                      </a:r>
                      <a:r>
                        <a:rPr lang="en-US" sz="900" b="0" i="0" u="none" strike="noStrike" cap="none">
                          <a:solidFill>
                            <a:srgbClr val="334155"/>
                          </a:solidFill>
                          <a:latin typeface="Inter"/>
                          <a:ea typeface="Inter"/>
                          <a:cs typeface="Calibri"/>
                        </a:rPr>
                        <a:t>3.99 M</a:t>
                      </a:r>
                      <a:endParaRPr lang="en-US" sz="900" b="0" i="0" u="none" strike="noStrike" cap="none">
                        <a:solidFill>
                          <a:srgbClr val="334155"/>
                        </a:solidFill>
                        <a:latin typeface="Inter"/>
                        <a:ea typeface="Inter"/>
                        <a:cs typeface="Calibri"/>
                        <a:sym typeface="Arial"/>
                      </a:endParaRPr>
                    </a:p>
                  </a:txBody>
                  <a:tcPr marL="28575" marR="28575" marT="19050" marB="19050" anchor="ctr">
                    <a:lnL>
                      <a:noFill/>
                    </a:lnL>
                    <a:lnR>
                      <a:noFill/>
                    </a:lnR>
                    <a:lnT>
                      <a:noFill/>
                    </a:lnT>
                    <a:lnB>
                      <a:noFill/>
                    </a:lnB>
                    <a:solidFill>
                      <a:srgbClr val="FFFFFF"/>
                    </a:solidFill>
                  </a:tcPr>
                </a:tc>
                <a:tc>
                  <a:txBody>
                    <a:bodyPr/>
                    <a:lstStyle/>
                    <a:p>
                      <a:pPr marL="0" marR="0" lvl="0" indent="0" algn="ctr" rtl="0" fontAlgn="b">
                        <a:lnSpc>
                          <a:spcPct val="100000"/>
                        </a:lnSpc>
                        <a:spcBef>
                          <a:spcPts val="0"/>
                        </a:spcBef>
                        <a:spcAft>
                          <a:spcPts val="0"/>
                        </a:spcAft>
                        <a:buClr>
                          <a:srgbClr val="000000"/>
                        </a:buClr>
                        <a:buFont typeface="Arial"/>
                        <a:buNone/>
                      </a:pPr>
                      <a:r>
                        <a:rPr lang="en-US" sz="900" b="0" i="0" u="none" strike="noStrike" cap="none">
                          <a:solidFill>
                            <a:srgbClr val="334155"/>
                          </a:solidFill>
                          <a:latin typeface="Inter"/>
                          <a:ea typeface="Inter"/>
                          <a:cs typeface="Calibri"/>
                          <a:sym typeface="Arial"/>
                        </a:rPr>
                        <a:t>6,645</a:t>
                      </a:r>
                    </a:p>
                  </a:txBody>
                  <a:tcPr marL="28575" marR="28575" marT="19050" marB="19050" anchor="ctr">
                    <a:lnL>
                      <a:noFill/>
                    </a:lnL>
                    <a:lnR>
                      <a:noFill/>
                    </a:lnR>
                    <a:lnT>
                      <a:noFill/>
                    </a:lnT>
                    <a:lnB>
                      <a:noFill/>
                    </a:lnB>
                    <a:solidFill>
                      <a:srgbClr val="FFFFFF"/>
                    </a:solidFill>
                  </a:tcPr>
                </a:tc>
                <a:tc>
                  <a:txBody>
                    <a:bodyPr/>
                    <a:lstStyle/>
                    <a:p>
                      <a:pPr marL="0" marR="0" lvl="0" indent="0" algn="ctr" rtl="0" fontAlgn="b">
                        <a:lnSpc>
                          <a:spcPct val="100000"/>
                        </a:lnSpc>
                        <a:spcBef>
                          <a:spcPts val="0"/>
                        </a:spcBef>
                        <a:spcAft>
                          <a:spcPts val="0"/>
                        </a:spcAft>
                        <a:buClr>
                          <a:srgbClr val="000000"/>
                        </a:buClr>
                        <a:buFont typeface="Arial"/>
                        <a:buNone/>
                      </a:pPr>
                      <a:r>
                        <a:rPr lang="en-US" sz="900" b="0" i="0" u="none" strike="noStrike" cap="none">
                          <a:solidFill>
                            <a:srgbClr val="334155"/>
                          </a:solidFill>
                          <a:latin typeface="Inter"/>
                          <a:ea typeface="Inter"/>
                          <a:cs typeface="Calibri"/>
                          <a:sym typeface="Arial"/>
                        </a:rPr>
                        <a:t>60.01x</a:t>
                      </a:r>
                    </a:p>
                  </a:txBody>
                  <a:tcPr marL="28575" marR="28575" marT="19050" marB="19050" anchor="ctr">
                    <a:lnL>
                      <a:noFill/>
                    </a:lnL>
                    <a:lnR>
                      <a:noFill/>
                    </a:lnR>
                    <a:lnT>
                      <a:noFill/>
                    </a:lnT>
                    <a:lnB>
                      <a:noFill/>
                    </a:lnB>
                    <a:solidFill>
                      <a:srgbClr val="FFFFFF"/>
                    </a:solidFill>
                  </a:tcPr>
                </a:tc>
                <a:tc>
                  <a:txBody>
                    <a:bodyPr/>
                    <a:lstStyle/>
                    <a:p>
                      <a:pPr marL="0" marR="0" lvl="0" indent="0" algn="ctr" rtl="0" fontAlgn="b">
                        <a:lnSpc>
                          <a:spcPct val="100000"/>
                        </a:lnSpc>
                        <a:spcBef>
                          <a:spcPts val="0"/>
                        </a:spcBef>
                        <a:spcAft>
                          <a:spcPts val="0"/>
                        </a:spcAft>
                        <a:buClr>
                          <a:srgbClr val="000000"/>
                        </a:buClr>
                        <a:buFont typeface="Arial"/>
                        <a:buNone/>
                      </a:pPr>
                      <a:r>
                        <a:rPr lang="en-US" sz="900" b="0" i="0" u="none" strike="noStrike" cap="none" dirty="0">
                          <a:solidFill>
                            <a:srgbClr val="334155"/>
                          </a:solidFill>
                          <a:latin typeface="Inter"/>
                          <a:ea typeface="Inter"/>
                          <a:cs typeface="Calibri"/>
                          <a:sym typeface="Arial"/>
                        </a:rPr>
                        <a:t>0</a:t>
                      </a:r>
                    </a:p>
                  </a:txBody>
                  <a:tcPr marL="28575" marR="28575" marT="19050" marB="19050" anchor="ctr">
                    <a:lnL>
                      <a:noFill/>
                    </a:lnL>
                    <a:lnR>
                      <a:noFill/>
                    </a:lnR>
                    <a:lnT>
                      <a:noFill/>
                    </a:lnT>
                    <a:lnB>
                      <a:noFill/>
                    </a:lnB>
                    <a:solidFill>
                      <a:srgbClr val="FFFFFF"/>
                    </a:solidFill>
                  </a:tcPr>
                </a:tc>
                <a:tc>
                  <a:txBody>
                    <a:bodyPr/>
                    <a:lstStyle/>
                    <a:p>
                      <a:pPr marL="0" marR="0" lvl="0" indent="0" algn="l" rtl="0" fontAlgn="b">
                        <a:lnSpc>
                          <a:spcPct val="100000"/>
                        </a:lnSpc>
                        <a:spcBef>
                          <a:spcPts val="0"/>
                        </a:spcBef>
                        <a:spcAft>
                          <a:spcPts val="0"/>
                        </a:spcAft>
                        <a:buClr>
                          <a:srgbClr val="000000"/>
                        </a:buClr>
                        <a:buFont typeface="Arial"/>
                        <a:buNone/>
                      </a:pPr>
                      <a:r>
                        <a:rPr lang="en-US" sz="900" b="0" i="0" u="none" strike="noStrike" cap="none" dirty="0">
                          <a:solidFill>
                            <a:srgbClr val="334155"/>
                          </a:solidFill>
                          <a:latin typeface="Inter"/>
                          <a:ea typeface="Inter"/>
                          <a:cs typeface="Calibri"/>
                          <a:sym typeface="Arial"/>
                        </a:rPr>
                        <a:t>Baby Doll Deluxe (777) </a:t>
                      </a:r>
                      <a:r>
                        <a:rPr lang="en-US" sz="900" b="0" i="0" u="none" strike="noStrike" cap="none" dirty="0">
                          <a:solidFill>
                            <a:srgbClr val="334155"/>
                          </a:solidFill>
                          <a:latin typeface="Inter"/>
                          <a:ea typeface="Inter"/>
                          <a:cs typeface="Calibri"/>
                        </a:rPr>
                        <a:t>|</a:t>
                      </a:r>
                      <a:r>
                        <a:rPr lang="en-US" sz="900" b="0" i="0" u="none" strike="noStrike" cap="none" dirty="0">
                          <a:solidFill>
                            <a:srgbClr val="334155"/>
                          </a:solidFill>
                          <a:latin typeface="Inter"/>
                          <a:ea typeface="Inter"/>
                          <a:cs typeface="Calibri"/>
                          <a:sym typeface="Arial"/>
                        </a:rPr>
                        <a:t> </a:t>
                      </a:r>
                      <a:r>
                        <a:rPr lang="en-US" sz="900" b="0" i="0" u="none" strike="noStrike" cap="none" dirty="0" err="1">
                          <a:solidFill>
                            <a:srgbClr val="334155"/>
                          </a:solidFill>
                          <a:latin typeface="Inter"/>
                          <a:ea typeface="Inter"/>
                          <a:cs typeface="Calibri"/>
                          <a:sym typeface="Arial"/>
                        </a:rPr>
                        <a:t>SuperHero</a:t>
                      </a:r>
                      <a:r>
                        <a:rPr lang="en-US" sz="900" b="0" i="0" u="none" strike="noStrike" cap="none" dirty="0">
                          <a:solidFill>
                            <a:srgbClr val="334155"/>
                          </a:solidFill>
                          <a:latin typeface="Inter"/>
                          <a:ea typeface="Inter"/>
                          <a:cs typeface="Calibri"/>
                          <a:sym typeface="Arial"/>
                        </a:rPr>
                        <a:t> (769) </a:t>
                      </a:r>
                      <a:r>
                        <a:rPr lang="en-US" sz="900" b="0" i="0" u="none" strike="noStrike" cap="none" dirty="0">
                          <a:solidFill>
                            <a:srgbClr val="334155"/>
                          </a:solidFill>
                          <a:latin typeface="Inter"/>
                          <a:ea typeface="Inter"/>
                          <a:cs typeface="Calibri"/>
                        </a:rPr>
                        <a:t>|</a:t>
                      </a:r>
                      <a:r>
                        <a:rPr lang="en-US" sz="900" b="0" i="0" u="none" strike="noStrike" cap="none" dirty="0">
                          <a:solidFill>
                            <a:srgbClr val="334155"/>
                          </a:solidFill>
                          <a:latin typeface="Inter"/>
                          <a:ea typeface="Inter"/>
                          <a:cs typeface="Calibri"/>
                          <a:sym typeface="Arial"/>
                        </a:rPr>
                        <a:t> Princess </a:t>
                      </a:r>
                      <a:r>
                        <a:rPr lang="en-US" sz="900" b="0" i="0" u="none" strike="noStrike" cap="none" dirty="0">
                          <a:solidFill>
                            <a:srgbClr val="334155"/>
                          </a:solidFill>
                          <a:latin typeface="Inter"/>
                          <a:ea typeface="Inter"/>
                          <a:cs typeface="Calibri"/>
                        </a:rPr>
                        <a:t>Doll</a:t>
                      </a:r>
                      <a:r>
                        <a:rPr lang="en-US" sz="900" b="0" i="0" u="none" strike="noStrike" cap="none" dirty="0">
                          <a:solidFill>
                            <a:srgbClr val="334155"/>
                          </a:solidFill>
                          <a:latin typeface="Inter"/>
                          <a:ea typeface="Inter"/>
                          <a:cs typeface="Calibri"/>
                          <a:sym typeface="Arial"/>
                        </a:rPr>
                        <a:t> </a:t>
                      </a:r>
                      <a:r>
                        <a:rPr lang="en-US" sz="900" b="0" i="0" u="none" strike="noStrike" cap="none" dirty="0">
                          <a:solidFill>
                            <a:srgbClr val="334155"/>
                          </a:solidFill>
                          <a:latin typeface="Inter"/>
                          <a:ea typeface="Inter"/>
                          <a:cs typeface="Calibri"/>
                        </a:rPr>
                        <a:t>&amp; </a:t>
                      </a:r>
                      <a:r>
                        <a:rPr lang="en-US" sz="900" b="0" i="0" u="none" strike="noStrike" cap="none" dirty="0">
                          <a:solidFill>
                            <a:srgbClr val="334155"/>
                          </a:solidFill>
                          <a:latin typeface="Inter"/>
                          <a:ea typeface="Inter"/>
                          <a:cs typeface="Calibri"/>
                          <a:sym typeface="Arial"/>
                        </a:rPr>
                        <a:t>Jigsaw </a:t>
                      </a:r>
                      <a:r>
                        <a:rPr lang="en-US" sz="900" b="0" i="0" u="none" strike="noStrike" cap="none" dirty="0">
                          <a:solidFill>
                            <a:srgbClr val="334155"/>
                          </a:solidFill>
                          <a:latin typeface="Inter"/>
                          <a:ea typeface="Inter"/>
                          <a:cs typeface="Calibri"/>
                        </a:rPr>
                        <a:t>Puzzle 500 </a:t>
                      </a:r>
                      <a:r>
                        <a:rPr lang="en-US" sz="900" b="0" i="0" u="none" strike="noStrike" cap="none" dirty="0">
                          <a:solidFill>
                            <a:srgbClr val="334155"/>
                          </a:solidFill>
                          <a:latin typeface="Inter"/>
                          <a:ea typeface="Inter"/>
                          <a:cs typeface="Calibri"/>
                          <a:sym typeface="Arial"/>
                        </a:rPr>
                        <a:t>(759)</a:t>
                      </a:r>
                    </a:p>
                  </a:txBody>
                  <a:tcPr marL="28575" marR="28575" marT="19050" marB="19050" anchor="ctr">
                    <a:lnL>
                      <a:noFill/>
                    </a:lnL>
                    <a:lnR>
                      <a:noFill/>
                    </a:lnR>
                    <a:lnT>
                      <a:noFill/>
                    </a:lnT>
                    <a:lnB>
                      <a:noFill/>
                    </a:lnB>
                    <a:solidFill>
                      <a:srgbClr val="FFFFFF"/>
                    </a:solidFill>
                  </a:tcPr>
                </a:tc>
                <a:extLst>
                  <a:ext uri="{0D108BD9-81ED-4DB2-BD59-A6C34878D82A}">
                    <a16:rowId xmlns:a16="http://schemas.microsoft.com/office/drawing/2014/main" val="4000870517"/>
                  </a:ext>
                </a:extLst>
              </a:tr>
              <a:tr h="257645">
                <a:tc>
                  <a:txBody>
                    <a:bodyPr/>
                    <a:lstStyle/>
                    <a:p>
                      <a:pPr marL="0" marR="0" lvl="0" indent="0" algn="l" rtl="0" fontAlgn="b">
                        <a:lnSpc>
                          <a:spcPct val="100000"/>
                        </a:lnSpc>
                        <a:spcBef>
                          <a:spcPts val="0"/>
                        </a:spcBef>
                        <a:spcAft>
                          <a:spcPts val="0"/>
                        </a:spcAft>
                        <a:buClr>
                          <a:srgbClr val="000000"/>
                        </a:buClr>
                        <a:buFont typeface="Arial"/>
                        <a:buNone/>
                      </a:pPr>
                      <a:r>
                        <a:rPr lang="en-US" sz="900" b="1" i="0" u="none" strike="noStrike" cap="none">
                          <a:solidFill>
                            <a:srgbClr val="334155"/>
                          </a:solidFill>
                          <a:latin typeface="Inter"/>
                          <a:ea typeface="Inter"/>
                          <a:cs typeface="Calibri"/>
                          <a:sym typeface="Arial"/>
                        </a:rPr>
                        <a:t>Store005</a:t>
                      </a:r>
                    </a:p>
                  </a:txBody>
                  <a:tcPr marL="28575" marR="28575" marT="19050" marB="19050" anchor="ctr">
                    <a:lnL>
                      <a:noFill/>
                    </a:lnL>
                    <a:lnR>
                      <a:noFill/>
                    </a:lnR>
                    <a:lnT>
                      <a:noFill/>
                    </a:lnT>
                    <a:lnB>
                      <a:noFill/>
                    </a:lnB>
                    <a:solidFill>
                      <a:srgbClr val="FFFFFF"/>
                    </a:solidFill>
                  </a:tcPr>
                </a:tc>
                <a:tc>
                  <a:txBody>
                    <a:bodyPr/>
                    <a:lstStyle/>
                    <a:p>
                      <a:pPr marL="0" marR="0" lvl="0" indent="0" algn="ctr" rtl="0" fontAlgn="b">
                        <a:lnSpc>
                          <a:spcPct val="100000"/>
                        </a:lnSpc>
                        <a:spcBef>
                          <a:spcPts val="0"/>
                        </a:spcBef>
                        <a:spcAft>
                          <a:spcPts val="0"/>
                        </a:spcAft>
                        <a:buClr>
                          <a:srgbClr val="000000"/>
                        </a:buClr>
                        <a:buFont typeface="Arial"/>
                        <a:buNone/>
                      </a:pPr>
                      <a:r>
                        <a:rPr lang="en-US" sz="900" b="0" i="0" u="none" strike="noStrike" cap="none">
                          <a:solidFill>
                            <a:srgbClr val="334155"/>
                          </a:solidFill>
                          <a:latin typeface="Inter"/>
                          <a:ea typeface="Inter"/>
                          <a:cs typeface="Calibri"/>
                          <a:sym typeface="Arial"/>
                        </a:rPr>
                        <a:t>₹</a:t>
                      </a:r>
                      <a:r>
                        <a:rPr lang="en-US" sz="900" b="0" i="0" u="none" strike="noStrike" cap="none">
                          <a:solidFill>
                            <a:srgbClr val="334155"/>
                          </a:solidFill>
                          <a:latin typeface="Inter"/>
                          <a:ea typeface="Inter"/>
                          <a:cs typeface="Calibri"/>
                        </a:rPr>
                        <a:t>3.97 M</a:t>
                      </a:r>
                      <a:endParaRPr lang="en-US" sz="900" b="0" i="0" u="none" strike="noStrike" cap="none">
                        <a:solidFill>
                          <a:srgbClr val="334155"/>
                        </a:solidFill>
                        <a:latin typeface="Inter"/>
                        <a:ea typeface="Inter"/>
                        <a:cs typeface="Calibri"/>
                        <a:sym typeface="Arial"/>
                      </a:endParaRPr>
                    </a:p>
                  </a:txBody>
                  <a:tcPr marL="28575" marR="28575" marT="19050" marB="19050" anchor="ctr">
                    <a:lnL>
                      <a:noFill/>
                    </a:lnL>
                    <a:lnR>
                      <a:noFill/>
                    </a:lnR>
                    <a:lnT>
                      <a:noFill/>
                    </a:lnT>
                    <a:lnB>
                      <a:noFill/>
                    </a:lnB>
                    <a:solidFill>
                      <a:srgbClr val="FFFFFF"/>
                    </a:solidFill>
                  </a:tcPr>
                </a:tc>
                <a:tc>
                  <a:txBody>
                    <a:bodyPr/>
                    <a:lstStyle/>
                    <a:p>
                      <a:pPr marL="0" marR="0" lvl="0" indent="0" algn="ctr" rtl="0" fontAlgn="b">
                        <a:lnSpc>
                          <a:spcPct val="100000"/>
                        </a:lnSpc>
                        <a:spcBef>
                          <a:spcPts val="0"/>
                        </a:spcBef>
                        <a:spcAft>
                          <a:spcPts val="0"/>
                        </a:spcAft>
                        <a:buClr>
                          <a:srgbClr val="000000"/>
                        </a:buClr>
                        <a:buFont typeface="Arial"/>
                        <a:buNone/>
                      </a:pPr>
                      <a:r>
                        <a:rPr lang="en-US" sz="900" b="0" i="0" u="none" strike="noStrike" cap="none">
                          <a:solidFill>
                            <a:srgbClr val="334155"/>
                          </a:solidFill>
                          <a:latin typeface="Inter"/>
                          <a:ea typeface="Inter"/>
                          <a:cs typeface="Calibri"/>
                          <a:sym typeface="Arial"/>
                        </a:rPr>
                        <a:t>6,704</a:t>
                      </a:r>
                    </a:p>
                  </a:txBody>
                  <a:tcPr marL="28575" marR="28575" marT="19050" marB="19050" anchor="ctr">
                    <a:lnL>
                      <a:noFill/>
                    </a:lnL>
                    <a:lnR>
                      <a:noFill/>
                    </a:lnR>
                    <a:lnT>
                      <a:noFill/>
                    </a:lnT>
                    <a:lnB>
                      <a:noFill/>
                    </a:lnB>
                    <a:solidFill>
                      <a:srgbClr val="FFFFFF"/>
                    </a:solidFill>
                  </a:tcPr>
                </a:tc>
                <a:tc>
                  <a:txBody>
                    <a:bodyPr/>
                    <a:lstStyle/>
                    <a:p>
                      <a:pPr marL="0" marR="0" lvl="0" indent="0" algn="ctr" rtl="0" fontAlgn="b">
                        <a:lnSpc>
                          <a:spcPct val="100000"/>
                        </a:lnSpc>
                        <a:spcBef>
                          <a:spcPts val="0"/>
                        </a:spcBef>
                        <a:spcAft>
                          <a:spcPts val="0"/>
                        </a:spcAft>
                        <a:buClr>
                          <a:srgbClr val="000000"/>
                        </a:buClr>
                        <a:buFont typeface="Arial"/>
                        <a:buNone/>
                      </a:pPr>
                      <a:r>
                        <a:rPr lang="en-US" sz="900" b="0" i="0" u="none" strike="noStrike" cap="none">
                          <a:solidFill>
                            <a:srgbClr val="334155"/>
                          </a:solidFill>
                          <a:latin typeface="Inter"/>
                          <a:ea typeface="Inter"/>
                          <a:cs typeface="Calibri"/>
                          <a:sym typeface="Arial"/>
                        </a:rPr>
                        <a:t>59.20x</a:t>
                      </a:r>
                    </a:p>
                  </a:txBody>
                  <a:tcPr marL="28575" marR="28575" marT="19050" marB="19050" anchor="ctr">
                    <a:lnL>
                      <a:noFill/>
                    </a:lnL>
                    <a:lnR>
                      <a:noFill/>
                    </a:lnR>
                    <a:lnT>
                      <a:noFill/>
                    </a:lnT>
                    <a:lnB>
                      <a:noFill/>
                    </a:lnB>
                    <a:solidFill>
                      <a:srgbClr val="FFFFFF"/>
                    </a:solidFill>
                  </a:tcPr>
                </a:tc>
                <a:tc>
                  <a:txBody>
                    <a:bodyPr/>
                    <a:lstStyle/>
                    <a:p>
                      <a:pPr marL="0" marR="0" lvl="0" indent="0" algn="ctr" rtl="0" fontAlgn="b">
                        <a:lnSpc>
                          <a:spcPct val="100000"/>
                        </a:lnSpc>
                        <a:spcBef>
                          <a:spcPts val="0"/>
                        </a:spcBef>
                        <a:spcAft>
                          <a:spcPts val="0"/>
                        </a:spcAft>
                        <a:buClr>
                          <a:srgbClr val="000000"/>
                        </a:buClr>
                        <a:buFont typeface="Arial"/>
                        <a:buNone/>
                      </a:pPr>
                      <a:r>
                        <a:rPr lang="en-US" sz="900" b="0" i="0" u="none" strike="noStrike" cap="none" dirty="0">
                          <a:solidFill>
                            <a:srgbClr val="334155"/>
                          </a:solidFill>
                          <a:latin typeface="Inter"/>
                          <a:ea typeface="Inter"/>
                          <a:cs typeface="Calibri"/>
                          <a:sym typeface="Arial"/>
                        </a:rPr>
                        <a:t>2</a:t>
                      </a:r>
                    </a:p>
                  </a:txBody>
                  <a:tcPr marL="28575" marR="28575" marT="19050" marB="19050" anchor="ctr">
                    <a:lnL>
                      <a:noFill/>
                    </a:lnL>
                    <a:lnR>
                      <a:noFill/>
                    </a:lnR>
                    <a:lnT>
                      <a:noFill/>
                    </a:lnT>
                    <a:lnB>
                      <a:noFill/>
                    </a:lnB>
                    <a:solidFill>
                      <a:srgbClr val="FFFFFF"/>
                    </a:solidFill>
                  </a:tcPr>
                </a:tc>
                <a:tc>
                  <a:txBody>
                    <a:bodyPr/>
                    <a:lstStyle/>
                    <a:p>
                      <a:pPr marL="0" marR="0" lvl="0" indent="0" algn="l" rtl="0" fontAlgn="b">
                        <a:lnSpc>
                          <a:spcPct val="100000"/>
                        </a:lnSpc>
                        <a:spcBef>
                          <a:spcPts val="0"/>
                        </a:spcBef>
                        <a:spcAft>
                          <a:spcPts val="0"/>
                        </a:spcAft>
                        <a:buClr>
                          <a:srgbClr val="000000"/>
                        </a:buClr>
                        <a:buFont typeface="Arial"/>
                        <a:buNone/>
                      </a:pPr>
                      <a:r>
                        <a:rPr lang="en-US" sz="900" b="0" i="0" u="none" strike="noStrike" cap="none" dirty="0">
                          <a:solidFill>
                            <a:srgbClr val="334155"/>
                          </a:solidFill>
                          <a:latin typeface="Inter"/>
                          <a:ea typeface="Inter"/>
                          <a:cs typeface="Calibri"/>
                          <a:sym typeface="Arial"/>
                        </a:rPr>
                        <a:t>Princess Doll (925) </a:t>
                      </a:r>
                      <a:r>
                        <a:rPr lang="en-US" sz="900" b="0" i="0" u="none" strike="noStrike" cap="none" dirty="0">
                          <a:solidFill>
                            <a:srgbClr val="334155"/>
                          </a:solidFill>
                          <a:latin typeface="Inter"/>
                          <a:ea typeface="Inter"/>
                          <a:cs typeface="Calibri"/>
                        </a:rPr>
                        <a:t>|</a:t>
                      </a:r>
                      <a:r>
                        <a:rPr lang="en-US" sz="900" b="0" i="0" u="none" strike="noStrike" cap="none" dirty="0">
                          <a:solidFill>
                            <a:srgbClr val="334155"/>
                          </a:solidFill>
                          <a:latin typeface="Inter"/>
                          <a:ea typeface="Inter"/>
                          <a:cs typeface="Calibri"/>
                          <a:sym typeface="Arial"/>
                        </a:rPr>
                        <a:t> Baby Doll (895) </a:t>
                      </a:r>
                      <a:r>
                        <a:rPr lang="en-US" sz="900" b="0" i="0" u="none" strike="noStrike" cap="none" dirty="0">
                          <a:solidFill>
                            <a:srgbClr val="334155"/>
                          </a:solidFill>
                          <a:latin typeface="Inter"/>
                          <a:ea typeface="Inter"/>
                          <a:cs typeface="Calibri"/>
                        </a:rPr>
                        <a:t>|</a:t>
                      </a:r>
                      <a:r>
                        <a:rPr lang="en-US" sz="900" b="0" i="0" u="none" strike="noStrike" cap="none" dirty="0">
                          <a:solidFill>
                            <a:srgbClr val="334155"/>
                          </a:solidFill>
                          <a:latin typeface="Inter"/>
                          <a:ea typeface="Inter"/>
                          <a:cs typeface="Calibri"/>
                          <a:sym typeface="Arial"/>
                        </a:rPr>
                        <a:t> </a:t>
                      </a:r>
                      <a:r>
                        <a:rPr lang="en-US" sz="900" b="0" i="0" u="none" strike="noStrike" cap="none" dirty="0" err="1">
                          <a:solidFill>
                            <a:srgbClr val="334155"/>
                          </a:solidFill>
                          <a:latin typeface="Inter"/>
                          <a:ea typeface="Inter"/>
                          <a:cs typeface="Calibri"/>
                          <a:sym typeface="Arial"/>
                        </a:rPr>
                        <a:t>SuperHero</a:t>
                      </a:r>
                      <a:r>
                        <a:rPr lang="en-US" sz="900" b="0" i="0" u="none" strike="noStrike" cap="none" dirty="0">
                          <a:solidFill>
                            <a:srgbClr val="334155"/>
                          </a:solidFill>
                          <a:latin typeface="Inter"/>
                          <a:ea typeface="Inter"/>
                          <a:cs typeface="Calibri"/>
                          <a:sym typeface="Arial"/>
                        </a:rPr>
                        <a:t> (739)</a:t>
                      </a:r>
                    </a:p>
                  </a:txBody>
                  <a:tcPr marL="28575" marR="28575" marT="19050" marB="19050" anchor="ctr">
                    <a:lnL>
                      <a:noFill/>
                    </a:lnL>
                    <a:lnR>
                      <a:noFill/>
                    </a:lnR>
                    <a:lnT>
                      <a:noFill/>
                    </a:lnT>
                    <a:lnB>
                      <a:noFill/>
                    </a:lnB>
                    <a:solidFill>
                      <a:srgbClr val="FFFFFF"/>
                    </a:solidFill>
                  </a:tcPr>
                </a:tc>
                <a:extLst>
                  <a:ext uri="{0D108BD9-81ED-4DB2-BD59-A6C34878D82A}">
                    <a16:rowId xmlns:a16="http://schemas.microsoft.com/office/drawing/2014/main" val="781965324"/>
                  </a:ext>
                </a:extLst>
              </a:tr>
              <a:tr h="309174">
                <a:tc>
                  <a:txBody>
                    <a:bodyPr/>
                    <a:lstStyle/>
                    <a:p>
                      <a:pPr marL="0" marR="0" lvl="0" indent="0" algn="l" rtl="0" fontAlgn="b">
                        <a:lnSpc>
                          <a:spcPct val="100000"/>
                        </a:lnSpc>
                        <a:spcBef>
                          <a:spcPts val="0"/>
                        </a:spcBef>
                        <a:spcAft>
                          <a:spcPts val="0"/>
                        </a:spcAft>
                        <a:buClr>
                          <a:srgbClr val="000000"/>
                        </a:buClr>
                        <a:buFont typeface="Arial"/>
                        <a:buNone/>
                      </a:pPr>
                      <a:r>
                        <a:rPr lang="en-US" sz="900" b="1" i="0" u="none" strike="noStrike" cap="none">
                          <a:solidFill>
                            <a:srgbClr val="334155"/>
                          </a:solidFill>
                          <a:latin typeface="Inter"/>
                          <a:ea typeface="Inter"/>
                          <a:cs typeface="Calibri"/>
                          <a:sym typeface="Arial"/>
                        </a:rPr>
                        <a:t>Store008</a:t>
                      </a:r>
                    </a:p>
                  </a:txBody>
                  <a:tcPr marL="28575" marR="28575" marT="19050" marB="19050" anchor="ctr">
                    <a:lnL>
                      <a:noFill/>
                    </a:lnL>
                    <a:lnR>
                      <a:noFill/>
                    </a:lnR>
                    <a:lnT>
                      <a:noFill/>
                    </a:lnT>
                    <a:lnB>
                      <a:noFill/>
                    </a:lnB>
                    <a:solidFill>
                      <a:srgbClr val="FFFFFF"/>
                    </a:solidFill>
                  </a:tcPr>
                </a:tc>
                <a:tc>
                  <a:txBody>
                    <a:bodyPr/>
                    <a:lstStyle/>
                    <a:p>
                      <a:pPr marL="0" marR="0" lvl="0" indent="0" algn="ctr" rtl="0" fontAlgn="b">
                        <a:lnSpc>
                          <a:spcPct val="100000"/>
                        </a:lnSpc>
                        <a:spcBef>
                          <a:spcPts val="0"/>
                        </a:spcBef>
                        <a:spcAft>
                          <a:spcPts val="0"/>
                        </a:spcAft>
                        <a:buClr>
                          <a:srgbClr val="000000"/>
                        </a:buClr>
                        <a:buFont typeface="Arial"/>
                        <a:buNone/>
                      </a:pPr>
                      <a:r>
                        <a:rPr lang="en-US" sz="900" b="0" i="0" u="none" strike="noStrike" cap="none">
                          <a:solidFill>
                            <a:srgbClr val="334155"/>
                          </a:solidFill>
                          <a:latin typeface="Inter"/>
                          <a:ea typeface="Inter"/>
                          <a:cs typeface="Calibri"/>
                          <a:sym typeface="Arial"/>
                        </a:rPr>
                        <a:t>₹</a:t>
                      </a:r>
                      <a:r>
                        <a:rPr lang="en-US" sz="900" b="0" i="0" u="none" strike="noStrike" cap="none">
                          <a:solidFill>
                            <a:srgbClr val="334155"/>
                          </a:solidFill>
                          <a:latin typeface="Inter"/>
                          <a:ea typeface="Inter"/>
                          <a:cs typeface="Calibri"/>
                        </a:rPr>
                        <a:t>3.90 M</a:t>
                      </a:r>
                      <a:endParaRPr lang="en-US" sz="900" b="0" i="0" u="none" strike="noStrike" cap="none">
                        <a:solidFill>
                          <a:srgbClr val="334155"/>
                        </a:solidFill>
                        <a:latin typeface="Inter"/>
                        <a:ea typeface="Inter"/>
                        <a:cs typeface="Calibri"/>
                        <a:sym typeface="Arial"/>
                      </a:endParaRPr>
                    </a:p>
                  </a:txBody>
                  <a:tcPr marL="28575" marR="28575" marT="19050" marB="19050" anchor="ctr">
                    <a:lnL>
                      <a:noFill/>
                    </a:lnL>
                    <a:lnR>
                      <a:noFill/>
                    </a:lnR>
                    <a:lnT>
                      <a:noFill/>
                    </a:lnT>
                    <a:lnB>
                      <a:noFill/>
                    </a:lnB>
                    <a:solidFill>
                      <a:srgbClr val="FFFFFF"/>
                    </a:solidFill>
                  </a:tcPr>
                </a:tc>
                <a:tc>
                  <a:txBody>
                    <a:bodyPr/>
                    <a:lstStyle/>
                    <a:p>
                      <a:pPr marL="0" marR="0" lvl="0" indent="0" algn="ctr" rtl="0" fontAlgn="b">
                        <a:lnSpc>
                          <a:spcPct val="100000"/>
                        </a:lnSpc>
                        <a:spcBef>
                          <a:spcPts val="0"/>
                        </a:spcBef>
                        <a:spcAft>
                          <a:spcPts val="0"/>
                        </a:spcAft>
                        <a:buClr>
                          <a:srgbClr val="000000"/>
                        </a:buClr>
                        <a:buFont typeface="Arial"/>
                        <a:buNone/>
                      </a:pPr>
                      <a:r>
                        <a:rPr lang="en-US" sz="900" b="0" i="0" u="none" strike="noStrike" cap="none">
                          <a:solidFill>
                            <a:srgbClr val="334155"/>
                          </a:solidFill>
                          <a:latin typeface="Inter"/>
                          <a:ea typeface="Inter"/>
                          <a:cs typeface="Calibri"/>
                          <a:sym typeface="Arial"/>
                        </a:rPr>
                        <a:t>6,629</a:t>
                      </a:r>
                    </a:p>
                  </a:txBody>
                  <a:tcPr marL="28575" marR="28575" marT="19050" marB="19050" anchor="ctr">
                    <a:lnL>
                      <a:noFill/>
                    </a:lnL>
                    <a:lnR>
                      <a:noFill/>
                    </a:lnR>
                    <a:lnT>
                      <a:noFill/>
                    </a:lnT>
                    <a:lnB>
                      <a:noFill/>
                    </a:lnB>
                    <a:solidFill>
                      <a:srgbClr val="FFFFFF"/>
                    </a:solidFill>
                  </a:tcPr>
                </a:tc>
                <a:tc>
                  <a:txBody>
                    <a:bodyPr/>
                    <a:lstStyle/>
                    <a:p>
                      <a:pPr marL="0" marR="0" lvl="0" indent="0" algn="ctr" rtl="0" fontAlgn="b">
                        <a:lnSpc>
                          <a:spcPct val="100000"/>
                        </a:lnSpc>
                        <a:spcBef>
                          <a:spcPts val="0"/>
                        </a:spcBef>
                        <a:spcAft>
                          <a:spcPts val="0"/>
                        </a:spcAft>
                        <a:buClr>
                          <a:srgbClr val="000000"/>
                        </a:buClr>
                        <a:buFont typeface="Arial"/>
                        <a:buNone/>
                      </a:pPr>
                      <a:r>
                        <a:rPr lang="en-US" sz="900" b="0" i="0" u="none" strike="noStrike" cap="none">
                          <a:solidFill>
                            <a:srgbClr val="334155"/>
                          </a:solidFill>
                          <a:latin typeface="Inter"/>
                          <a:ea typeface="Inter"/>
                          <a:cs typeface="Calibri"/>
                          <a:sym typeface="Arial"/>
                        </a:rPr>
                        <a:t>59.08x</a:t>
                      </a:r>
                    </a:p>
                  </a:txBody>
                  <a:tcPr marL="28575" marR="28575" marT="19050" marB="19050" anchor="ctr">
                    <a:lnL>
                      <a:noFill/>
                    </a:lnL>
                    <a:lnR>
                      <a:noFill/>
                    </a:lnR>
                    <a:lnT>
                      <a:noFill/>
                    </a:lnT>
                    <a:lnB>
                      <a:noFill/>
                    </a:lnB>
                    <a:solidFill>
                      <a:srgbClr val="FFFFFF"/>
                    </a:solidFill>
                  </a:tcPr>
                </a:tc>
                <a:tc>
                  <a:txBody>
                    <a:bodyPr/>
                    <a:lstStyle/>
                    <a:p>
                      <a:pPr marL="0" marR="0" lvl="0" indent="0" algn="ctr" rtl="0" fontAlgn="b">
                        <a:lnSpc>
                          <a:spcPct val="100000"/>
                        </a:lnSpc>
                        <a:spcBef>
                          <a:spcPts val="0"/>
                        </a:spcBef>
                        <a:spcAft>
                          <a:spcPts val="0"/>
                        </a:spcAft>
                        <a:buClr>
                          <a:srgbClr val="000000"/>
                        </a:buClr>
                        <a:buFont typeface="Arial"/>
                        <a:buNone/>
                      </a:pPr>
                      <a:r>
                        <a:rPr lang="en-US" sz="900" b="0" i="0" u="none" strike="noStrike" cap="none">
                          <a:solidFill>
                            <a:srgbClr val="334155"/>
                          </a:solidFill>
                          <a:latin typeface="Inter"/>
                          <a:ea typeface="Inter"/>
                          <a:cs typeface="Calibri"/>
                          <a:sym typeface="Arial"/>
                        </a:rPr>
                        <a:t>2</a:t>
                      </a:r>
                    </a:p>
                  </a:txBody>
                  <a:tcPr marL="28575" marR="28575" marT="19050" marB="19050" anchor="ctr">
                    <a:lnL>
                      <a:noFill/>
                    </a:lnL>
                    <a:lnR>
                      <a:noFill/>
                    </a:lnR>
                    <a:lnT>
                      <a:noFill/>
                    </a:lnT>
                    <a:lnB>
                      <a:noFill/>
                    </a:lnB>
                    <a:solidFill>
                      <a:srgbClr val="FFFFFF"/>
                    </a:solidFill>
                  </a:tcPr>
                </a:tc>
                <a:tc>
                  <a:txBody>
                    <a:bodyPr/>
                    <a:lstStyle/>
                    <a:p>
                      <a:pPr marL="0" marR="0" lvl="0" indent="0" algn="l" rtl="0" fontAlgn="b">
                        <a:lnSpc>
                          <a:spcPct val="100000"/>
                        </a:lnSpc>
                        <a:spcBef>
                          <a:spcPts val="0"/>
                        </a:spcBef>
                        <a:spcAft>
                          <a:spcPts val="0"/>
                        </a:spcAft>
                        <a:buClr>
                          <a:srgbClr val="000000"/>
                        </a:buClr>
                        <a:buFont typeface="Arial"/>
                        <a:buNone/>
                      </a:pPr>
                      <a:r>
                        <a:rPr lang="en-US" sz="900" b="0" i="0" u="none" strike="noStrike" cap="none">
                          <a:solidFill>
                            <a:srgbClr val="334155"/>
                          </a:solidFill>
                          <a:latin typeface="Inter"/>
                          <a:ea typeface="Inter"/>
                          <a:cs typeface="Calibri"/>
                          <a:sym typeface="Arial"/>
                        </a:rPr>
                        <a:t>Robo Defender (847) </a:t>
                      </a:r>
                      <a:r>
                        <a:rPr lang="en-US" sz="900" b="0" i="0" u="none" strike="noStrike" cap="none">
                          <a:solidFill>
                            <a:srgbClr val="334155"/>
                          </a:solidFill>
                          <a:latin typeface="Inter"/>
                          <a:ea typeface="Inter"/>
                          <a:cs typeface="Calibri"/>
                        </a:rPr>
                        <a:t>|</a:t>
                      </a:r>
                      <a:r>
                        <a:rPr lang="en-US" sz="900" b="0" i="0" u="none" strike="noStrike" cap="none">
                          <a:solidFill>
                            <a:srgbClr val="334155"/>
                          </a:solidFill>
                          <a:latin typeface="Inter"/>
                          <a:ea typeface="Inter"/>
                          <a:cs typeface="Calibri"/>
                          <a:sym typeface="Arial"/>
                        </a:rPr>
                        <a:t> Adventure Puzzle (761) </a:t>
                      </a:r>
                      <a:r>
                        <a:rPr lang="en-US" sz="900" b="0" i="0" u="none" strike="noStrike" cap="none">
                          <a:solidFill>
                            <a:srgbClr val="334155"/>
                          </a:solidFill>
                          <a:latin typeface="Inter"/>
                          <a:ea typeface="Inter"/>
                          <a:cs typeface="Calibri"/>
                        </a:rPr>
                        <a:t>|</a:t>
                      </a:r>
                      <a:r>
                        <a:rPr lang="en-US" sz="900" b="0" i="0" u="none" strike="noStrike" cap="none">
                          <a:solidFill>
                            <a:srgbClr val="334155"/>
                          </a:solidFill>
                          <a:latin typeface="Inter"/>
                          <a:ea typeface="Inter"/>
                          <a:cs typeface="Calibri"/>
                          <a:sym typeface="Arial"/>
                        </a:rPr>
                        <a:t> Jigsaw 500 (731)</a:t>
                      </a:r>
                    </a:p>
                  </a:txBody>
                  <a:tcPr marL="28575" marR="28575" marT="19050" marB="19050" anchor="ctr">
                    <a:lnL>
                      <a:noFill/>
                    </a:lnL>
                    <a:lnR>
                      <a:noFill/>
                    </a:lnR>
                    <a:lnT>
                      <a:noFill/>
                    </a:lnT>
                    <a:lnB>
                      <a:noFill/>
                    </a:lnB>
                    <a:solidFill>
                      <a:srgbClr val="FFFFFF"/>
                    </a:solidFill>
                  </a:tcPr>
                </a:tc>
                <a:extLst>
                  <a:ext uri="{0D108BD9-81ED-4DB2-BD59-A6C34878D82A}">
                    <a16:rowId xmlns:a16="http://schemas.microsoft.com/office/drawing/2014/main" val="1339436592"/>
                  </a:ext>
                </a:extLst>
              </a:tr>
              <a:tr h="257645">
                <a:tc>
                  <a:txBody>
                    <a:bodyPr/>
                    <a:lstStyle/>
                    <a:p>
                      <a:pPr marL="0" marR="0" lvl="0" indent="0" algn="l" rtl="0" fontAlgn="b">
                        <a:lnSpc>
                          <a:spcPct val="100000"/>
                        </a:lnSpc>
                        <a:spcBef>
                          <a:spcPts val="0"/>
                        </a:spcBef>
                        <a:spcAft>
                          <a:spcPts val="0"/>
                        </a:spcAft>
                        <a:buClr>
                          <a:srgbClr val="000000"/>
                        </a:buClr>
                        <a:buFont typeface="Arial"/>
                        <a:buNone/>
                      </a:pPr>
                      <a:r>
                        <a:rPr lang="en-US" sz="900" b="1" i="0" u="none" strike="noStrike" cap="none">
                          <a:solidFill>
                            <a:srgbClr val="334155"/>
                          </a:solidFill>
                          <a:latin typeface="Inter"/>
                          <a:ea typeface="Inter"/>
                          <a:cs typeface="Calibri"/>
                          <a:sym typeface="Arial"/>
                        </a:rPr>
                        <a:t>Store003</a:t>
                      </a:r>
                    </a:p>
                  </a:txBody>
                  <a:tcPr marL="28575" marR="28575" marT="19050" marB="19050" anchor="ctr">
                    <a:lnL>
                      <a:noFill/>
                    </a:lnL>
                    <a:lnR>
                      <a:noFill/>
                    </a:lnR>
                    <a:lnT>
                      <a:noFill/>
                    </a:lnT>
                    <a:lnB>
                      <a:noFill/>
                    </a:lnB>
                    <a:solidFill>
                      <a:srgbClr val="FFFFFF"/>
                    </a:solidFill>
                  </a:tcPr>
                </a:tc>
                <a:tc>
                  <a:txBody>
                    <a:bodyPr/>
                    <a:lstStyle/>
                    <a:p>
                      <a:pPr marL="0" marR="0" lvl="0" indent="0" algn="ctr" rtl="0" fontAlgn="b">
                        <a:lnSpc>
                          <a:spcPct val="100000"/>
                        </a:lnSpc>
                        <a:spcBef>
                          <a:spcPts val="0"/>
                        </a:spcBef>
                        <a:spcAft>
                          <a:spcPts val="0"/>
                        </a:spcAft>
                        <a:buClr>
                          <a:srgbClr val="000000"/>
                        </a:buClr>
                        <a:buFont typeface="Arial"/>
                        <a:buNone/>
                      </a:pPr>
                      <a:r>
                        <a:rPr lang="en-US" sz="900" b="0" i="0" u="none" strike="noStrike" cap="none">
                          <a:solidFill>
                            <a:srgbClr val="334155"/>
                          </a:solidFill>
                          <a:latin typeface="Inter"/>
                          <a:ea typeface="Inter"/>
                          <a:cs typeface="Calibri"/>
                          <a:sym typeface="Arial"/>
                        </a:rPr>
                        <a:t>₹</a:t>
                      </a:r>
                      <a:r>
                        <a:rPr lang="en-US" sz="900" b="0" i="0" u="none" strike="noStrike" cap="none">
                          <a:solidFill>
                            <a:srgbClr val="334155"/>
                          </a:solidFill>
                          <a:latin typeface="Inter"/>
                          <a:ea typeface="Inter"/>
                          <a:cs typeface="Calibri"/>
                        </a:rPr>
                        <a:t>3.81M</a:t>
                      </a:r>
                      <a:endParaRPr lang="en-US" sz="900" b="0" i="0" u="none" strike="noStrike" cap="none">
                        <a:solidFill>
                          <a:srgbClr val="334155"/>
                        </a:solidFill>
                        <a:latin typeface="Inter"/>
                        <a:ea typeface="Inter"/>
                        <a:cs typeface="Calibri"/>
                        <a:sym typeface="Arial"/>
                      </a:endParaRPr>
                    </a:p>
                  </a:txBody>
                  <a:tcPr marL="28575" marR="28575" marT="19050" marB="19050" anchor="ctr">
                    <a:lnL>
                      <a:noFill/>
                    </a:lnL>
                    <a:lnR>
                      <a:noFill/>
                    </a:lnR>
                    <a:lnT>
                      <a:noFill/>
                    </a:lnT>
                    <a:lnB>
                      <a:noFill/>
                    </a:lnB>
                    <a:solidFill>
                      <a:srgbClr val="FFFFFF"/>
                    </a:solidFill>
                  </a:tcPr>
                </a:tc>
                <a:tc>
                  <a:txBody>
                    <a:bodyPr/>
                    <a:lstStyle/>
                    <a:p>
                      <a:pPr marL="0" marR="0" lvl="0" indent="0" algn="ctr" rtl="0" fontAlgn="b">
                        <a:lnSpc>
                          <a:spcPct val="100000"/>
                        </a:lnSpc>
                        <a:spcBef>
                          <a:spcPts val="0"/>
                        </a:spcBef>
                        <a:spcAft>
                          <a:spcPts val="0"/>
                        </a:spcAft>
                        <a:buClr>
                          <a:srgbClr val="000000"/>
                        </a:buClr>
                        <a:buFont typeface="Arial"/>
                        <a:buNone/>
                      </a:pPr>
                      <a:r>
                        <a:rPr lang="en-US" sz="900" b="0" i="0" u="none" strike="noStrike" cap="none">
                          <a:solidFill>
                            <a:srgbClr val="334155"/>
                          </a:solidFill>
                          <a:latin typeface="Inter"/>
                          <a:ea typeface="Inter"/>
                          <a:cs typeface="Calibri"/>
                          <a:sym typeface="Arial"/>
                        </a:rPr>
                        <a:t>6,388</a:t>
                      </a:r>
                    </a:p>
                  </a:txBody>
                  <a:tcPr marL="28575" marR="28575" marT="19050" marB="19050" anchor="ctr">
                    <a:lnL>
                      <a:noFill/>
                    </a:lnL>
                    <a:lnR>
                      <a:noFill/>
                    </a:lnR>
                    <a:lnT>
                      <a:noFill/>
                    </a:lnT>
                    <a:lnB>
                      <a:noFill/>
                    </a:lnB>
                    <a:solidFill>
                      <a:srgbClr val="FFFFFF"/>
                    </a:solidFill>
                  </a:tcPr>
                </a:tc>
                <a:tc>
                  <a:txBody>
                    <a:bodyPr/>
                    <a:lstStyle/>
                    <a:p>
                      <a:pPr marL="0" marR="0" lvl="0" indent="0" algn="ctr" rtl="0" fontAlgn="b">
                        <a:lnSpc>
                          <a:spcPct val="100000"/>
                        </a:lnSpc>
                        <a:spcBef>
                          <a:spcPts val="0"/>
                        </a:spcBef>
                        <a:spcAft>
                          <a:spcPts val="0"/>
                        </a:spcAft>
                        <a:buClr>
                          <a:srgbClr val="000000"/>
                        </a:buClr>
                        <a:buFont typeface="Arial"/>
                        <a:buNone/>
                      </a:pPr>
                      <a:r>
                        <a:rPr lang="en-US" sz="900" b="0" i="0" u="none" strike="noStrike" cap="none">
                          <a:solidFill>
                            <a:srgbClr val="334155"/>
                          </a:solidFill>
                          <a:latin typeface="Inter"/>
                          <a:ea typeface="Inter"/>
                          <a:cs typeface="Calibri"/>
                          <a:sym typeface="Arial"/>
                        </a:rPr>
                        <a:t>60.81x</a:t>
                      </a:r>
                    </a:p>
                  </a:txBody>
                  <a:tcPr marL="28575" marR="28575" marT="19050" marB="19050" anchor="ctr">
                    <a:lnL>
                      <a:noFill/>
                    </a:lnL>
                    <a:lnR>
                      <a:noFill/>
                    </a:lnR>
                    <a:lnT>
                      <a:noFill/>
                    </a:lnT>
                    <a:lnB>
                      <a:noFill/>
                    </a:lnB>
                    <a:solidFill>
                      <a:srgbClr val="FFFFFF"/>
                    </a:solidFill>
                  </a:tcPr>
                </a:tc>
                <a:tc>
                  <a:txBody>
                    <a:bodyPr/>
                    <a:lstStyle/>
                    <a:p>
                      <a:pPr marL="0" marR="0" lvl="0" indent="0" algn="ctr" rtl="0" fontAlgn="b">
                        <a:lnSpc>
                          <a:spcPct val="100000"/>
                        </a:lnSpc>
                        <a:spcBef>
                          <a:spcPts val="0"/>
                        </a:spcBef>
                        <a:spcAft>
                          <a:spcPts val="0"/>
                        </a:spcAft>
                        <a:buClr>
                          <a:srgbClr val="000000"/>
                        </a:buClr>
                        <a:buFont typeface="Arial"/>
                        <a:buNone/>
                      </a:pPr>
                      <a:r>
                        <a:rPr lang="en-US" sz="900" b="0" i="0" u="none" strike="noStrike" cap="none" dirty="0">
                          <a:solidFill>
                            <a:srgbClr val="334155"/>
                          </a:solidFill>
                          <a:latin typeface="Inter"/>
                          <a:ea typeface="Inter"/>
                          <a:cs typeface="Calibri"/>
                          <a:sym typeface="Arial"/>
                        </a:rPr>
                        <a:t>0</a:t>
                      </a:r>
                    </a:p>
                  </a:txBody>
                  <a:tcPr marL="28575" marR="28575" marT="19050" marB="19050" anchor="ctr">
                    <a:lnL>
                      <a:noFill/>
                    </a:lnL>
                    <a:lnR>
                      <a:noFill/>
                    </a:lnR>
                    <a:lnT>
                      <a:noFill/>
                    </a:lnT>
                    <a:lnB>
                      <a:noFill/>
                    </a:lnB>
                    <a:solidFill>
                      <a:srgbClr val="FFFFFF"/>
                    </a:solidFill>
                  </a:tcPr>
                </a:tc>
                <a:tc>
                  <a:txBody>
                    <a:bodyPr/>
                    <a:lstStyle/>
                    <a:p>
                      <a:pPr marL="0" marR="0" lvl="0" indent="0" algn="l" rtl="0" fontAlgn="b">
                        <a:lnSpc>
                          <a:spcPct val="100000"/>
                        </a:lnSpc>
                        <a:spcBef>
                          <a:spcPts val="0"/>
                        </a:spcBef>
                        <a:spcAft>
                          <a:spcPts val="0"/>
                        </a:spcAft>
                        <a:buClr>
                          <a:srgbClr val="000000"/>
                        </a:buClr>
                        <a:buFont typeface="Arial"/>
                        <a:buNone/>
                      </a:pPr>
                      <a:r>
                        <a:rPr lang="en-US" sz="900" b="0" i="0" u="none" strike="noStrike" cap="none" dirty="0">
                          <a:solidFill>
                            <a:srgbClr val="334155"/>
                          </a:solidFill>
                          <a:latin typeface="Inter"/>
                          <a:ea typeface="Inter"/>
                          <a:cs typeface="Calibri"/>
                          <a:sym typeface="Arial"/>
                        </a:rPr>
                        <a:t>Princess Doll (868) </a:t>
                      </a:r>
                      <a:r>
                        <a:rPr lang="en-US" sz="900" b="0" i="0" u="none" strike="noStrike" cap="none" dirty="0">
                          <a:solidFill>
                            <a:srgbClr val="334155"/>
                          </a:solidFill>
                          <a:latin typeface="Inter"/>
                          <a:ea typeface="Inter"/>
                          <a:cs typeface="Calibri"/>
                        </a:rPr>
                        <a:t>|</a:t>
                      </a:r>
                      <a:r>
                        <a:rPr lang="en-US" sz="900" b="0" i="0" u="none" strike="noStrike" cap="none" dirty="0">
                          <a:solidFill>
                            <a:srgbClr val="334155"/>
                          </a:solidFill>
                          <a:latin typeface="Inter"/>
                          <a:ea typeface="Inter"/>
                          <a:cs typeface="Calibri"/>
                          <a:sym typeface="Arial"/>
                        </a:rPr>
                        <a:t> Baby Doll (775) </a:t>
                      </a:r>
                      <a:r>
                        <a:rPr lang="en-US" sz="900" b="0" i="0" u="none" strike="noStrike" cap="none" dirty="0">
                          <a:solidFill>
                            <a:srgbClr val="334155"/>
                          </a:solidFill>
                          <a:latin typeface="Inter"/>
                          <a:ea typeface="Inter"/>
                          <a:cs typeface="Calibri"/>
                        </a:rPr>
                        <a:t>|</a:t>
                      </a:r>
                      <a:r>
                        <a:rPr lang="en-US" sz="900" b="0" i="0" u="none" strike="noStrike" cap="none" dirty="0">
                          <a:solidFill>
                            <a:srgbClr val="334155"/>
                          </a:solidFill>
                          <a:latin typeface="Inter"/>
                          <a:ea typeface="Inter"/>
                          <a:cs typeface="Calibri"/>
                          <a:sym typeface="Arial"/>
                        </a:rPr>
                        <a:t> </a:t>
                      </a:r>
                      <a:r>
                        <a:rPr lang="en-US" sz="900" b="0" i="0" u="none" strike="noStrike" cap="none" dirty="0" err="1">
                          <a:solidFill>
                            <a:srgbClr val="334155"/>
                          </a:solidFill>
                          <a:latin typeface="Inter"/>
                          <a:ea typeface="Inter"/>
                          <a:cs typeface="Calibri"/>
                          <a:sym typeface="Arial"/>
                        </a:rPr>
                        <a:t>SuperHero</a:t>
                      </a:r>
                      <a:r>
                        <a:rPr lang="en-US" sz="900" b="0" i="0" u="none" strike="noStrike" cap="none" dirty="0">
                          <a:solidFill>
                            <a:srgbClr val="334155"/>
                          </a:solidFill>
                          <a:latin typeface="Inter"/>
                          <a:ea typeface="Inter"/>
                          <a:cs typeface="Calibri"/>
                          <a:sym typeface="Arial"/>
                        </a:rPr>
                        <a:t> (747)</a:t>
                      </a:r>
                    </a:p>
                  </a:txBody>
                  <a:tcPr marL="28575" marR="28575" marT="19050" marB="19050" anchor="ctr">
                    <a:lnL>
                      <a:noFill/>
                    </a:lnL>
                    <a:lnR>
                      <a:noFill/>
                    </a:lnR>
                    <a:lnT>
                      <a:noFill/>
                    </a:lnT>
                    <a:lnB>
                      <a:noFill/>
                    </a:lnB>
                    <a:solidFill>
                      <a:srgbClr val="FFFFFF"/>
                    </a:solidFill>
                  </a:tcPr>
                </a:tc>
                <a:extLst>
                  <a:ext uri="{0D108BD9-81ED-4DB2-BD59-A6C34878D82A}">
                    <a16:rowId xmlns:a16="http://schemas.microsoft.com/office/drawing/2014/main" val="743289717"/>
                  </a:ext>
                </a:extLst>
              </a:tr>
            </a:tbl>
          </a:graphicData>
        </a:graphic>
      </p:graphicFrame>
      <p:pic>
        <p:nvPicPr>
          <p:cNvPr id="10" name="Google Shape;103;p14" descr="A white background with blue text&#10;&#10;AI-generated content may be incorrect.">
            <a:extLst>
              <a:ext uri="{FF2B5EF4-FFF2-40B4-BE49-F238E27FC236}">
                <a16:creationId xmlns:a16="http://schemas.microsoft.com/office/drawing/2014/main" id="{614AD677-8D9F-4019-0708-F0AB44F38A80}"/>
              </a:ext>
            </a:extLst>
          </p:cNvPr>
          <p:cNvPicPr preferRelativeResize="0"/>
          <p:nvPr/>
        </p:nvPicPr>
        <p:blipFill rotWithShape="1">
          <a:blip r:embed="rId5">
            <a:alphaModFix/>
          </a:blip>
          <a:srcRect l="595" t="252" r="-351" b="41191"/>
          <a:stretch>
            <a:fillRect/>
          </a:stretch>
        </p:blipFill>
        <p:spPr>
          <a:xfrm>
            <a:off x="510326" y="3681066"/>
            <a:ext cx="3625003" cy="1690887"/>
          </a:xfrm>
          <a:prstGeom prst="rect">
            <a:avLst/>
          </a:prstGeom>
          <a:noFill/>
          <a:ln>
            <a:noFill/>
          </a:ln>
        </p:spPr>
      </p:pic>
      <p:pic>
        <p:nvPicPr>
          <p:cNvPr id="12" name="Google Shape;104;p14" descr="A white background with green border&#10;&#10;AI-generated content may be incorrect.">
            <a:extLst>
              <a:ext uri="{FF2B5EF4-FFF2-40B4-BE49-F238E27FC236}">
                <a16:creationId xmlns:a16="http://schemas.microsoft.com/office/drawing/2014/main" id="{C7B71757-F225-40D7-7E26-1E3C01EA3E43}"/>
              </a:ext>
            </a:extLst>
          </p:cNvPr>
          <p:cNvPicPr preferRelativeResize="0"/>
          <p:nvPr/>
        </p:nvPicPr>
        <p:blipFill rotWithShape="1">
          <a:blip r:embed="rId6">
            <a:alphaModFix/>
          </a:blip>
          <a:srcRect l="-1206" t="388" r="1070" b="15065"/>
          <a:stretch>
            <a:fillRect/>
          </a:stretch>
        </p:blipFill>
        <p:spPr>
          <a:xfrm>
            <a:off x="4143045" y="3679339"/>
            <a:ext cx="3811792" cy="1690243"/>
          </a:xfrm>
          <a:prstGeom prst="rect">
            <a:avLst/>
          </a:prstGeom>
          <a:noFill/>
          <a:ln>
            <a:noFill/>
          </a:ln>
        </p:spPr>
      </p:pic>
      <p:pic>
        <p:nvPicPr>
          <p:cNvPr id="14" name="Google Shape;105;p14" descr="A white background with a purple border&#10;&#10;AI-generated content may be incorrect.">
            <a:extLst>
              <a:ext uri="{FF2B5EF4-FFF2-40B4-BE49-F238E27FC236}">
                <a16:creationId xmlns:a16="http://schemas.microsoft.com/office/drawing/2014/main" id="{CDE98B67-8168-1E92-3C3B-89F578C61BD3}"/>
              </a:ext>
            </a:extLst>
          </p:cNvPr>
          <p:cNvPicPr preferRelativeResize="0"/>
          <p:nvPr/>
        </p:nvPicPr>
        <p:blipFill rotWithShape="1">
          <a:blip r:embed="rId7">
            <a:alphaModFix/>
          </a:blip>
          <a:srcRect l="139" t="-290" r="129" b="27820"/>
          <a:stretch>
            <a:fillRect/>
          </a:stretch>
        </p:blipFill>
        <p:spPr>
          <a:xfrm>
            <a:off x="8034325" y="3674947"/>
            <a:ext cx="3575204" cy="1691783"/>
          </a:xfrm>
          <a:prstGeom prst="rect">
            <a:avLst/>
          </a:prstGeom>
          <a:noFill/>
          <a:ln>
            <a:noFill/>
          </a:ln>
        </p:spPr>
      </p:pic>
      <p:sp>
        <p:nvSpPr>
          <p:cNvPr id="16" name="Google Shape;117;p14">
            <a:extLst>
              <a:ext uri="{FF2B5EF4-FFF2-40B4-BE49-F238E27FC236}">
                <a16:creationId xmlns:a16="http://schemas.microsoft.com/office/drawing/2014/main" id="{23B89DF1-BB0D-D556-038A-63D1672E5FCC}"/>
              </a:ext>
            </a:extLst>
          </p:cNvPr>
          <p:cNvSpPr txBox="1"/>
          <p:nvPr/>
        </p:nvSpPr>
        <p:spPr>
          <a:xfrm>
            <a:off x="523299" y="3777041"/>
            <a:ext cx="3621579" cy="276999"/>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sz="1800" b="1">
                <a:solidFill>
                  <a:srgbClr val="2563EB"/>
                </a:solidFill>
                <a:latin typeface="Inter"/>
                <a:ea typeface="Inter"/>
                <a:sym typeface="Inter"/>
              </a:rPr>
              <a:t>High-Volume Store Bottlenecks</a:t>
            </a:r>
            <a:endParaRPr lang="en-US"/>
          </a:p>
        </p:txBody>
      </p:sp>
      <p:sp>
        <p:nvSpPr>
          <p:cNvPr id="18" name="Google Shape;118;p14">
            <a:extLst>
              <a:ext uri="{FF2B5EF4-FFF2-40B4-BE49-F238E27FC236}">
                <a16:creationId xmlns:a16="http://schemas.microsoft.com/office/drawing/2014/main" id="{2B49B4A7-313E-9766-3235-9329E77440FC}"/>
              </a:ext>
            </a:extLst>
          </p:cNvPr>
          <p:cNvSpPr txBox="1"/>
          <p:nvPr/>
        </p:nvSpPr>
        <p:spPr>
          <a:xfrm>
            <a:off x="557806" y="4135658"/>
            <a:ext cx="3470766" cy="1077218"/>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285750" indent="-285750">
              <a:buFont typeface="Wingdings"/>
              <a:buChar char="q"/>
            </a:pPr>
            <a:r>
              <a:rPr lang="en-US" b="1">
                <a:solidFill>
                  <a:srgbClr val="475569"/>
                </a:solidFill>
                <a:latin typeface="Inter"/>
                <a:ea typeface="Inter"/>
              </a:rPr>
              <a:t>Store001 &amp; Store002</a:t>
            </a:r>
          </a:p>
          <a:p>
            <a:pPr marL="285750" indent="-285750">
              <a:buFont typeface="Wingdings"/>
              <a:buChar char="q"/>
            </a:pPr>
            <a:r>
              <a:rPr lang="en-US">
                <a:solidFill>
                  <a:srgbClr val="475569"/>
                </a:solidFill>
                <a:latin typeface="Inter"/>
                <a:ea typeface="Inter"/>
                <a:sym typeface="Inter"/>
              </a:rPr>
              <a:t>Contribute</a:t>
            </a:r>
            <a:r>
              <a:rPr lang="en-US" b="1">
                <a:solidFill>
                  <a:srgbClr val="475569"/>
                </a:solidFill>
                <a:latin typeface="Inter"/>
                <a:ea typeface="Inter"/>
                <a:sym typeface="Inter"/>
              </a:rPr>
              <a:t> 26.01% of revenue (₹8.36M) </a:t>
            </a:r>
            <a:endParaRPr lang="en-US" b="1">
              <a:latin typeface="Inter"/>
              <a:ea typeface="Inter"/>
            </a:endParaRPr>
          </a:p>
          <a:p>
            <a:pPr marL="285750" indent="-285750">
              <a:buFont typeface="Wingdings"/>
              <a:buChar char="q"/>
            </a:pPr>
            <a:r>
              <a:rPr lang="en-US" b="1">
                <a:solidFill>
                  <a:srgbClr val="475569"/>
                </a:solidFill>
                <a:latin typeface="Inter"/>
                <a:ea typeface="Inter"/>
                <a:sym typeface="Inter"/>
              </a:rPr>
              <a:t>44.4%</a:t>
            </a:r>
            <a:r>
              <a:rPr lang="en-US">
                <a:solidFill>
                  <a:srgbClr val="475569"/>
                </a:solidFill>
                <a:latin typeface="Inter"/>
                <a:ea typeface="Inter"/>
                <a:sym typeface="Inter"/>
              </a:rPr>
              <a:t> of </a:t>
            </a:r>
            <a:r>
              <a:rPr lang="en-US" b="1">
                <a:solidFill>
                  <a:srgbClr val="475569"/>
                </a:solidFill>
                <a:latin typeface="Inter"/>
                <a:ea typeface="Inter"/>
                <a:sym typeface="Inter"/>
              </a:rPr>
              <a:t>stockouts (4/9) </a:t>
            </a:r>
            <a:endParaRPr lang="en-US" b="1">
              <a:solidFill>
                <a:srgbClr val="475569"/>
              </a:solidFill>
              <a:latin typeface="Inter"/>
              <a:ea typeface="Inter"/>
            </a:endParaRPr>
          </a:p>
          <a:p>
            <a:r>
              <a:rPr lang="en-US" b="1">
                <a:solidFill>
                  <a:srgbClr val="475569"/>
                </a:solidFill>
                <a:latin typeface="Inter"/>
                <a:ea typeface="Inter"/>
                <a:sym typeface="Inter"/>
              </a:rPr>
              <a:t>→</a:t>
            </a:r>
            <a:r>
              <a:rPr lang="en-US">
                <a:solidFill>
                  <a:srgbClr val="475569"/>
                </a:solidFill>
                <a:latin typeface="Inter"/>
                <a:ea typeface="Inter"/>
                <a:sym typeface="Inter"/>
              </a:rPr>
              <a:t> Prioritize replenishment review</a:t>
            </a:r>
            <a:r>
              <a:rPr lang="en-US" b="0" i="0" u="none" strike="noStrike" cap="none">
                <a:solidFill>
                  <a:srgbClr val="475569"/>
                </a:solidFill>
                <a:latin typeface="Inter"/>
                <a:ea typeface="Inter"/>
                <a:sym typeface="Inter"/>
              </a:rPr>
              <a:t>.</a:t>
            </a:r>
            <a:endParaRPr lang="en-US">
              <a:latin typeface="Inter"/>
              <a:ea typeface="Inter"/>
            </a:endParaRPr>
          </a:p>
        </p:txBody>
      </p:sp>
      <p:sp>
        <p:nvSpPr>
          <p:cNvPr id="20" name="Google Shape;121;p14">
            <a:extLst>
              <a:ext uri="{FF2B5EF4-FFF2-40B4-BE49-F238E27FC236}">
                <a16:creationId xmlns:a16="http://schemas.microsoft.com/office/drawing/2014/main" id="{87A07F21-8B2C-7026-9136-A31501873D9E}"/>
              </a:ext>
            </a:extLst>
          </p:cNvPr>
          <p:cNvSpPr txBox="1"/>
          <p:nvPr/>
        </p:nvSpPr>
        <p:spPr>
          <a:xfrm>
            <a:off x="4237450" y="3736207"/>
            <a:ext cx="3795641" cy="276999"/>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sz="1800" b="1">
                <a:solidFill>
                  <a:srgbClr val="0C8D82"/>
                </a:solidFill>
                <a:latin typeface="Inter"/>
                <a:ea typeface="Inter"/>
                <a:sym typeface="Inter"/>
              </a:rPr>
              <a:t>Store006 : Efficiency </a:t>
            </a:r>
            <a:r>
              <a:rPr lang="en-US" sz="1800" b="1" dirty="0">
                <a:solidFill>
                  <a:srgbClr val="0C8D82"/>
                </a:solidFill>
                <a:latin typeface="Inter"/>
                <a:ea typeface="Inter"/>
                <a:sym typeface="Inter"/>
              </a:rPr>
              <a:t>Benchmark</a:t>
            </a:r>
            <a:endParaRPr lang="en-US" dirty="0"/>
          </a:p>
        </p:txBody>
      </p:sp>
      <p:sp>
        <p:nvSpPr>
          <p:cNvPr id="22" name="Google Shape;122;p14">
            <a:extLst>
              <a:ext uri="{FF2B5EF4-FFF2-40B4-BE49-F238E27FC236}">
                <a16:creationId xmlns:a16="http://schemas.microsoft.com/office/drawing/2014/main" id="{7FD9C513-A529-DA3F-8AEC-C00DB6E86AE9}"/>
              </a:ext>
            </a:extLst>
          </p:cNvPr>
          <p:cNvSpPr txBox="1"/>
          <p:nvPr/>
        </p:nvSpPr>
        <p:spPr>
          <a:xfrm>
            <a:off x="4281349" y="4139877"/>
            <a:ext cx="3627576" cy="1077218"/>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285750" indent="-285750">
              <a:buFont typeface="Wingdings"/>
              <a:buChar char="q"/>
            </a:pPr>
            <a:r>
              <a:rPr lang="en-US" b="1">
                <a:solidFill>
                  <a:srgbClr val="657081"/>
                </a:solidFill>
                <a:latin typeface="Inter"/>
                <a:ea typeface="Inter"/>
              </a:rPr>
              <a:t>Highest inventory turnover (63.45×) </a:t>
            </a:r>
            <a:endParaRPr lang="en-US" b="1">
              <a:ea typeface="Inter"/>
            </a:endParaRPr>
          </a:p>
          <a:p>
            <a:pPr marL="285750" indent="-285750">
              <a:buFont typeface="Wingdings"/>
              <a:buChar char="q"/>
            </a:pPr>
            <a:r>
              <a:rPr lang="en-US">
                <a:solidFill>
                  <a:srgbClr val="657081"/>
                </a:solidFill>
                <a:latin typeface="Inter"/>
                <a:ea typeface="Inter"/>
              </a:rPr>
              <a:t>No recorded stockouts  </a:t>
            </a:r>
            <a:endParaRPr lang="en-US">
              <a:ea typeface="Inter"/>
            </a:endParaRPr>
          </a:p>
          <a:p>
            <a:pPr marL="285750" indent="-285750">
              <a:buFont typeface="Wingdings"/>
              <a:buChar char="q"/>
            </a:pPr>
            <a:r>
              <a:rPr lang="en-US" b="1">
                <a:solidFill>
                  <a:srgbClr val="657081"/>
                </a:solidFill>
                <a:latin typeface="Inter"/>
                <a:ea typeface="Inter"/>
              </a:rPr>
              <a:t>Lowest inventory holding (68.4K units) </a:t>
            </a:r>
            <a:endParaRPr lang="en-US" b="1">
              <a:ea typeface="Inter"/>
            </a:endParaRPr>
          </a:p>
          <a:p>
            <a:r>
              <a:rPr lang="en-US" b="1" dirty="0">
                <a:solidFill>
                  <a:srgbClr val="657081"/>
                </a:solidFill>
                <a:latin typeface="Inter"/>
                <a:ea typeface="Inter"/>
              </a:rPr>
              <a:t>→</a:t>
            </a:r>
            <a:r>
              <a:rPr lang="en-US">
                <a:solidFill>
                  <a:srgbClr val="657081"/>
                </a:solidFill>
                <a:latin typeface="Inter"/>
                <a:ea typeface="Inter"/>
              </a:rPr>
              <a:t> Benchmark for efficient </a:t>
            </a:r>
            <a:r>
              <a:rPr lang="en-US" dirty="0">
                <a:solidFill>
                  <a:srgbClr val="657081"/>
                </a:solidFill>
                <a:latin typeface="Inter"/>
                <a:ea typeface="Inter"/>
              </a:rPr>
              <a:t>replenishment.</a:t>
            </a:r>
            <a:endParaRPr lang="en-US" dirty="0"/>
          </a:p>
        </p:txBody>
      </p:sp>
      <p:sp>
        <p:nvSpPr>
          <p:cNvPr id="24" name="Google Shape;125;p14">
            <a:extLst>
              <a:ext uri="{FF2B5EF4-FFF2-40B4-BE49-F238E27FC236}">
                <a16:creationId xmlns:a16="http://schemas.microsoft.com/office/drawing/2014/main" id="{E01FE65B-7080-B794-9BEA-A186CE47F43B}"/>
              </a:ext>
            </a:extLst>
          </p:cNvPr>
          <p:cNvSpPr txBox="1"/>
          <p:nvPr/>
        </p:nvSpPr>
        <p:spPr>
          <a:xfrm>
            <a:off x="8193142" y="3691350"/>
            <a:ext cx="3418378" cy="276999"/>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sz="1800" b="1" dirty="0">
                <a:solidFill>
                  <a:srgbClr val="1E3A8A"/>
                </a:solidFill>
                <a:latin typeface="Inter"/>
                <a:ea typeface="Inter"/>
                <a:sym typeface="Inter"/>
              </a:rPr>
              <a:t> </a:t>
            </a:r>
            <a:r>
              <a:rPr lang="en-US" sz="1800" b="1">
                <a:solidFill>
                  <a:srgbClr val="1E3A8A"/>
                </a:solidFill>
                <a:latin typeface="Inter"/>
                <a:ea typeface="Inter"/>
                <a:sym typeface="Inter"/>
              </a:rPr>
              <a:t>Store008 — Puzzle Demand</a:t>
            </a:r>
            <a:endParaRPr lang="en-US" sz="1800" b="1">
              <a:solidFill>
                <a:srgbClr val="1E3A8A"/>
              </a:solidFill>
              <a:latin typeface="Inter"/>
              <a:ea typeface="Inter"/>
            </a:endParaRPr>
          </a:p>
        </p:txBody>
      </p:sp>
      <p:sp>
        <p:nvSpPr>
          <p:cNvPr id="26" name="Google Shape;126;p14">
            <a:extLst>
              <a:ext uri="{FF2B5EF4-FFF2-40B4-BE49-F238E27FC236}">
                <a16:creationId xmlns:a16="http://schemas.microsoft.com/office/drawing/2014/main" id="{AB0D7C9E-8BB5-4E8D-8346-C87AF12907AB}"/>
              </a:ext>
            </a:extLst>
          </p:cNvPr>
          <p:cNvSpPr txBox="1"/>
          <p:nvPr/>
        </p:nvSpPr>
        <p:spPr>
          <a:xfrm>
            <a:off x="8194675" y="4105180"/>
            <a:ext cx="3420733" cy="1292662"/>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285750" indent="-285750">
              <a:buFont typeface="Wingdings"/>
              <a:buChar char="q"/>
            </a:pPr>
            <a:r>
              <a:rPr lang="en-US" b="1">
                <a:solidFill>
                  <a:srgbClr val="657081"/>
                </a:solidFill>
                <a:latin typeface="Inter"/>
                <a:ea typeface="Inter"/>
                <a:sym typeface="Inter"/>
              </a:rPr>
              <a:t>Highest volume of Puzzles sold</a:t>
            </a:r>
            <a:r>
              <a:rPr lang="en-US">
                <a:solidFill>
                  <a:srgbClr val="657081"/>
                </a:solidFill>
                <a:latin typeface="Inter"/>
                <a:ea typeface="Inter"/>
                <a:sym typeface="Inter"/>
              </a:rPr>
              <a:t>.</a:t>
            </a:r>
            <a:endParaRPr lang="en-US" dirty="0">
              <a:solidFill>
                <a:srgbClr val="657081"/>
              </a:solidFill>
              <a:latin typeface="Inter"/>
              <a:ea typeface="Inter"/>
            </a:endParaRPr>
          </a:p>
          <a:p>
            <a:pPr marL="285750" indent="-285750">
              <a:buFont typeface="Wingdings"/>
              <a:buChar char="q"/>
            </a:pPr>
            <a:r>
              <a:rPr lang="en-US" b="1">
                <a:solidFill>
                  <a:srgbClr val="657081"/>
                </a:solidFill>
                <a:latin typeface="Inter"/>
                <a:ea typeface="Inter"/>
                <a:sym typeface="Inter"/>
              </a:rPr>
              <a:t>Adventure Puzzle (761), Jigsaw Puzzle 500 (731)</a:t>
            </a:r>
            <a:r>
              <a:rPr lang="en-US">
                <a:solidFill>
                  <a:srgbClr val="657081"/>
                </a:solidFill>
                <a:latin typeface="Inter"/>
                <a:ea typeface="Inter"/>
                <a:sym typeface="Inter"/>
              </a:rPr>
              <a:t> and </a:t>
            </a:r>
            <a:r>
              <a:rPr lang="en-US" b="1">
                <a:solidFill>
                  <a:srgbClr val="657081"/>
                </a:solidFill>
                <a:latin typeface="Inter"/>
                <a:ea typeface="Inter"/>
                <a:sym typeface="Inter"/>
              </a:rPr>
              <a:t>Animal Puzzle (685) </a:t>
            </a:r>
            <a:endParaRPr lang="en-US" b="1">
              <a:solidFill>
                <a:srgbClr val="657081"/>
              </a:solidFill>
              <a:latin typeface="Inter"/>
              <a:ea typeface="Inter"/>
            </a:endParaRPr>
          </a:p>
          <a:p>
            <a:r>
              <a:rPr lang="en-US" b="1">
                <a:solidFill>
                  <a:srgbClr val="657081"/>
                </a:solidFill>
                <a:latin typeface="Inter"/>
                <a:ea typeface="Inter"/>
                <a:sym typeface="Inter"/>
              </a:rPr>
              <a:t>→ </a:t>
            </a:r>
            <a:r>
              <a:rPr lang="en-US">
                <a:solidFill>
                  <a:srgbClr val="657081"/>
                </a:solidFill>
                <a:latin typeface="Inter"/>
                <a:ea typeface="Inter"/>
                <a:sym typeface="Inter"/>
              </a:rPr>
              <a:t>Allocate more puzzle inventory to Store008.</a:t>
            </a:r>
            <a:endParaRPr lang="en-US">
              <a:solidFill>
                <a:srgbClr val="657081"/>
              </a:solidFill>
              <a:latin typeface="Inter"/>
              <a:ea typeface="Inter"/>
            </a:endParaRPr>
          </a:p>
        </p:txBody>
      </p:sp>
      <p:sp>
        <p:nvSpPr>
          <p:cNvPr id="7" name="TextBox 6">
            <a:extLst>
              <a:ext uri="{FF2B5EF4-FFF2-40B4-BE49-F238E27FC236}">
                <a16:creationId xmlns:a16="http://schemas.microsoft.com/office/drawing/2014/main" id="{5E84A015-CE04-E546-15D3-5FFAE9AA8F31}"/>
              </a:ext>
            </a:extLst>
          </p:cNvPr>
          <p:cNvSpPr txBox="1"/>
          <p:nvPr/>
        </p:nvSpPr>
        <p:spPr>
          <a:xfrm>
            <a:off x="721360" y="5562600"/>
            <a:ext cx="10881360" cy="87716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300" b="1" dirty="0">
                <a:solidFill>
                  <a:srgbClr val="002060"/>
                </a:solidFill>
                <a:latin typeface="Inter"/>
                <a:ea typeface="Inter"/>
              </a:rPr>
              <a:t>EXECUTIVE TAKEAWAY: </a:t>
            </a:r>
            <a:r>
              <a:rPr lang="en-US" sz="1200" dirty="0">
                <a:solidFill>
                  <a:srgbClr val="002060"/>
                </a:solidFill>
                <a:latin typeface="Inter"/>
                <a:ea typeface="Inter"/>
              </a:rPr>
              <a:t>Replace uniform chain-wide replenishment with store-cluster allocation. Prioritize puzzle inventory allocation toward </a:t>
            </a:r>
            <a:r>
              <a:rPr lang="en-US" sz="1200">
                <a:solidFill>
                  <a:srgbClr val="002060"/>
                </a:solidFill>
                <a:latin typeface="Inter"/>
                <a:ea typeface="Inter"/>
              </a:rPr>
              <a:t>Store008 based on higher observed puzzle demand, while </a:t>
            </a:r>
            <a:r>
              <a:rPr lang="en-US" sz="1200" b="1" dirty="0">
                <a:solidFill>
                  <a:srgbClr val="002060"/>
                </a:solidFill>
                <a:latin typeface="Inter"/>
                <a:ea typeface="Inter"/>
              </a:rPr>
              <a:t>increasing replenishment frequency for star Doll and Action Figure SKUs at Store001 and Store002</a:t>
            </a:r>
            <a:r>
              <a:rPr lang="en-US" sz="1200" dirty="0">
                <a:solidFill>
                  <a:srgbClr val="002060"/>
                </a:solidFill>
                <a:latin typeface="Inter"/>
                <a:ea typeface="Inter"/>
              </a:rPr>
              <a:t>.</a:t>
            </a:r>
          </a:p>
          <a:p>
            <a:pPr algn="ctr"/>
            <a:endParaRPr lang="en-US"/>
          </a:p>
        </p:txBody>
      </p:sp>
      <p:pic>
        <p:nvPicPr>
          <p:cNvPr id="13" name="Graphic 12">
            <a:extLst>
              <a:ext uri="{FF2B5EF4-FFF2-40B4-BE49-F238E27FC236}">
                <a16:creationId xmlns:a16="http://schemas.microsoft.com/office/drawing/2014/main" id="{8498E01C-776F-8E0B-35F0-EE54230BC29B}"/>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474837" y="5563749"/>
            <a:ext cx="296175" cy="439948"/>
          </a:xfrm>
          <a:prstGeom prst="rect">
            <a:avLst/>
          </a:prstGeom>
        </p:spPr>
      </p:pic>
      <p:graphicFrame>
        <p:nvGraphicFramePr>
          <p:cNvPr id="21" name="Chart 20">
            <a:extLst>
              <a:ext uri="{FF2B5EF4-FFF2-40B4-BE49-F238E27FC236}">
                <a16:creationId xmlns:a16="http://schemas.microsoft.com/office/drawing/2014/main" id="{5609DB85-0D8C-F0DC-28F1-AA80A23C303C}"/>
              </a:ext>
              <a:ext uri="{147F2762-F138-4A5C-976F-8EAC2B608ADB}">
                <a16:predDERef xmlns:a16="http://schemas.microsoft.com/office/drawing/2014/main" pred="{2177DCE7-679B-4787-B486-07FE79DE9A5B}"/>
              </a:ext>
            </a:extLst>
          </p:cNvPr>
          <p:cNvGraphicFramePr>
            <a:graphicFrameLocks/>
          </p:cNvGraphicFramePr>
          <p:nvPr>
            <p:extLst>
              <p:ext uri="{D42A27DB-BD31-4B8C-83A1-F6EECF244321}">
                <p14:modId xmlns:p14="http://schemas.microsoft.com/office/powerpoint/2010/main" val="3650199059"/>
              </p:ext>
            </p:extLst>
          </p:nvPr>
        </p:nvGraphicFramePr>
        <p:xfrm>
          <a:off x="478155" y="1042035"/>
          <a:ext cx="5486400" cy="2560320"/>
        </p:xfrm>
        <a:graphic>
          <a:graphicData uri="http://schemas.openxmlformats.org/drawingml/2006/chart">
            <c:chart xmlns:c="http://schemas.openxmlformats.org/drawingml/2006/chart" xmlns:r="http://schemas.openxmlformats.org/officeDocument/2006/relationships" r:id="rId9"/>
          </a:graphicData>
        </a:graphic>
      </p:graphicFrame>
      <p:sp>
        <p:nvSpPr>
          <p:cNvPr id="25" name="Google Shape;267;p18">
            <a:extLst>
              <a:ext uri="{FF2B5EF4-FFF2-40B4-BE49-F238E27FC236}">
                <a16:creationId xmlns:a16="http://schemas.microsoft.com/office/drawing/2014/main" id="{0B4D6A80-0E94-59D3-37C8-2BB291989092}"/>
              </a:ext>
            </a:extLst>
          </p:cNvPr>
          <p:cNvSpPr txBox="1"/>
          <p:nvPr/>
        </p:nvSpPr>
        <p:spPr>
          <a:xfrm>
            <a:off x="581624" y="814555"/>
            <a:ext cx="5102776" cy="215444"/>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a:lstStyle>
          <a:p>
            <a:r>
              <a:rPr lang="en-US" b="1">
                <a:solidFill>
                  <a:srgbClr val="0F172A"/>
                </a:solidFill>
                <a:latin typeface="Poppins"/>
                <a:ea typeface="Inter"/>
                <a:cs typeface="Poppins"/>
                <a:sym typeface="Poppins"/>
              </a:rPr>
              <a:t>Revenue &amp; Excess Inventory Value by Store ID (₹ M)</a:t>
            </a:r>
            <a:endParaRPr lang="en-US">
              <a:latin typeface="Poppins"/>
              <a:ea typeface="Inter"/>
              <a:cs typeface="Poppins"/>
              <a:sym typeface="Poppins"/>
            </a:endParaRPr>
          </a:p>
        </p:txBody>
      </p:sp>
      <p:sp>
        <p:nvSpPr>
          <p:cNvPr id="3" name="Google Shape;146;p15">
            <a:extLst>
              <a:ext uri="{FF2B5EF4-FFF2-40B4-BE49-F238E27FC236}">
                <a16:creationId xmlns:a16="http://schemas.microsoft.com/office/drawing/2014/main" id="{9E0D0824-CE44-8164-5391-0A3D176F439B}"/>
              </a:ext>
            </a:extLst>
          </p:cNvPr>
          <p:cNvSpPr txBox="1"/>
          <p:nvPr/>
        </p:nvSpPr>
        <p:spPr>
          <a:xfrm>
            <a:off x="476250" y="6315710"/>
            <a:ext cx="4161155" cy="123111"/>
          </a:xfrm>
          <a:prstGeom prst="rect">
            <a:avLst/>
          </a:prstGeom>
          <a:noFill/>
          <a:ln>
            <a:noFill/>
          </a:ln>
        </p:spPr>
        <p:txBody>
          <a:bodyPr spcFirstLastPara="1" wrap="square" lIns="0" tIns="0" rIns="0" bIns="0" anchor="t" anchorCtr="0">
            <a:spAutoFit/>
          </a:bodyPr>
          <a:lstStyle/>
          <a:p>
            <a:r>
              <a:rPr lang="en-US" sz="800" dirty="0" err="1">
                <a:solidFill>
                  <a:srgbClr val="334155"/>
                </a:solidFill>
                <a:latin typeface="Inter SemiBold"/>
                <a:ea typeface="Inter SemiBold"/>
                <a:cs typeface="Inter SemiBold"/>
                <a:sym typeface="Inter SemiBold"/>
              </a:rPr>
              <a:t>ToyJoy</a:t>
            </a:r>
            <a:r>
              <a:rPr lang="en-US" sz="800" dirty="0">
                <a:solidFill>
                  <a:srgbClr val="334155"/>
                </a:solidFill>
                <a:latin typeface="Inter SemiBold"/>
                <a:ea typeface="Inter SemiBold"/>
                <a:cs typeface="Inter SemiBold"/>
                <a:sym typeface="Inter SemiBold"/>
              </a:rPr>
              <a:t> Seasonal Inventory Management &amp; Optimization Analysis</a:t>
            </a:r>
            <a:endParaRPr lang="en-US" sz="800" dirty="0">
              <a:solidFill>
                <a:srgbClr val="334155"/>
              </a:solidFill>
              <a:latin typeface="Inter SemiBold"/>
              <a:ea typeface="Inter SemiBold"/>
              <a:cs typeface="Inter SemiBold"/>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Shape 411"/>
        <p:cNvGrpSpPr/>
        <p:nvPr/>
      </p:nvGrpSpPr>
      <p:grpSpPr>
        <a:xfrm>
          <a:off x="0" y="0"/>
          <a:ext cx="0" cy="0"/>
          <a:chOff x="0" y="0"/>
          <a:chExt cx="0" cy="0"/>
        </a:xfrm>
      </p:grpSpPr>
      <p:pic>
        <p:nvPicPr>
          <p:cNvPr id="413" name="Google Shape;413;p23" descr="image.png"/>
          <p:cNvPicPr preferRelativeResize="0"/>
          <p:nvPr/>
        </p:nvPicPr>
        <p:blipFill rotWithShape="1">
          <a:blip r:embed="rId4">
            <a:alphaModFix/>
          </a:blip>
          <a:srcRect/>
          <a:stretch/>
        </p:blipFill>
        <p:spPr>
          <a:xfrm>
            <a:off x="476250" y="1004887"/>
            <a:ext cx="5534204" cy="4812820"/>
          </a:xfrm>
          <a:prstGeom prst="rect">
            <a:avLst/>
          </a:prstGeom>
          <a:noFill/>
          <a:ln>
            <a:noFill/>
          </a:ln>
        </p:spPr>
      </p:pic>
      <p:pic>
        <p:nvPicPr>
          <p:cNvPr id="414" name="Google Shape;414;p23" descr="image.png"/>
          <p:cNvPicPr preferRelativeResize="0"/>
          <p:nvPr/>
        </p:nvPicPr>
        <p:blipFill rotWithShape="1">
          <a:blip r:embed="rId5">
            <a:alphaModFix/>
          </a:blip>
          <a:srcRect/>
          <a:stretch/>
        </p:blipFill>
        <p:spPr>
          <a:xfrm>
            <a:off x="6210300" y="1004887"/>
            <a:ext cx="5534204" cy="4812820"/>
          </a:xfrm>
          <a:prstGeom prst="rect">
            <a:avLst/>
          </a:prstGeom>
          <a:noFill/>
          <a:ln>
            <a:noFill/>
          </a:ln>
        </p:spPr>
      </p:pic>
      <p:pic>
        <p:nvPicPr>
          <p:cNvPr id="415" name="Google Shape;415;p23" descr="image.png"/>
          <p:cNvPicPr preferRelativeResize="0"/>
          <p:nvPr/>
        </p:nvPicPr>
        <p:blipFill rotWithShape="1">
          <a:blip r:embed="rId6">
            <a:alphaModFix/>
          </a:blip>
          <a:srcRect/>
          <a:stretch/>
        </p:blipFill>
        <p:spPr>
          <a:xfrm>
            <a:off x="476250" y="6181725"/>
            <a:ext cx="11239500" cy="257175"/>
          </a:xfrm>
          <a:prstGeom prst="rect">
            <a:avLst/>
          </a:prstGeom>
          <a:noFill/>
          <a:ln>
            <a:noFill/>
          </a:ln>
        </p:spPr>
      </p:pic>
      <p:sp>
        <p:nvSpPr>
          <p:cNvPr id="418" name="Google Shape;418;p23"/>
          <p:cNvSpPr txBox="1"/>
          <p:nvPr/>
        </p:nvSpPr>
        <p:spPr>
          <a:xfrm>
            <a:off x="10535908" y="6305550"/>
            <a:ext cx="1453011" cy="12695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800" b="0" i="0" u="none" strike="noStrike" cap="none">
                <a:solidFill>
                  <a:srgbClr val="64748B"/>
                </a:solidFill>
                <a:latin typeface="Inter"/>
                <a:ea typeface="Inter"/>
                <a:cs typeface="Inter"/>
                <a:sym typeface="Inter"/>
              </a:rPr>
              <a:t>Slide </a:t>
            </a:r>
            <a:r>
              <a:rPr lang="en-US" sz="800">
                <a:solidFill>
                  <a:srgbClr val="64748B"/>
                </a:solidFill>
                <a:latin typeface="Inter"/>
                <a:ea typeface="Inter"/>
                <a:cs typeface="Inter"/>
                <a:sym typeface="Inter"/>
              </a:rPr>
              <a:t>10</a:t>
            </a:r>
            <a:r>
              <a:rPr lang="en-US" sz="800" b="0" i="0" u="none" strike="noStrike" cap="none">
                <a:solidFill>
                  <a:srgbClr val="64748B"/>
                </a:solidFill>
                <a:latin typeface="Inter"/>
                <a:ea typeface="Inter"/>
                <a:cs typeface="Inter"/>
                <a:sym typeface="Inter"/>
              </a:rPr>
              <a:t> of </a:t>
            </a:r>
            <a:r>
              <a:rPr lang="en-US" sz="800">
                <a:solidFill>
                  <a:srgbClr val="64748B"/>
                </a:solidFill>
                <a:latin typeface="Inter"/>
                <a:ea typeface="Inter"/>
                <a:cs typeface="Inter"/>
                <a:sym typeface="Inter"/>
              </a:rPr>
              <a:t>11</a:t>
            </a:r>
            <a:endParaRPr sz="800"/>
          </a:p>
        </p:txBody>
      </p:sp>
      <p:sp>
        <p:nvSpPr>
          <p:cNvPr id="419" name="Google Shape;419;p23"/>
          <p:cNvSpPr txBox="1"/>
          <p:nvPr/>
        </p:nvSpPr>
        <p:spPr>
          <a:xfrm>
            <a:off x="695325" y="1252537"/>
            <a:ext cx="5320665" cy="276999"/>
          </a:xfrm>
          <a:prstGeom prst="rect">
            <a:avLst/>
          </a:prstGeom>
          <a:noFill/>
          <a:ln>
            <a:noFill/>
          </a:ln>
        </p:spPr>
        <p:txBody>
          <a:bodyPr spcFirstLastPara="1" wrap="square" lIns="206550" tIns="0" rIns="0" bIns="0" anchor="t" anchorCtr="0">
            <a:spAutoFit/>
          </a:bodyPr>
          <a:lstStyle/>
          <a:p>
            <a:pPr marL="0" marR="0" lvl="0" indent="0" algn="l" rtl="0">
              <a:spcBef>
                <a:spcPts val="0"/>
              </a:spcBef>
              <a:spcAft>
                <a:spcPts val="0"/>
              </a:spcAft>
              <a:buNone/>
            </a:pPr>
            <a:r>
              <a:rPr lang="en-US" sz="1800" b="1" i="0" u="none" strike="noStrike" cap="none">
                <a:solidFill>
                  <a:srgbClr val="15803D"/>
                </a:solidFill>
                <a:latin typeface="Poppins"/>
                <a:ea typeface="Poppins"/>
                <a:cs typeface="Poppins"/>
                <a:sym typeface="Poppins"/>
              </a:rPr>
              <a:t>QUICK WINS (0–3 Months)</a:t>
            </a:r>
            <a:endParaRPr sz="2000"/>
          </a:p>
        </p:txBody>
      </p:sp>
      <p:sp>
        <p:nvSpPr>
          <p:cNvPr id="420" name="Google Shape;420;p23"/>
          <p:cNvSpPr txBox="1"/>
          <p:nvPr/>
        </p:nvSpPr>
        <p:spPr>
          <a:xfrm>
            <a:off x="6429375" y="1252537"/>
            <a:ext cx="5320665" cy="276999"/>
          </a:xfrm>
          <a:prstGeom prst="rect">
            <a:avLst/>
          </a:prstGeom>
          <a:noFill/>
          <a:ln>
            <a:noFill/>
          </a:ln>
        </p:spPr>
        <p:txBody>
          <a:bodyPr spcFirstLastPara="1" wrap="square" lIns="225600" tIns="0" rIns="0" bIns="0" anchor="t" anchorCtr="0">
            <a:spAutoFit/>
          </a:bodyPr>
          <a:lstStyle/>
          <a:p>
            <a:pPr marL="0" marR="0" lvl="0" indent="0" algn="l" rtl="0">
              <a:spcBef>
                <a:spcPts val="0"/>
              </a:spcBef>
              <a:spcAft>
                <a:spcPts val="0"/>
              </a:spcAft>
              <a:buNone/>
            </a:pPr>
            <a:r>
              <a:rPr lang="en-US" sz="1800" b="1" i="0" u="none" strike="noStrike" cap="none">
                <a:solidFill>
                  <a:srgbClr val="1D4ED8"/>
                </a:solidFill>
                <a:latin typeface="Poppins"/>
                <a:ea typeface="Poppins"/>
                <a:cs typeface="Poppins"/>
                <a:sym typeface="Poppins"/>
              </a:rPr>
              <a:t>LONG-TERM STRATEGIES (3–12 Months)</a:t>
            </a:r>
            <a:endParaRPr sz="2000"/>
          </a:p>
        </p:txBody>
      </p:sp>
      <p:pic>
        <p:nvPicPr>
          <p:cNvPr id="421" name="Google Shape;421;p23" descr="image.png"/>
          <p:cNvPicPr preferRelativeResize="0"/>
          <p:nvPr/>
        </p:nvPicPr>
        <p:blipFill rotWithShape="1">
          <a:blip r:embed="rId7">
            <a:alphaModFix/>
          </a:blip>
          <a:srcRect/>
          <a:stretch/>
        </p:blipFill>
        <p:spPr>
          <a:xfrm>
            <a:off x="695325" y="1290637"/>
            <a:ext cx="130373" cy="152400"/>
          </a:xfrm>
          <a:prstGeom prst="rect">
            <a:avLst/>
          </a:prstGeom>
          <a:noFill/>
          <a:ln>
            <a:noFill/>
          </a:ln>
        </p:spPr>
      </p:pic>
      <p:sp>
        <p:nvSpPr>
          <p:cNvPr id="422" name="Google Shape;422;p23"/>
          <p:cNvSpPr txBox="1"/>
          <p:nvPr/>
        </p:nvSpPr>
        <p:spPr>
          <a:xfrm>
            <a:off x="923925" y="1643062"/>
            <a:ext cx="4838700" cy="3877985"/>
          </a:xfrm>
          <a:prstGeom prst="rect">
            <a:avLst/>
          </a:prstGeom>
          <a:noFill/>
          <a:ln>
            <a:noFill/>
          </a:ln>
        </p:spPr>
        <p:txBody>
          <a:bodyPr spcFirstLastPara="1" wrap="square" lIns="0" tIns="0" rIns="0" bIns="0" anchor="t" anchorCtr="0">
            <a:spAutoFit/>
          </a:bodyPr>
          <a:lstStyle/>
          <a:p>
            <a:pPr marL="285750" marR="0" lvl="0" indent="-285750" algn="l" rtl="0">
              <a:lnSpc>
                <a:spcPct val="150000"/>
              </a:lnSpc>
              <a:spcBef>
                <a:spcPts val="0"/>
              </a:spcBef>
              <a:spcAft>
                <a:spcPts val="0"/>
              </a:spcAft>
              <a:buFont typeface="Wingdings"/>
              <a:buChar char="q"/>
            </a:pPr>
            <a:r>
              <a:rPr lang="en-US" b="1" i="0" u="none" strike="noStrike" cap="none">
                <a:solidFill>
                  <a:srgbClr val="334155"/>
                </a:solidFill>
                <a:latin typeface="Inter"/>
                <a:ea typeface="Inter"/>
                <a:cs typeface="Inter"/>
                <a:sym typeface="Inter"/>
              </a:rPr>
              <a:t>Rebalance Overstock:</a:t>
            </a:r>
            <a:r>
              <a:rPr lang="en-US" b="0" i="0" u="none" strike="noStrike" cap="none">
                <a:solidFill>
                  <a:srgbClr val="334155"/>
                </a:solidFill>
                <a:latin typeface="Inter"/>
                <a:ea typeface="Inter"/>
                <a:cs typeface="Inter"/>
                <a:sym typeface="Inter"/>
              </a:rPr>
              <a:t> Execute promotional bundling for Monopoly Classic (₹37.43M excess) to free up warehouse space.</a:t>
            </a:r>
            <a:endParaRPr lang="en-US" b="0" i="0" u="none" strike="noStrike" cap="none">
              <a:solidFill>
                <a:srgbClr val="334155"/>
              </a:solidFill>
              <a:latin typeface="Inter"/>
              <a:ea typeface="Inter"/>
              <a:cs typeface="Inter"/>
            </a:endParaRPr>
          </a:p>
          <a:p>
            <a:pPr marL="285750" indent="-285750">
              <a:lnSpc>
                <a:spcPct val="150000"/>
              </a:lnSpc>
              <a:buFont typeface="Wingdings"/>
              <a:buChar char="q"/>
            </a:pPr>
            <a:r>
              <a:rPr lang="en-US" b="1">
                <a:solidFill>
                  <a:srgbClr val="334155"/>
                </a:solidFill>
                <a:latin typeface="Inter"/>
                <a:ea typeface="Inter"/>
              </a:rPr>
              <a:t>Elevate Princess Doll Buffer:</a:t>
            </a:r>
            <a:r>
              <a:rPr lang="en-US">
                <a:solidFill>
                  <a:srgbClr val="334155"/>
                </a:solidFill>
                <a:latin typeface="Inter"/>
                <a:ea typeface="Inter"/>
              </a:rPr>
              <a:t> Increase safety-stock coverage for Princess Doll and monitor stockout recurrence to prevent repeat </a:t>
            </a:r>
            <a:r>
              <a:rPr lang="en-US" dirty="0">
                <a:solidFill>
                  <a:srgbClr val="334155"/>
                </a:solidFill>
                <a:latin typeface="Inter"/>
                <a:ea typeface="Inter"/>
              </a:rPr>
              <a:t>stockouts.</a:t>
            </a:r>
          </a:p>
          <a:p>
            <a:pPr marL="285750" indent="-285750">
              <a:lnSpc>
                <a:spcPct val="150000"/>
              </a:lnSpc>
              <a:buFont typeface="Wingdings"/>
              <a:buChar char="q"/>
            </a:pPr>
            <a:r>
              <a:rPr lang="en-US" b="1" dirty="0">
                <a:solidFill>
                  <a:srgbClr val="334155"/>
                </a:solidFill>
                <a:latin typeface="Inter"/>
                <a:ea typeface="Inter"/>
              </a:rPr>
              <a:t>Festive Pre-build:</a:t>
            </a:r>
            <a:r>
              <a:rPr lang="en-US" dirty="0">
                <a:solidFill>
                  <a:srgbClr val="334155"/>
                </a:solidFill>
                <a:latin typeface="Inter"/>
                <a:ea typeface="Inter"/>
              </a:rPr>
              <a:t> Initiate festive procurement 6 weeks in advance (Aug/Sep) </a:t>
            </a:r>
            <a:r>
              <a:rPr lang="en-US">
                <a:solidFill>
                  <a:srgbClr val="334155"/>
                </a:solidFill>
                <a:latin typeface="Inter"/>
                <a:ea typeface="Inter"/>
              </a:rPr>
              <a:t>to capture</a:t>
            </a:r>
            <a:r>
              <a:rPr lang="en-US" dirty="0">
                <a:solidFill>
                  <a:srgbClr val="334155"/>
                </a:solidFill>
                <a:latin typeface="Inter"/>
                <a:ea typeface="Inter"/>
              </a:rPr>
              <a:t> the 19.5K unit seasonal surge.</a:t>
            </a:r>
          </a:p>
          <a:p>
            <a:pPr marL="285750" indent="-285750">
              <a:lnSpc>
                <a:spcPct val="150000"/>
              </a:lnSpc>
              <a:buFont typeface="Wingdings"/>
              <a:buChar char="q"/>
            </a:pPr>
            <a:r>
              <a:rPr lang="en-US" b="1">
                <a:solidFill>
                  <a:srgbClr val="334155"/>
                </a:solidFill>
                <a:latin typeface="Inter"/>
                <a:ea typeface="Inter"/>
              </a:rPr>
              <a:t>Slow-Mover Reorder Freeze:</a:t>
            </a:r>
            <a:r>
              <a:rPr lang="en-US">
                <a:solidFill>
                  <a:srgbClr val="334155"/>
                </a:solidFill>
                <a:latin typeface="Inter"/>
                <a:ea typeface="Inter"/>
              </a:rPr>
              <a:t> Reduce reorder quantities for Chess Master &amp; Family Ludo and monitor excess inventory.</a:t>
            </a:r>
            <a:endParaRPr lang="en-US">
              <a:latin typeface="Inter"/>
              <a:ea typeface="Inter"/>
            </a:endParaRPr>
          </a:p>
        </p:txBody>
      </p:sp>
      <p:pic>
        <p:nvPicPr>
          <p:cNvPr id="426" name="Google Shape;426;p23" descr="image.png"/>
          <p:cNvPicPr preferRelativeResize="0"/>
          <p:nvPr/>
        </p:nvPicPr>
        <p:blipFill rotWithShape="1">
          <a:blip r:embed="rId8">
            <a:alphaModFix/>
          </a:blip>
          <a:srcRect/>
          <a:stretch/>
        </p:blipFill>
        <p:spPr>
          <a:xfrm>
            <a:off x="6429375" y="1290637"/>
            <a:ext cx="149423" cy="152400"/>
          </a:xfrm>
          <a:prstGeom prst="rect">
            <a:avLst/>
          </a:prstGeom>
          <a:noFill/>
          <a:ln>
            <a:noFill/>
          </a:ln>
        </p:spPr>
      </p:pic>
      <p:sp>
        <p:nvSpPr>
          <p:cNvPr id="427" name="Google Shape;427;p23"/>
          <p:cNvSpPr txBox="1"/>
          <p:nvPr/>
        </p:nvSpPr>
        <p:spPr>
          <a:xfrm>
            <a:off x="6514202" y="1714948"/>
            <a:ext cx="5068737" cy="3877985"/>
          </a:xfrm>
          <a:prstGeom prst="rect">
            <a:avLst/>
          </a:prstGeom>
          <a:noFill/>
          <a:ln>
            <a:noFill/>
          </a:ln>
        </p:spPr>
        <p:txBody>
          <a:bodyPr spcFirstLastPara="1" wrap="square" lIns="0" tIns="0" rIns="0" bIns="0" anchor="t" anchorCtr="0">
            <a:spAutoFit/>
          </a:bodyPr>
          <a:lstStyle/>
          <a:p>
            <a:pPr marL="285750" indent="-285750">
              <a:lnSpc>
                <a:spcPct val="150000"/>
              </a:lnSpc>
              <a:buFont typeface="Wingdings"/>
              <a:buChar char="q"/>
            </a:pPr>
            <a:r>
              <a:rPr lang="en-US" b="1" i="0" u="none" strike="noStrike" cap="none">
                <a:solidFill>
                  <a:srgbClr val="334155"/>
                </a:solidFill>
                <a:latin typeface="Inter"/>
                <a:ea typeface="Inter"/>
                <a:cs typeface="Inter"/>
                <a:sym typeface="Inter"/>
              </a:rPr>
              <a:t>Power BI Automated Forecasting:</a:t>
            </a:r>
            <a:r>
              <a:rPr lang="en-US" b="0" i="0" u="none" strike="noStrike" cap="none">
                <a:solidFill>
                  <a:srgbClr val="334155"/>
                </a:solidFill>
                <a:latin typeface="Inter"/>
                <a:ea typeface="Inter"/>
                <a:cs typeface="Inter"/>
                <a:sym typeface="Inter"/>
              </a:rPr>
              <a:t> Implement real-time Power BI inventory alerts linked with store </a:t>
            </a:r>
            <a:r>
              <a:rPr lang="en-US">
                <a:solidFill>
                  <a:srgbClr val="334155"/>
                </a:solidFill>
                <a:latin typeface="Inter"/>
                <a:ea typeface="Inter"/>
                <a:cs typeface="Inter"/>
                <a:sym typeface="Inter"/>
              </a:rPr>
              <a:t>transactions. </a:t>
            </a:r>
            <a:endParaRPr lang="en-US" b="0" i="0" u="none" strike="noStrike" cap="none">
              <a:solidFill>
                <a:srgbClr val="334155"/>
              </a:solidFill>
              <a:latin typeface="Inter"/>
              <a:ea typeface="Inter"/>
              <a:cs typeface="Inter"/>
            </a:endParaRPr>
          </a:p>
          <a:p>
            <a:pPr marL="285750" indent="-285750">
              <a:lnSpc>
                <a:spcPct val="150000"/>
              </a:lnSpc>
              <a:buFont typeface="Wingdings"/>
              <a:buChar char="q"/>
            </a:pPr>
            <a:r>
              <a:rPr lang="en-US" b="1" dirty="0">
                <a:solidFill>
                  <a:srgbClr val="334155"/>
                </a:solidFill>
                <a:latin typeface="Inter"/>
                <a:ea typeface="Inter"/>
              </a:rPr>
              <a:t>Supplier Lead-Time Audit:</a:t>
            </a:r>
            <a:r>
              <a:rPr lang="en-US" dirty="0">
                <a:solidFill>
                  <a:srgbClr val="334155"/>
                </a:solidFill>
                <a:latin typeface="Inter"/>
                <a:ea typeface="Inter"/>
              </a:rPr>
              <a:t> Partner with manufacturers to reduce </a:t>
            </a:r>
            <a:r>
              <a:rPr lang="en-US">
                <a:solidFill>
                  <a:srgbClr val="334155"/>
                </a:solidFill>
                <a:latin typeface="Inter"/>
                <a:ea typeface="Inter"/>
              </a:rPr>
              <a:t>procurement lead times </a:t>
            </a:r>
            <a:r>
              <a:rPr lang="en-US" dirty="0">
                <a:solidFill>
                  <a:srgbClr val="334155"/>
                </a:solidFill>
                <a:latin typeface="Inter"/>
                <a:ea typeface="Inter"/>
              </a:rPr>
              <a:t> for Star SKUs.</a:t>
            </a:r>
          </a:p>
          <a:p>
            <a:pPr marL="285750" indent="-285750">
              <a:lnSpc>
                <a:spcPct val="150000"/>
              </a:lnSpc>
              <a:buFont typeface="Wingdings"/>
              <a:buChar char="q"/>
            </a:pPr>
            <a:r>
              <a:rPr lang="en-US" b="1">
                <a:solidFill>
                  <a:srgbClr val="334155"/>
                </a:solidFill>
                <a:latin typeface="Inter"/>
                <a:ea typeface="Inter"/>
              </a:rPr>
              <a:t>Warehouse Optimization:</a:t>
            </a:r>
            <a:r>
              <a:rPr lang="en-US">
                <a:solidFill>
                  <a:srgbClr val="334155"/>
                </a:solidFill>
                <a:latin typeface="Inter"/>
                <a:ea typeface="Inter"/>
              </a:rPr>
              <a:t> Reallocate shelf capacity from Board Games toward high-turnover Dolls &amp; Action Figures.</a:t>
            </a:r>
          </a:p>
          <a:p>
            <a:pPr marL="285750" indent="-285750">
              <a:lnSpc>
                <a:spcPct val="150000"/>
              </a:lnSpc>
              <a:buFont typeface="Wingdings"/>
              <a:buChar char="q"/>
            </a:pPr>
            <a:r>
              <a:rPr lang="en-US" b="1">
                <a:solidFill>
                  <a:srgbClr val="334155"/>
                </a:solidFill>
                <a:latin typeface="Inter"/>
                <a:ea typeface="Inter"/>
              </a:rPr>
              <a:t>Stimulate Off-Peak Demand:</a:t>
            </a:r>
            <a:r>
              <a:rPr lang="en-US">
                <a:solidFill>
                  <a:srgbClr val="334155"/>
                </a:solidFill>
                <a:latin typeface="Inter"/>
                <a:ea typeface="Inter"/>
              </a:rPr>
              <a:t> Test gifting bundles and back-to-school kits during weaker periods—Back to School (3.72K), Financial Year End (3.81K), and Christmas/New Year (3.82K)—to increase sales during these periods.</a:t>
            </a:r>
            <a:endParaRPr lang="en-US" dirty="0">
              <a:solidFill>
                <a:srgbClr val="334155"/>
              </a:solidFill>
              <a:latin typeface="Inter"/>
              <a:ea typeface="Inter"/>
            </a:endParaRPr>
          </a:p>
        </p:txBody>
      </p:sp>
      <p:sp>
        <p:nvSpPr>
          <p:cNvPr id="431" name="Google Shape;431;p23"/>
          <p:cNvSpPr txBox="1"/>
          <p:nvPr/>
        </p:nvSpPr>
        <p:spPr>
          <a:xfrm>
            <a:off x="476250" y="419100"/>
            <a:ext cx="11715750" cy="357187"/>
          </a:xfrm>
          <a:prstGeom prst="rect">
            <a:avLst/>
          </a:prstGeom>
          <a:noFill/>
          <a:ln>
            <a:noFill/>
          </a:ln>
        </p:spPr>
        <p:txBody>
          <a:bodyPr spcFirstLastPara="1" wrap="square" lIns="0" tIns="0" rIns="0" bIns="0" anchor="ctr" anchorCtr="0">
            <a:spAutoFit/>
          </a:bodyPr>
          <a:lstStyle/>
          <a:p>
            <a:pPr marL="0" marR="0" lvl="0" indent="0" algn="l" rtl="0">
              <a:lnSpc>
                <a:spcPct val="124977"/>
              </a:lnSpc>
              <a:spcBef>
                <a:spcPts val="0"/>
              </a:spcBef>
              <a:spcAft>
                <a:spcPts val="0"/>
              </a:spcAft>
              <a:buNone/>
            </a:pPr>
            <a:r>
              <a:rPr lang="en-US" sz="2250" b="1" i="0" u="none" strike="noStrike" cap="none">
                <a:solidFill>
                  <a:srgbClr val="0F172A"/>
                </a:solidFill>
                <a:latin typeface="Poppins"/>
                <a:ea typeface="Poppins"/>
                <a:cs typeface="Poppins"/>
                <a:sym typeface="Poppins"/>
              </a:rPr>
              <a:t>Strategic Recommendations &amp; Action Plan</a:t>
            </a:r>
            <a:endParaRPr/>
          </a:p>
        </p:txBody>
      </p:sp>
      <p:sp>
        <p:nvSpPr>
          <p:cNvPr id="3" name="Google Shape;146;p15">
            <a:extLst>
              <a:ext uri="{FF2B5EF4-FFF2-40B4-BE49-F238E27FC236}">
                <a16:creationId xmlns:a16="http://schemas.microsoft.com/office/drawing/2014/main" id="{080B8596-AE59-FFD1-BABA-99F3EAD110A5}"/>
              </a:ext>
            </a:extLst>
          </p:cNvPr>
          <p:cNvSpPr txBox="1"/>
          <p:nvPr/>
        </p:nvSpPr>
        <p:spPr>
          <a:xfrm>
            <a:off x="476250" y="6315710"/>
            <a:ext cx="4161155" cy="123111"/>
          </a:xfrm>
          <a:prstGeom prst="rect">
            <a:avLst/>
          </a:prstGeom>
          <a:noFill/>
          <a:ln>
            <a:noFill/>
          </a:ln>
        </p:spPr>
        <p:txBody>
          <a:bodyPr spcFirstLastPara="1" wrap="square" lIns="0" tIns="0" rIns="0" bIns="0" anchor="t" anchorCtr="0">
            <a:spAutoFit/>
          </a:bodyPr>
          <a:lstStyle/>
          <a:p>
            <a:r>
              <a:rPr lang="en-US" sz="800" dirty="0" err="1">
                <a:solidFill>
                  <a:srgbClr val="334155"/>
                </a:solidFill>
                <a:latin typeface="Inter SemiBold"/>
                <a:ea typeface="Inter SemiBold"/>
                <a:cs typeface="Inter SemiBold"/>
                <a:sym typeface="Inter SemiBold"/>
              </a:rPr>
              <a:t>ToyJoy</a:t>
            </a:r>
            <a:r>
              <a:rPr lang="en-US" sz="800" dirty="0">
                <a:solidFill>
                  <a:srgbClr val="334155"/>
                </a:solidFill>
                <a:latin typeface="Inter SemiBold"/>
                <a:ea typeface="Inter SemiBold"/>
                <a:cs typeface="Inter SemiBold"/>
                <a:sym typeface="Inter SemiBold"/>
              </a:rPr>
              <a:t> Seasonal Inventory Management &amp; Optimization Analysis</a:t>
            </a:r>
            <a:endParaRPr lang="en-US" sz="800" dirty="0">
              <a:solidFill>
                <a:srgbClr val="334155"/>
              </a:solidFill>
              <a:latin typeface="Inter SemiBold"/>
              <a:ea typeface="Inter SemiBold"/>
              <a:cs typeface="Inter SemiBold"/>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Shape 443"/>
        <p:cNvGrpSpPr/>
        <p:nvPr/>
      </p:nvGrpSpPr>
      <p:grpSpPr>
        <a:xfrm>
          <a:off x="0" y="0"/>
          <a:ext cx="0" cy="0"/>
          <a:chOff x="0" y="0"/>
          <a:chExt cx="0" cy="0"/>
        </a:xfrm>
      </p:grpSpPr>
      <p:sp>
        <p:nvSpPr>
          <p:cNvPr id="5" name="Google Shape;599;p36">
            <a:extLst>
              <a:ext uri="{FF2B5EF4-FFF2-40B4-BE49-F238E27FC236}">
                <a16:creationId xmlns:a16="http://schemas.microsoft.com/office/drawing/2014/main" id="{FABA121C-ED11-AAE9-76A9-B79B30924A6B}"/>
              </a:ext>
            </a:extLst>
          </p:cNvPr>
          <p:cNvSpPr txBox="1"/>
          <p:nvPr/>
        </p:nvSpPr>
        <p:spPr>
          <a:xfrm>
            <a:off x="2292985" y="5265687"/>
            <a:ext cx="8063230" cy="430887"/>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dirty="0">
                <a:solidFill>
                  <a:srgbClr val="64748B"/>
                </a:solidFill>
                <a:latin typeface="Poppins"/>
                <a:ea typeface="Lato"/>
                <a:cs typeface="Poppins"/>
                <a:sym typeface="Lato"/>
              </a:rPr>
              <a:t>Prepared </a:t>
            </a:r>
            <a:r>
              <a:rPr lang="en-US" b="0" i="0" u="none" strike="noStrike" cap="none" dirty="0">
                <a:solidFill>
                  <a:srgbClr val="64748B"/>
                </a:solidFill>
                <a:latin typeface="Poppins"/>
                <a:ea typeface="Lato"/>
                <a:cs typeface="Poppins"/>
                <a:sym typeface="Lato"/>
              </a:rPr>
              <a:t>by Agamya Jain | </a:t>
            </a:r>
            <a:r>
              <a:rPr lang="en-US" dirty="0">
                <a:solidFill>
                  <a:srgbClr val="64748B"/>
                </a:solidFill>
                <a:latin typeface="Poppins"/>
                <a:ea typeface="Lato"/>
                <a:cs typeface="Poppins"/>
                <a:sym typeface="Lato"/>
              </a:rPr>
              <a:t>Data Analyst </a:t>
            </a:r>
            <a:r>
              <a:rPr lang="en-US" b="0" i="0" u="none" strike="noStrike" cap="none" dirty="0">
                <a:solidFill>
                  <a:srgbClr val="64748B"/>
                </a:solidFill>
                <a:latin typeface="Poppins"/>
                <a:ea typeface="Lato"/>
                <a:cs typeface="Poppins"/>
                <a:sym typeface="Lato"/>
              </a:rPr>
              <a:t>| </a:t>
            </a:r>
            <a:r>
              <a:rPr lang="en-US" dirty="0">
                <a:solidFill>
                  <a:srgbClr val="64748B"/>
                </a:solidFill>
                <a:latin typeface="Poppins"/>
                <a:ea typeface="Lato"/>
                <a:cs typeface="Poppins"/>
                <a:sym typeface="Lato"/>
              </a:rPr>
              <a:t>Business Intelligence &amp; Analytics Department </a:t>
            </a:r>
            <a:r>
              <a:rPr lang="en-US" dirty="0" err="1">
                <a:solidFill>
                  <a:srgbClr val="64748B"/>
                </a:solidFill>
                <a:latin typeface="Poppins"/>
                <a:ea typeface="Lato"/>
                <a:cs typeface="Poppins"/>
                <a:sym typeface="Lato"/>
              </a:rPr>
              <a:t>ToyJoy</a:t>
            </a:r>
            <a:endParaRPr lang="en-US" dirty="0" err="1">
              <a:solidFill>
                <a:srgbClr val="64748B"/>
              </a:solidFill>
              <a:latin typeface="Poppins"/>
              <a:ea typeface="Lato"/>
              <a:cs typeface="Poppins"/>
            </a:endParaRPr>
          </a:p>
        </p:txBody>
      </p:sp>
      <p:sp>
        <p:nvSpPr>
          <p:cNvPr id="6" name="Google Shape;183;p26">
            <a:extLst>
              <a:ext uri="{FF2B5EF4-FFF2-40B4-BE49-F238E27FC236}">
                <a16:creationId xmlns:a16="http://schemas.microsoft.com/office/drawing/2014/main" id="{36CC9E13-D2BB-3B97-582A-BBFDE7AFEDD7}"/>
              </a:ext>
            </a:extLst>
          </p:cNvPr>
          <p:cNvSpPr txBox="1"/>
          <p:nvPr/>
        </p:nvSpPr>
        <p:spPr>
          <a:xfrm>
            <a:off x="10161975" y="6481751"/>
            <a:ext cx="1506300" cy="138600"/>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sz="900" b="0" i="0" u="none" strike="noStrike" cap="none">
                <a:solidFill>
                  <a:srgbClr val="94A3B8"/>
                </a:solidFill>
                <a:latin typeface="Lato"/>
                <a:ea typeface="Lato"/>
                <a:cs typeface="Lato"/>
                <a:sym typeface="Lato"/>
              </a:rPr>
              <a:t>Slide </a:t>
            </a:r>
            <a:r>
              <a:rPr lang="en-US" sz="900">
                <a:solidFill>
                  <a:srgbClr val="94A3B8"/>
                </a:solidFill>
                <a:latin typeface="Lato"/>
                <a:ea typeface="Lato"/>
                <a:cs typeface="Lato"/>
                <a:sym typeface="Lato"/>
              </a:rPr>
              <a:t>11 </a:t>
            </a:r>
            <a:r>
              <a:rPr lang="en-US" sz="900" b="0" i="0" u="none" strike="noStrike" cap="none">
                <a:solidFill>
                  <a:srgbClr val="94A3B8"/>
                </a:solidFill>
                <a:latin typeface="Lato"/>
                <a:ea typeface="Lato"/>
                <a:cs typeface="Lato"/>
                <a:sym typeface="Lato"/>
              </a:rPr>
              <a:t>of </a:t>
            </a:r>
            <a:r>
              <a:rPr lang="en-US" sz="900">
                <a:solidFill>
                  <a:srgbClr val="94A3B8"/>
                </a:solidFill>
                <a:latin typeface="Lato"/>
                <a:ea typeface="Lato"/>
                <a:cs typeface="Lato"/>
                <a:sym typeface="Lato"/>
              </a:rPr>
              <a:t>11</a:t>
            </a:r>
            <a:endParaRPr/>
          </a:p>
        </p:txBody>
      </p:sp>
      <p:sp>
        <p:nvSpPr>
          <p:cNvPr id="7" name="Google Shape;445;p23">
            <a:extLst>
              <a:ext uri="{FF2B5EF4-FFF2-40B4-BE49-F238E27FC236}">
                <a16:creationId xmlns:a16="http://schemas.microsoft.com/office/drawing/2014/main" id="{80DC9835-21FA-5272-7274-12F350C7D8FB}"/>
              </a:ext>
            </a:extLst>
          </p:cNvPr>
          <p:cNvSpPr txBox="1"/>
          <p:nvPr/>
        </p:nvSpPr>
        <p:spPr>
          <a:xfrm>
            <a:off x="2582727" y="2937743"/>
            <a:ext cx="7034212" cy="969496"/>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3150" b="0" i="0" u="none" strike="noStrike" cap="none">
                <a:solidFill>
                  <a:srgbClr val="FFFFFF"/>
                </a:solidFill>
                <a:latin typeface="Poppins ExtraBold"/>
                <a:ea typeface="Poppins ExtraBold"/>
                <a:cs typeface="Poppins ExtraBold"/>
                <a:sym typeface="Poppins ExtraBold"/>
              </a:rPr>
              <a:t>Thank You</a:t>
            </a:r>
            <a:r>
              <a:rPr lang="en-US" sz="3150">
                <a:solidFill>
                  <a:srgbClr val="FFFFFF"/>
                </a:solidFill>
                <a:latin typeface="Poppins ExtraBold"/>
                <a:ea typeface="Poppins ExtraBold"/>
                <a:cs typeface="Poppins ExtraBold"/>
                <a:sym typeface="Poppins ExtraBold"/>
              </a:rPr>
              <a:t> | Questions &amp; Discussion</a:t>
            </a:r>
            <a:endParaRPr lang="en-US"/>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11</Slides>
  <Notes>11</Notes>
  <HiddenSlides>0</HiddenSlides>
  <ScaleCrop>false</ScaleCrop>
  <HeadingPairs>
    <vt:vector size="4" baseType="variant">
      <vt:variant>
        <vt:lpstr>Theme</vt:lpstr>
      </vt:variant>
      <vt:variant>
        <vt:i4>1</vt:i4>
      </vt:variant>
      <vt:variant>
        <vt:lpstr>Slide Titles</vt:lpstr>
      </vt:variant>
      <vt:variant>
        <vt:i4>11</vt:i4>
      </vt:variant>
    </vt:vector>
  </HeadingPairs>
  <TitlesOfParts>
    <vt:vector size="12"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revision>594</cp:revision>
  <dcterms:modified xsi:type="dcterms:W3CDTF">2026-08-31T16:27:29Z</dcterms:modified>
</cp:coreProperties>
</file>